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8"/>
  </p:notesMasterIdLst>
  <p:sldIdLst>
    <p:sldId id="257" r:id="rId2"/>
    <p:sldId id="261" r:id="rId3"/>
    <p:sldId id="277" r:id="rId4"/>
    <p:sldId id="279" r:id="rId5"/>
    <p:sldId id="269" r:id="rId6"/>
    <p:sldId id="270" r:id="rId7"/>
    <p:sldId id="271" r:id="rId8"/>
    <p:sldId id="273" r:id="rId9"/>
    <p:sldId id="291" r:id="rId10"/>
    <p:sldId id="283" r:id="rId11"/>
    <p:sldId id="282" r:id="rId12"/>
    <p:sldId id="284" r:id="rId13"/>
    <p:sldId id="288" r:id="rId14"/>
    <p:sldId id="281" r:id="rId15"/>
    <p:sldId id="276" r:id="rId16"/>
    <p:sldId id="278" r:id="rId17"/>
  </p:sldIdLst>
  <p:sldSz cx="12192000" cy="6858000"/>
  <p:notesSz cx="6858000" cy="9144000"/>
  <p:embeddedFontLst>
    <p:embeddedFont>
      <p:font typeface="Cal Sans" panose="020B0604020202020204" charset="0"/>
      <p:regular r:id="rId19"/>
    </p:embeddedFont>
    <p:embeddedFont>
      <p:font typeface="Red Hat Display" panose="020B060402020202020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61" userDrawn="1">
          <p15:clr>
            <a:srgbClr val="A4A3A4"/>
          </p15:clr>
        </p15:guide>
        <p15:guide id="5" pos="7287" userDrawn="1">
          <p15:clr>
            <a:srgbClr val="A4A3A4"/>
          </p15:clr>
        </p15:guide>
        <p15:guide id="8" pos="143" userDrawn="1">
          <p15:clr>
            <a:srgbClr val="A4A3A4"/>
          </p15:clr>
        </p15:guide>
        <p15:guide id="9" orient="horz" pos="4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EC03"/>
    <a:srgbClr val="324EFF"/>
    <a:srgbClr val="02CA40"/>
    <a:srgbClr val="D60003"/>
    <a:srgbClr val="FE3D00"/>
    <a:srgbClr val="FF3C01"/>
    <a:srgbClr val="6100E9"/>
    <a:srgbClr val="FFFF6D"/>
    <a:srgbClr val="761211"/>
    <a:srgbClr val="A4A3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5FA5E-2BF1-4BD8-BD4F-38668F920735}" v="1363" dt="2025-06-25T05:29:39.6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49" autoAdjust="0"/>
    <p:restoredTop sz="94660"/>
  </p:normalViewPr>
  <p:slideViewPr>
    <p:cSldViewPr snapToGrid="0" showGuides="1">
      <p:cViewPr>
        <p:scale>
          <a:sx n="33" d="100"/>
          <a:sy n="33" d="100"/>
        </p:scale>
        <p:origin x="2630" y="1186"/>
      </p:cViewPr>
      <p:guideLst>
        <p:guide orient="horz" pos="3861"/>
        <p:guide pos="7287"/>
        <p:guide pos="143"/>
        <p:guide orient="horz" pos="414"/>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EE0864-06B1-4901-AED0-3D25C0A183FB}" type="datetimeFigureOut">
              <a:rPr lang="en-IN" smtClean="0"/>
              <a:t>20-06-2026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2FC20-25D7-4501-A5AA-300F6850D8BB}" type="slidenum">
              <a:rPr lang="en-IN" smtClean="0"/>
              <a:t>‹Nº›</a:t>
            </a:fld>
            <a:endParaRPr lang="en-IN"/>
          </a:p>
        </p:txBody>
      </p:sp>
    </p:spTree>
    <p:extLst>
      <p:ext uri="{BB962C8B-B14F-4D97-AF65-F5344CB8AC3E}">
        <p14:creationId xmlns:p14="http://schemas.microsoft.com/office/powerpoint/2010/main" val="1532426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4E7B-A4E8-F7F8-9D46-32173FB367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88B971-DABA-D487-CFC5-343B6066A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89359A-2F35-CF29-26B7-7AF88928C456}"/>
              </a:ext>
            </a:extLst>
          </p:cNvPr>
          <p:cNvSpPr>
            <a:spLocks noGrp="1"/>
          </p:cNvSpPr>
          <p:nvPr>
            <p:ph type="dt" sz="half" idx="10"/>
          </p:nvPr>
        </p:nvSpPr>
        <p:spPr/>
        <p:txBody>
          <a:bodyPr/>
          <a:lstStyle/>
          <a:p>
            <a:fld id="{314C3B7A-06D5-4E06-A3BC-92FFB30192C2}" type="datetimeFigureOut">
              <a:rPr lang="en-IN" smtClean="0"/>
              <a:t>20-06-2026</a:t>
            </a:fld>
            <a:endParaRPr lang="en-IN"/>
          </a:p>
        </p:txBody>
      </p:sp>
      <p:sp>
        <p:nvSpPr>
          <p:cNvPr id="5" name="Footer Placeholder 4">
            <a:extLst>
              <a:ext uri="{FF2B5EF4-FFF2-40B4-BE49-F238E27FC236}">
                <a16:creationId xmlns:a16="http://schemas.microsoft.com/office/drawing/2014/main" id="{3875BBFF-85AE-8F3B-3185-0F479B7C1A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DE8010-E8B7-32B2-AF75-59EE7102606C}"/>
              </a:ext>
            </a:extLst>
          </p:cNvPr>
          <p:cNvSpPr>
            <a:spLocks noGrp="1"/>
          </p:cNvSpPr>
          <p:nvPr>
            <p:ph type="sldNum" sz="quarter" idx="12"/>
          </p:nvPr>
        </p:nvSpPr>
        <p:spPr/>
        <p:txBody>
          <a:bodyPr/>
          <a:lstStyle/>
          <a:p>
            <a:fld id="{F2B89E08-A148-4842-B9E8-6298EC495DDE}" type="slidenum">
              <a:rPr lang="en-IN" smtClean="0"/>
              <a:t>‹Nº›</a:t>
            </a:fld>
            <a:endParaRPr lang="en-IN"/>
          </a:p>
        </p:txBody>
      </p:sp>
      <p:pic>
        <p:nvPicPr>
          <p:cNvPr id="7" name="Imagen 6">
            <a:extLst>
              <a:ext uri="{FF2B5EF4-FFF2-40B4-BE49-F238E27FC236}">
                <a16:creationId xmlns:a16="http://schemas.microsoft.com/office/drawing/2014/main" id="{7817132C-DFAA-4DC7-9FB9-4547742183E2}"/>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grpSp>
        <p:nvGrpSpPr>
          <p:cNvPr id="8" name="Group 5">
            <a:extLst>
              <a:ext uri="{FF2B5EF4-FFF2-40B4-BE49-F238E27FC236}">
                <a16:creationId xmlns:a16="http://schemas.microsoft.com/office/drawing/2014/main" id="{C2CF3708-A599-404E-9726-0F6786CA1A42}"/>
              </a:ext>
            </a:extLst>
          </p:cNvPr>
          <p:cNvGrpSpPr/>
          <p:nvPr userDrawn="1"/>
        </p:nvGrpSpPr>
        <p:grpSpPr>
          <a:xfrm>
            <a:off x="9984644" y="-3416157"/>
            <a:ext cx="4003007" cy="10361688"/>
            <a:chOff x="9984644" y="-3416157"/>
            <a:chExt cx="4003007" cy="10361688"/>
          </a:xfrm>
        </p:grpSpPr>
        <p:sp>
          <p:nvSpPr>
            <p:cNvPr id="9" name="Freeform: Shape 6">
              <a:extLst>
                <a:ext uri="{FF2B5EF4-FFF2-40B4-BE49-F238E27FC236}">
                  <a16:creationId xmlns:a16="http://schemas.microsoft.com/office/drawing/2014/main" id="{EFDF3067-8112-4846-BD41-05A75489BCFD}"/>
                </a:ext>
              </a:extLst>
            </p:cNvPr>
            <p:cNvSpPr/>
            <p:nvPr/>
          </p:nvSpPr>
          <p:spPr>
            <a:xfrm>
              <a:off x="10009642" y="-34161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4">
              <a:extLst>
                <a:ext uri="{FF2B5EF4-FFF2-40B4-BE49-F238E27FC236}">
                  <a16:creationId xmlns:a16="http://schemas.microsoft.com/office/drawing/2014/main" id="{891AEAB8-566C-402C-A911-B28B84C67573}"/>
                </a:ext>
              </a:extLst>
            </p:cNvPr>
            <p:cNvSpPr/>
            <p:nvPr/>
          </p:nvSpPr>
          <p:spPr>
            <a:xfrm>
              <a:off x="9984644" y="-21409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1" name="Freeform: Shape 2">
              <a:extLst>
                <a:ext uri="{FF2B5EF4-FFF2-40B4-BE49-F238E27FC236}">
                  <a16:creationId xmlns:a16="http://schemas.microsoft.com/office/drawing/2014/main" id="{FD5287B2-47F7-4996-906A-5A169094C347}"/>
                </a:ext>
              </a:extLst>
            </p:cNvPr>
            <p:cNvSpPr/>
            <p:nvPr/>
          </p:nvSpPr>
          <p:spPr>
            <a:xfrm>
              <a:off x="10133677" y="-14946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837503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6667682-401E-434E-B2BE-7093074ECCA7}"/>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grpSp>
        <p:nvGrpSpPr>
          <p:cNvPr id="3" name="Group 5">
            <a:extLst>
              <a:ext uri="{FF2B5EF4-FFF2-40B4-BE49-F238E27FC236}">
                <a16:creationId xmlns:a16="http://schemas.microsoft.com/office/drawing/2014/main" id="{173306B7-103B-469A-8406-DCF519619B6E}"/>
              </a:ext>
            </a:extLst>
          </p:cNvPr>
          <p:cNvGrpSpPr/>
          <p:nvPr userDrawn="1"/>
        </p:nvGrpSpPr>
        <p:grpSpPr>
          <a:xfrm>
            <a:off x="9984644" y="-3416157"/>
            <a:ext cx="4003007" cy="10361688"/>
            <a:chOff x="9984644" y="-3416157"/>
            <a:chExt cx="4003007" cy="10361688"/>
          </a:xfrm>
        </p:grpSpPr>
        <p:sp>
          <p:nvSpPr>
            <p:cNvPr id="4" name="Freeform: Shape 6">
              <a:extLst>
                <a:ext uri="{FF2B5EF4-FFF2-40B4-BE49-F238E27FC236}">
                  <a16:creationId xmlns:a16="http://schemas.microsoft.com/office/drawing/2014/main" id="{CACDDDA7-DD1A-4D2D-8789-C7D886EC9E9F}"/>
                </a:ext>
              </a:extLst>
            </p:cNvPr>
            <p:cNvSpPr/>
            <p:nvPr/>
          </p:nvSpPr>
          <p:spPr>
            <a:xfrm>
              <a:off x="10009642" y="-34161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 name="Freeform: Shape 4">
              <a:extLst>
                <a:ext uri="{FF2B5EF4-FFF2-40B4-BE49-F238E27FC236}">
                  <a16:creationId xmlns:a16="http://schemas.microsoft.com/office/drawing/2014/main" id="{51D9665F-F9AC-489F-98B5-BB0EF8BC1F12}"/>
                </a:ext>
              </a:extLst>
            </p:cNvPr>
            <p:cNvSpPr/>
            <p:nvPr/>
          </p:nvSpPr>
          <p:spPr>
            <a:xfrm>
              <a:off x="9984644" y="-21409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6" name="Freeform: Shape 2">
              <a:extLst>
                <a:ext uri="{FF2B5EF4-FFF2-40B4-BE49-F238E27FC236}">
                  <a16:creationId xmlns:a16="http://schemas.microsoft.com/office/drawing/2014/main" id="{454F7893-E6F9-4DC3-987D-7F9BFF1766DA}"/>
                </a:ext>
              </a:extLst>
            </p:cNvPr>
            <p:cNvSpPr/>
            <p:nvPr/>
          </p:nvSpPr>
          <p:spPr>
            <a:xfrm>
              <a:off x="10133677" y="-14946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42706288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B70913A2-CECB-6637-754A-99DB4195D045}"/>
              </a:ext>
            </a:extLst>
          </p:cNvPr>
          <p:cNvSpPr>
            <a:spLocks noGrp="1"/>
          </p:cNvSpPr>
          <p:nvPr>
            <p:ph type="pic" sz="quarter" idx="12"/>
          </p:nvPr>
        </p:nvSpPr>
        <p:spPr>
          <a:xfrm>
            <a:off x="6346972" y="5180801"/>
            <a:ext cx="4347530" cy="2912846"/>
          </a:xfrm>
          <a:custGeom>
            <a:avLst/>
            <a:gdLst>
              <a:gd name="connsiteX0" fmla="*/ 869506 w 4347530"/>
              <a:gd name="connsiteY0" fmla="*/ 0 h 2912846"/>
              <a:gd name="connsiteX1" fmla="*/ 4347530 w 4347530"/>
              <a:gd name="connsiteY1" fmla="*/ 0 h 2912846"/>
              <a:gd name="connsiteX2" fmla="*/ 3478024 w 4347530"/>
              <a:gd name="connsiteY2" fmla="*/ 2912846 h 2912846"/>
              <a:gd name="connsiteX3" fmla="*/ 0 w 4347530"/>
              <a:gd name="connsiteY3" fmla="*/ 2912846 h 2912846"/>
            </a:gdLst>
            <a:ahLst/>
            <a:cxnLst>
              <a:cxn ang="0">
                <a:pos x="connsiteX0" y="connsiteY0"/>
              </a:cxn>
              <a:cxn ang="0">
                <a:pos x="connsiteX1" y="connsiteY1"/>
              </a:cxn>
              <a:cxn ang="0">
                <a:pos x="connsiteX2" y="connsiteY2"/>
              </a:cxn>
              <a:cxn ang="0">
                <a:pos x="connsiteX3" y="connsiteY3"/>
              </a:cxn>
            </a:cxnLst>
            <a:rect l="l" t="t" r="r" b="b"/>
            <a:pathLst>
              <a:path w="4347530" h="2912846">
                <a:moveTo>
                  <a:pt x="869506" y="0"/>
                </a:moveTo>
                <a:lnTo>
                  <a:pt x="4347530" y="0"/>
                </a:lnTo>
                <a:lnTo>
                  <a:pt x="3478024" y="2912846"/>
                </a:lnTo>
                <a:lnTo>
                  <a:pt x="0" y="2912846"/>
                </a:lnTo>
                <a:close/>
              </a:path>
            </a:pathLst>
          </a:custGeom>
        </p:spPr>
        <p:txBody>
          <a:bodyPr wrap="square">
            <a:noAutofit/>
          </a:bodyPr>
          <a:lstStyle/>
          <a:p>
            <a:endParaRPr lang="en-IN"/>
          </a:p>
        </p:txBody>
      </p:sp>
      <p:sp>
        <p:nvSpPr>
          <p:cNvPr id="19" name="Picture Placeholder 18">
            <a:extLst>
              <a:ext uri="{FF2B5EF4-FFF2-40B4-BE49-F238E27FC236}">
                <a16:creationId xmlns:a16="http://schemas.microsoft.com/office/drawing/2014/main" id="{FE18D856-0D4A-3B36-16F1-F6777751B577}"/>
              </a:ext>
            </a:extLst>
          </p:cNvPr>
          <p:cNvSpPr>
            <a:spLocks noGrp="1"/>
          </p:cNvSpPr>
          <p:nvPr>
            <p:ph type="pic" sz="quarter" idx="11"/>
          </p:nvPr>
        </p:nvSpPr>
        <p:spPr>
          <a:xfrm>
            <a:off x="7272508" y="2122482"/>
            <a:ext cx="4347530" cy="2912846"/>
          </a:xfrm>
          <a:custGeom>
            <a:avLst/>
            <a:gdLst>
              <a:gd name="connsiteX0" fmla="*/ 869506 w 4347530"/>
              <a:gd name="connsiteY0" fmla="*/ 0 h 2912846"/>
              <a:gd name="connsiteX1" fmla="*/ 4347530 w 4347530"/>
              <a:gd name="connsiteY1" fmla="*/ 0 h 2912846"/>
              <a:gd name="connsiteX2" fmla="*/ 3478024 w 4347530"/>
              <a:gd name="connsiteY2" fmla="*/ 2912846 h 2912846"/>
              <a:gd name="connsiteX3" fmla="*/ 0 w 4347530"/>
              <a:gd name="connsiteY3" fmla="*/ 2912846 h 2912846"/>
            </a:gdLst>
            <a:ahLst/>
            <a:cxnLst>
              <a:cxn ang="0">
                <a:pos x="connsiteX0" y="connsiteY0"/>
              </a:cxn>
              <a:cxn ang="0">
                <a:pos x="connsiteX1" y="connsiteY1"/>
              </a:cxn>
              <a:cxn ang="0">
                <a:pos x="connsiteX2" y="connsiteY2"/>
              </a:cxn>
              <a:cxn ang="0">
                <a:pos x="connsiteX3" y="connsiteY3"/>
              </a:cxn>
            </a:cxnLst>
            <a:rect l="l" t="t" r="r" b="b"/>
            <a:pathLst>
              <a:path w="4347530" h="2912846">
                <a:moveTo>
                  <a:pt x="869506" y="0"/>
                </a:moveTo>
                <a:lnTo>
                  <a:pt x="4347530" y="0"/>
                </a:lnTo>
                <a:lnTo>
                  <a:pt x="3478024" y="2912846"/>
                </a:lnTo>
                <a:lnTo>
                  <a:pt x="0" y="2912846"/>
                </a:ln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C4342044-4090-22DC-79C1-8FB3321C8465}"/>
              </a:ext>
            </a:extLst>
          </p:cNvPr>
          <p:cNvSpPr>
            <a:spLocks noGrp="1"/>
          </p:cNvSpPr>
          <p:nvPr>
            <p:ph type="pic" sz="quarter" idx="10"/>
          </p:nvPr>
        </p:nvSpPr>
        <p:spPr>
          <a:xfrm>
            <a:off x="8201828" y="-935837"/>
            <a:ext cx="4347530" cy="2912846"/>
          </a:xfrm>
          <a:custGeom>
            <a:avLst/>
            <a:gdLst>
              <a:gd name="connsiteX0" fmla="*/ 869506 w 4347530"/>
              <a:gd name="connsiteY0" fmla="*/ 0 h 2912846"/>
              <a:gd name="connsiteX1" fmla="*/ 4347530 w 4347530"/>
              <a:gd name="connsiteY1" fmla="*/ 0 h 2912846"/>
              <a:gd name="connsiteX2" fmla="*/ 3478024 w 4347530"/>
              <a:gd name="connsiteY2" fmla="*/ 2912846 h 2912846"/>
              <a:gd name="connsiteX3" fmla="*/ 0 w 4347530"/>
              <a:gd name="connsiteY3" fmla="*/ 2912846 h 2912846"/>
            </a:gdLst>
            <a:ahLst/>
            <a:cxnLst>
              <a:cxn ang="0">
                <a:pos x="connsiteX0" y="connsiteY0"/>
              </a:cxn>
              <a:cxn ang="0">
                <a:pos x="connsiteX1" y="connsiteY1"/>
              </a:cxn>
              <a:cxn ang="0">
                <a:pos x="connsiteX2" y="connsiteY2"/>
              </a:cxn>
              <a:cxn ang="0">
                <a:pos x="connsiteX3" y="connsiteY3"/>
              </a:cxn>
            </a:cxnLst>
            <a:rect l="l" t="t" r="r" b="b"/>
            <a:pathLst>
              <a:path w="4347530" h="2912846">
                <a:moveTo>
                  <a:pt x="869506" y="0"/>
                </a:moveTo>
                <a:lnTo>
                  <a:pt x="4347530" y="0"/>
                </a:lnTo>
                <a:lnTo>
                  <a:pt x="3478024" y="2912846"/>
                </a:lnTo>
                <a:lnTo>
                  <a:pt x="0" y="2912846"/>
                </a:lnTo>
                <a:close/>
              </a:path>
            </a:pathLst>
          </a:custGeom>
        </p:spPr>
        <p:txBody>
          <a:bodyPr wrap="square">
            <a:noAutofit/>
          </a:bodyPr>
          <a:lstStyle/>
          <a:p>
            <a:endParaRPr lang="en-IN"/>
          </a:p>
        </p:txBody>
      </p:sp>
      <p:pic>
        <p:nvPicPr>
          <p:cNvPr id="5" name="Imagen 4">
            <a:extLst>
              <a:ext uri="{FF2B5EF4-FFF2-40B4-BE49-F238E27FC236}">
                <a16:creationId xmlns:a16="http://schemas.microsoft.com/office/drawing/2014/main" id="{FF9CC94E-F2B4-4331-899C-DD7834F113D6}"/>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spTree>
    <p:extLst>
      <p:ext uri="{BB962C8B-B14F-4D97-AF65-F5344CB8AC3E}">
        <p14:creationId xmlns:p14="http://schemas.microsoft.com/office/powerpoint/2010/main" val="6118541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6C53F1F-26E5-F362-2D66-649CD365D11B}"/>
              </a:ext>
            </a:extLst>
          </p:cNvPr>
          <p:cNvSpPr>
            <a:spLocks noGrp="1"/>
          </p:cNvSpPr>
          <p:nvPr>
            <p:ph type="pic" sz="quarter" idx="13"/>
          </p:nvPr>
        </p:nvSpPr>
        <p:spPr>
          <a:xfrm>
            <a:off x="7514580" y="2498400"/>
            <a:ext cx="6580632" cy="4359601"/>
          </a:xfrm>
          <a:custGeom>
            <a:avLst/>
            <a:gdLst>
              <a:gd name="connsiteX0" fmla="*/ 0 w 6580632"/>
              <a:gd name="connsiteY0" fmla="*/ 0 h 4359601"/>
              <a:gd name="connsiteX1" fmla="*/ 5250518 w 6580632"/>
              <a:gd name="connsiteY1" fmla="*/ 0 h 4359601"/>
              <a:gd name="connsiteX2" fmla="*/ 6580632 w 6580632"/>
              <a:gd name="connsiteY2" fmla="*/ 4359601 h 4359601"/>
              <a:gd name="connsiteX3" fmla="*/ 1330114 w 6580632"/>
              <a:gd name="connsiteY3" fmla="*/ 4359601 h 4359601"/>
            </a:gdLst>
            <a:ahLst/>
            <a:cxnLst>
              <a:cxn ang="0">
                <a:pos x="connsiteX0" y="connsiteY0"/>
              </a:cxn>
              <a:cxn ang="0">
                <a:pos x="connsiteX1" y="connsiteY1"/>
              </a:cxn>
              <a:cxn ang="0">
                <a:pos x="connsiteX2" y="connsiteY2"/>
              </a:cxn>
              <a:cxn ang="0">
                <a:pos x="connsiteX3" y="connsiteY3"/>
              </a:cxn>
            </a:cxnLst>
            <a:rect l="l" t="t" r="r" b="b"/>
            <a:pathLst>
              <a:path w="6580632" h="4359601">
                <a:moveTo>
                  <a:pt x="0" y="0"/>
                </a:moveTo>
                <a:lnTo>
                  <a:pt x="5250518" y="0"/>
                </a:lnTo>
                <a:lnTo>
                  <a:pt x="6580632" y="4359601"/>
                </a:lnTo>
                <a:lnTo>
                  <a:pt x="1330114" y="4359601"/>
                </a:ln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46C25F0C-4B46-6732-022A-9722406CAE4B}"/>
              </a:ext>
            </a:extLst>
          </p:cNvPr>
          <p:cNvSpPr>
            <a:spLocks noGrp="1"/>
          </p:cNvSpPr>
          <p:nvPr>
            <p:ph type="pic" sz="quarter" idx="12"/>
          </p:nvPr>
        </p:nvSpPr>
        <p:spPr>
          <a:xfrm>
            <a:off x="5074523" y="4737335"/>
            <a:ext cx="3563167" cy="2387323"/>
          </a:xfrm>
          <a:custGeom>
            <a:avLst/>
            <a:gdLst>
              <a:gd name="connsiteX0" fmla="*/ 0 w 3563167"/>
              <a:gd name="connsiteY0" fmla="*/ 0 h 2387323"/>
              <a:gd name="connsiteX1" fmla="*/ 2850534 w 3563167"/>
              <a:gd name="connsiteY1" fmla="*/ 0 h 2387323"/>
              <a:gd name="connsiteX2" fmla="*/ 3563167 w 3563167"/>
              <a:gd name="connsiteY2" fmla="*/ 2387323 h 2387323"/>
              <a:gd name="connsiteX3" fmla="*/ 712634 w 3563167"/>
              <a:gd name="connsiteY3" fmla="*/ 2387323 h 2387323"/>
            </a:gdLst>
            <a:ahLst/>
            <a:cxnLst>
              <a:cxn ang="0">
                <a:pos x="connsiteX0" y="connsiteY0"/>
              </a:cxn>
              <a:cxn ang="0">
                <a:pos x="connsiteX1" y="connsiteY1"/>
              </a:cxn>
              <a:cxn ang="0">
                <a:pos x="connsiteX2" y="connsiteY2"/>
              </a:cxn>
              <a:cxn ang="0">
                <a:pos x="connsiteX3" y="connsiteY3"/>
              </a:cxn>
            </a:cxnLst>
            <a:rect l="l" t="t" r="r" b="b"/>
            <a:pathLst>
              <a:path w="3563167" h="2387323">
                <a:moveTo>
                  <a:pt x="0" y="0"/>
                </a:moveTo>
                <a:lnTo>
                  <a:pt x="2850534" y="0"/>
                </a:lnTo>
                <a:lnTo>
                  <a:pt x="3563167" y="2387323"/>
                </a:lnTo>
                <a:lnTo>
                  <a:pt x="712634" y="2387323"/>
                </a:lnTo>
                <a:close/>
              </a:path>
            </a:pathLst>
          </a:custGeom>
        </p:spPr>
        <p:txBody>
          <a:bodyPr wrap="square">
            <a:noAutofit/>
          </a:bodyPr>
          <a:lstStyle/>
          <a:p>
            <a:endParaRPr lang="en-IN"/>
          </a:p>
        </p:txBody>
      </p:sp>
      <p:sp>
        <p:nvSpPr>
          <p:cNvPr id="13" name="Picture Placeholder 12">
            <a:extLst>
              <a:ext uri="{FF2B5EF4-FFF2-40B4-BE49-F238E27FC236}">
                <a16:creationId xmlns:a16="http://schemas.microsoft.com/office/drawing/2014/main" id="{C65892CC-539F-A33E-85C5-66CC9FE28414}"/>
              </a:ext>
            </a:extLst>
          </p:cNvPr>
          <p:cNvSpPr>
            <a:spLocks noGrp="1"/>
          </p:cNvSpPr>
          <p:nvPr>
            <p:ph type="pic" sz="quarter" idx="11"/>
          </p:nvPr>
        </p:nvSpPr>
        <p:spPr>
          <a:xfrm>
            <a:off x="4315968" y="2230784"/>
            <a:ext cx="3563167" cy="2387323"/>
          </a:xfrm>
          <a:custGeom>
            <a:avLst/>
            <a:gdLst>
              <a:gd name="connsiteX0" fmla="*/ 0 w 3563167"/>
              <a:gd name="connsiteY0" fmla="*/ 0 h 2387323"/>
              <a:gd name="connsiteX1" fmla="*/ 2850534 w 3563167"/>
              <a:gd name="connsiteY1" fmla="*/ 0 h 2387323"/>
              <a:gd name="connsiteX2" fmla="*/ 3563167 w 3563167"/>
              <a:gd name="connsiteY2" fmla="*/ 2387323 h 2387323"/>
              <a:gd name="connsiteX3" fmla="*/ 712634 w 3563167"/>
              <a:gd name="connsiteY3" fmla="*/ 2387323 h 2387323"/>
            </a:gdLst>
            <a:ahLst/>
            <a:cxnLst>
              <a:cxn ang="0">
                <a:pos x="connsiteX0" y="connsiteY0"/>
              </a:cxn>
              <a:cxn ang="0">
                <a:pos x="connsiteX1" y="connsiteY1"/>
              </a:cxn>
              <a:cxn ang="0">
                <a:pos x="connsiteX2" y="connsiteY2"/>
              </a:cxn>
              <a:cxn ang="0">
                <a:pos x="connsiteX3" y="connsiteY3"/>
              </a:cxn>
            </a:cxnLst>
            <a:rect l="l" t="t" r="r" b="b"/>
            <a:pathLst>
              <a:path w="3563167" h="2387323">
                <a:moveTo>
                  <a:pt x="0" y="0"/>
                </a:moveTo>
                <a:lnTo>
                  <a:pt x="2850534" y="0"/>
                </a:lnTo>
                <a:lnTo>
                  <a:pt x="3563167" y="2387323"/>
                </a:lnTo>
                <a:lnTo>
                  <a:pt x="712634" y="2387323"/>
                </a:lnTo>
                <a:close/>
              </a:path>
            </a:pathLst>
          </a:custGeom>
        </p:spPr>
        <p:txBody>
          <a:bodyPr wrap="square">
            <a:noAutofit/>
          </a:bodyPr>
          <a:lstStyle/>
          <a:p>
            <a:endParaRPr lang="en-IN"/>
          </a:p>
        </p:txBody>
      </p:sp>
      <p:sp>
        <p:nvSpPr>
          <p:cNvPr id="10" name="Picture Placeholder 9">
            <a:extLst>
              <a:ext uri="{FF2B5EF4-FFF2-40B4-BE49-F238E27FC236}">
                <a16:creationId xmlns:a16="http://schemas.microsoft.com/office/drawing/2014/main" id="{C9020320-EC62-2932-BE7F-CE6EC6BE0DE5}"/>
              </a:ext>
            </a:extLst>
          </p:cNvPr>
          <p:cNvSpPr>
            <a:spLocks noGrp="1"/>
          </p:cNvSpPr>
          <p:nvPr>
            <p:ph type="pic" sz="quarter" idx="10"/>
          </p:nvPr>
        </p:nvSpPr>
        <p:spPr>
          <a:xfrm>
            <a:off x="3554312" y="-275766"/>
            <a:ext cx="3563167" cy="2387323"/>
          </a:xfrm>
          <a:custGeom>
            <a:avLst/>
            <a:gdLst>
              <a:gd name="connsiteX0" fmla="*/ 0 w 3563167"/>
              <a:gd name="connsiteY0" fmla="*/ 0 h 2387323"/>
              <a:gd name="connsiteX1" fmla="*/ 2850534 w 3563167"/>
              <a:gd name="connsiteY1" fmla="*/ 0 h 2387323"/>
              <a:gd name="connsiteX2" fmla="*/ 3563167 w 3563167"/>
              <a:gd name="connsiteY2" fmla="*/ 2387323 h 2387323"/>
              <a:gd name="connsiteX3" fmla="*/ 712634 w 3563167"/>
              <a:gd name="connsiteY3" fmla="*/ 2387323 h 2387323"/>
            </a:gdLst>
            <a:ahLst/>
            <a:cxnLst>
              <a:cxn ang="0">
                <a:pos x="connsiteX0" y="connsiteY0"/>
              </a:cxn>
              <a:cxn ang="0">
                <a:pos x="connsiteX1" y="connsiteY1"/>
              </a:cxn>
              <a:cxn ang="0">
                <a:pos x="connsiteX2" y="connsiteY2"/>
              </a:cxn>
              <a:cxn ang="0">
                <a:pos x="connsiteX3" y="connsiteY3"/>
              </a:cxn>
            </a:cxnLst>
            <a:rect l="l" t="t" r="r" b="b"/>
            <a:pathLst>
              <a:path w="3563167" h="2387323">
                <a:moveTo>
                  <a:pt x="0" y="0"/>
                </a:moveTo>
                <a:lnTo>
                  <a:pt x="2850534" y="0"/>
                </a:lnTo>
                <a:lnTo>
                  <a:pt x="3563167" y="2387323"/>
                </a:lnTo>
                <a:lnTo>
                  <a:pt x="712634" y="2387323"/>
                </a:lnTo>
                <a:close/>
              </a:path>
            </a:pathLst>
          </a:custGeom>
        </p:spPr>
        <p:txBody>
          <a:bodyPr wrap="square">
            <a:noAutofit/>
          </a:bodyPr>
          <a:lstStyle/>
          <a:p>
            <a:endParaRPr lang="en-IN"/>
          </a:p>
        </p:txBody>
      </p:sp>
      <p:pic>
        <p:nvPicPr>
          <p:cNvPr id="6" name="Imagen 5">
            <a:extLst>
              <a:ext uri="{FF2B5EF4-FFF2-40B4-BE49-F238E27FC236}">
                <a16:creationId xmlns:a16="http://schemas.microsoft.com/office/drawing/2014/main" id="{D260067F-6336-4F14-91F8-3E1DE14866D0}"/>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spTree>
    <p:extLst>
      <p:ext uri="{BB962C8B-B14F-4D97-AF65-F5344CB8AC3E}">
        <p14:creationId xmlns:p14="http://schemas.microsoft.com/office/powerpoint/2010/main" val="6795459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17F92E5-84FB-D75B-7101-9F5C42C62BDA}"/>
              </a:ext>
            </a:extLst>
          </p:cNvPr>
          <p:cNvSpPr>
            <a:spLocks noGrp="1"/>
          </p:cNvSpPr>
          <p:nvPr>
            <p:ph type="pic" sz="quarter" idx="12"/>
          </p:nvPr>
        </p:nvSpPr>
        <p:spPr>
          <a:xfrm>
            <a:off x="1178288" y="5180801"/>
            <a:ext cx="4347530" cy="2912846"/>
          </a:xfrm>
          <a:custGeom>
            <a:avLst/>
            <a:gdLst>
              <a:gd name="connsiteX0" fmla="*/ 0 w 4347530"/>
              <a:gd name="connsiteY0" fmla="*/ 0 h 2912846"/>
              <a:gd name="connsiteX1" fmla="*/ 3478024 w 4347530"/>
              <a:gd name="connsiteY1" fmla="*/ 0 h 2912846"/>
              <a:gd name="connsiteX2" fmla="*/ 4347530 w 4347530"/>
              <a:gd name="connsiteY2" fmla="*/ 2912846 h 2912846"/>
              <a:gd name="connsiteX3" fmla="*/ 869506 w 4347530"/>
              <a:gd name="connsiteY3" fmla="*/ 2912846 h 2912846"/>
            </a:gdLst>
            <a:ahLst/>
            <a:cxnLst>
              <a:cxn ang="0">
                <a:pos x="connsiteX0" y="connsiteY0"/>
              </a:cxn>
              <a:cxn ang="0">
                <a:pos x="connsiteX1" y="connsiteY1"/>
              </a:cxn>
              <a:cxn ang="0">
                <a:pos x="connsiteX2" y="connsiteY2"/>
              </a:cxn>
              <a:cxn ang="0">
                <a:pos x="connsiteX3" y="connsiteY3"/>
              </a:cxn>
            </a:cxnLst>
            <a:rect l="l" t="t" r="r" b="b"/>
            <a:pathLst>
              <a:path w="4347530" h="2912846">
                <a:moveTo>
                  <a:pt x="0" y="0"/>
                </a:moveTo>
                <a:lnTo>
                  <a:pt x="3478024" y="0"/>
                </a:lnTo>
                <a:lnTo>
                  <a:pt x="4347530" y="2912846"/>
                </a:lnTo>
                <a:lnTo>
                  <a:pt x="869506" y="2912846"/>
                </a:ln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FA36B847-2E0E-1850-D8CC-D1E9714B8903}"/>
              </a:ext>
            </a:extLst>
          </p:cNvPr>
          <p:cNvSpPr>
            <a:spLocks noGrp="1"/>
          </p:cNvSpPr>
          <p:nvPr>
            <p:ph type="pic" sz="quarter" idx="11"/>
          </p:nvPr>
        </p:nvSpPr>
        <p:spPr>
          <a:xfrm>
            <a:off x="252752" y="2122482"/>
            <a:ext cx="4347530" cy="2912846"/>
          </a:xfrm>
          <a:custGeom>
            <a:avLst/>
            <a:gdLst>
              <a:gd name="connsiteX0" fmla="*/ 0 w 4347530"/>
              <a:gd name="connsiteY0" fmla="*/ 0 h 2912846"/>
              <a:gd name="connsiteX1" fmla="*/ 3478024 w 4347530"/>
              <a:gd name="connsiteY1" fmla="*/ 0 h 2912846"/>
              <a:gd name="connsiteX2" fmla="*/ 4347530 w 4347530"/>
              <a:gd name="connsiteY2" fmla="*/ 2912846 h 2912846"/>
              <a:gd name="connsiteX3" fmla="*/ 869506 w 4347530"/>
              <a:gd name="connsiteY3" fmla="*/ 2912846 h 2912846"/>
            </a:gdLst>
            <a:ahLst/>
            <a:cxnLst>
              <a:cxn ang="0">
                <a:pos x="connsiteX0" y="connsiteY0"/>
              </a:cxn>
              <a:cxn ang="0">
                <a:pos x="connsiteX1" y="connsiteY1"/>
              </a:cxn>
              <a:cxn ang="0">
                <a:pos x="connsiteX2" y="connsiteY2"/>
              </a:cxn>
              <a:cxn ang="0">
                <a:pos x="connsiteX3" y="connsiteY3"/>
              </a:cxn>
            </a:cxnLst>
            <a:rect l="l" t="t" r="r" b="b"/>
            <a:pathLst>
              <a:path w="4347530" h="2912846">
                <a:moveTo>
                  <a:pt x="0" y="0"/>
                </a:moveTo>
                <a:lnTo>
                  <a:pt x="3478024" y="0"/>
                </a:lnTo>
                <a:lnTo>
                  <a:pt x="4347530" y="2912846"/>
                </a:lnTo>
                <a:lnTo>
                  <a:pt x="869506" y="2912846"/>
                </a:lnTo>
                <a:close/>
              </a:path>
            </a:pathLst>
          </a:custGeom>
        </p:spPr>
        <p:txBody>
          <a:bodyPr wrap="square">
            <a:noAutofit/>
          </a:bodyPr>
          <a:lstStyle/>
          <a:p>
            <a:endParaRPr lang="en-IN"/>
          </a:p>
        </p:txBody>
      </p:sp>
      <p:sp>
        <p:nvSpPr>
          <p:cNvPr id="11" name="Picture Placeholder 10">
            <a:extLst>
              <a:ext uri="{FF2B5EF4-FFF2-40B4-BE49-F238E27FC236}">
                <a16:creationId xmlns:a16="http://schemas.microsoft.com/office/drawing/2014/main" id="{0A232FFC-F706-58F7-48CF-913FEB454835}"/>
              </a:ext>
            </a:extLst>
          </p:cNvPr>
          <p:cNvSpPr>
            <a:spLocks noGrp="1"/>
          </p:cNvSpPr>
          <p:nvPr>
            <p:ph type="pic" sz="quarter" idx="10"/>
          </p:nvPr>
        </p:nvSpPr>
        <p:spPr>
          <a:xfrm>
            <a:off x="-676568" y="-935837"/>
            <a:ext cx="4347530" cy="2912846"/>
          </a:xfrm>
          <a:custGeom>
            <a:avLst/>
            <a:gdLst>
              <a:gd name="connsiteX0" fmla="*/ 0 w 4347530"/>
              <a:gd name="connsiteY0" fmla="*/ 0 h 2912846"/>
              <a:gd name="connsiteX1" fmla="*/ 3478024 w 4347530"/>
              <a:gd name="connsiteY1" fmla="*/ 0 h 2912846"/>
              <a:gd name="connsiteX2" fmla="*/ 4347530 w 4347530"/>
              <a:gd name="connsiteY2" fmla="*/ 2912846 h 2912846"/>
              <a:gd name="connsiteX3" fmla="*/ 869506 w 4347530"/>
              <a:gd name="connsiteY3" fmla="*/ 2912846 h 2912846"/>
            </a:gdLst>
            <a:ahLst/>
            <a:cxnLst>
              <a:cxn ang="0">
                <a:pos x="connsiteX0" y="connsiteY0"/>
              </a:cxn>
              <a:cxn ang="0">
                <a:pos x="connsiteX1" y="connsiteY1"/>
              </a:cxn>
              <a:cxn ang="0">
                <a:pos x="connsiteX2" y="connsiteY2"/>
              </a:cxn>
              <a:cxn ang="0">
                <a:pos x="connsiteX3" y="connsiteY3"/>
              </a:cxn>
            </a:cxnLst>
            <a:rect l="l" t="t" r="r" b="b"/>
            <a:pathLst>
              <a:path w="4347530" h="2912846">
                <a:moveTo>
                  <a:pt x="0" y="0"/>
                </a:moveTo>
                <a:lnTo>
                  <a:pt x="3478024" y="0"/>
                </a:lnTo>
                <a:lnTo>
                  <a:pt x="4347530" y="2912846"/>
                </a:lnTo>
                <a:lnTo>
                  <a:pt x="869506" y="2912846"/>
                </a:lnTo>
                <a:close/>
              </a:path>
            </a:pathLst>
          </a:custGeom>
        </p:spPr>
        <p:txBody>
          <a:bodyPr wrap="square">
            <a:noAutofit/>
          </a:bodyPr>
          <a:lstStyle/>
          <a:p>
            <a:endParaRPr lang="en-IN"/>
          </a:p>
        </p:txBody>
      </p:sp>
      <p:pic>
        <p:nvPicPr>
          <p:cNvPr id="5" name="Imagen 4">
            <a:extLst>
              <a:ext uri="{FF2B5EF4-FFF2-40B4-BE49-F238E27FC236}">
                <a16:creationId xmlns:a16="http://schemas.microsoft.com/office/drawing/2014/main" id="{F2DD9003-E256-430B-9143-A43F5A6427E8}"/>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spTree>
    <p:extLst>
      <p:ext uri="{BB962C8B-B14F-4D97-AF65-F5344CB8AC3E}">
        <p14:creationId xmlns:p14="http://schemas.microsoft.com/office/powerpoint/2010/main" val="37206157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7F3DD89B-76D5-547D-A077-0969F795B4AE}"/>
              </a:ext>
            </a:extLst>
          </p:cNvPr>
          <p:cNvSpPr>
            <a:spLocks noGrp="1"/>
          </p:cNvSpPr>
          <p:nvPr>
            <p:ph type="pic" sz="quarter" idx="12"/>
          </p:nvPr>
        </p:nvSpPr>
        <p:spPr>
          <a:xfrm>
            <a:off x="9855200" y="3429000"/>
            <a:ext cx="2881086" cy="1702830"/>
          </a:xfrm>
          <a:custGeom>
            <a:avLst/>
            <a:gdLst>
              <a:gd name="connsiteX0" fmla="*/ 425708 w 2881086"/>
              <a:gd name="connsiteY0" fmla="*/ 0 h 1702830"/>
              <a:gd name="connsiteX1" fmla="*/ 2881086 w 2881086"/>
              <a:gd name="connsiteY1" fmla="*/ 0 h 1702830"/>
              <a:gd name="connsiteX2" fmla="*/ 2455379 w 2881086"/>
              <a:gd name="connsiteY2" fmla="*/ 1702830 h 1702830"/>
              <a:gd name="connsiteX3" fmla="*/ 0 w 2881086"/>
              <a:gd name="connsiteY3" fmla="*/ 1702830 h 1702830"/>
            </a:gdLst>
            <a:ahLst/>
            <a:cxnLst>
              <a:cxn ang="0">
                <a:pos x="connsiteX0" y="connsiteY0"/>
              </a:cxn>
              <a:cxn ang="0">
                <a:pos x="connsiteX1" y="connsiteY1"/>
              </a:cxn>
              <a:cxn ang="0">
                <a:pos x="connsiteX2" y="connsiteY2"/>
              </a:cxn>
              <a:cxn ang="0">
                <a:pos x="connsiteX3" y="connsiteY3"/>
              </a:cxn>
            </a:cxnLst>
            <a:rect l="l" t="t" r="r" b="b"/>
            <a:pathLst>
              <a:path w="2881086" h="1702830">
                <a:moveTo>
                  <a:pt x="425708" y="0"/>
                </a:moveTo>
                <a:lnTo>
                  <a:pt x="2881086" y="0"/>
                </a:lnTo>
                <a:lnTo>
                  <a:pt x="2455379" y="1702830"/>
                </a:lnTo>
                <a:lnTo>
                  <a:pt x="0" y="1702830"/>
                </a:lnTo>
                <a:close/>
              </a:path>
            </a:pathLst>
          </a:custGeom>
        </p:spPr>
        <p:txBody>
          <a:bodyPr wrap="square">
            <a:noAutofit/>
          </a:bodyPr>
          <a:lstStyle/>
          <a:p>
            <a:endParaRPr lang="en-IN"/>
          </a:p>
        </p:txBody>
      </p:sp>
      <p:sp>
        <p:nvSpPr>
          <p:cNvPr id="20" name="Picture Placeholder 19">
            <a:extLst>
              <a:ext uri="{FF2B5EF4-FFF2-40B4-BE49-F238E27FC236}">
                <a16:creationId xmlns:a16="http://schemas.microsoft.com/office/drawing/2014/main" id="{161E6F31-7D7B-5636-7286-3BAD0BDBDBF8}"/>
              </a:ext>
            </a:extLst>
          </p:cNvPr>
          <p:cNvSpPr>
            <a:spLocks noGrp="1"/>
          </p:cNvSpPr>
          <p:nvPr>
            <p:ph type="pic" sz="quarter" idx="14"/>
          </p:nvPr>
        </p:nvSpPr>
        <p:spPr>
          <a:xfrm>
            <a:off x="7280728" y="3429000"/>
            <a:ext cx="2881086" cy="1702830"/>
          </a:xfrm>
          <a:custGeom>
            <a:avLst/>
            <a:gdLst>
              <a:gd name="connsiteX0" fmla="*/ 425708 w 2881086"/>
              <a:gd name="connsiteY0" fmla="*/ 0 h 1702830"/>
              <a:gd name="connsiteX1" fmla="*/ 2881086 w 2881086"/>
              <a:gd name="connsiteY1" fmla="*/ 0 h 1702830"/>
              <a:gd name="connsiteX2" fmla="*/ 2455379 w 2881086"/>
              <a:gd name="connsiteY2" fmla="*/ 1702830 h 1702830"/>
              <a:gd name="connsiteX3" fmla="*/ 0 w 2881086"/>
              <a:gd name="connsiteY3" fmla="*/ 1702830 h 1702830"/>
            </a:gdLst>
            <a:ahLst/>
            <a:cxnLst>
              <a:cxn ang="0">
                <a:pos x="connsiteX0" y="connsiteY0"/>
              </a:cxn>
              <a:cxn ang="0">
                <a:pos x="connsiteX1" y="connsiteY1"/>
              </a:cxn>
              <a:cxn ang="0">
                <a:pos x="connsiteX2" y="connsiteY2"/>
              </a:cxn>
              <a:cxn ang="0">
                <a:pos x="connsiteX3" y="connsiteY3"/>
              </a:cxn>
            </a:cxnLst>
            <a:rect l="l" t="t" r="r" b="b"/>
            <a:pathLst>
              <a:path w="2881086" h="1702830">
                <a:moveTo>
                  <a:pt x="425708" y="0"/>
                </a:moveTo>
                <a:lnTo>
                  <a:pt x="2881086" y="0"/>
                </a:lnTo>
                <a:lnTo>
                  <a:pt x="2455379" y="1702830"/>
                </a:lnTo>
                <a:lnTo>
                  <a:pt x="0" y="1702830"/>
                </a:lnTo>
                <a:close/>
              </a:path>
            </a:pathLst>
          </a:custGeom>
        </p:spPr>
        <p:txBody>
          <a:bodyPr wrap="square">
            <a:noAutofit/>
          </a:bodyPr>
          <a:lstStyle/>
          <a:p>
            <a:endParaRPr lang="en-IN"/>
          </a:p>
        </p:txBody>
      </p:sp>
      <p:sp>
        <p:nvSpPr>
          <p:cNvPr id="17" name="Picture Placeholder 16">
            <a:extLst>
              <a:ext uri="{FF2B5EF4-FFF2-40B4-BE49-F238E27FC236}">
                <a16:creationId xmlns:a16="http://schemas.microsoft.com/office/drawing/2014/main" id="{FCBE6FD5-E650-C9C7-02AA-849999286FC1}"/>
              </a:ext>
            </a:extLst>
          </p:cNvPr>
          <p:cNvSpPr>
            <a:spLocks noGrp="1"/>
          </p:cNvSpPr>
          <p:nvPr>
            <p:ph type="pic" sz="quarter" idx="13"/>
          </p:nvPr>
        </p:nvSpPr>
        <p:spPr>
          <a:xfrm>
            <a:off x="4706257" y="3429000"/>
            <a:ext cx="2881086" cy="1702830"/>
          </a:xfrm>
          <a:custGeom>
            <a:avLst/>
            <a:gdLst>
              <a:gd name="connsiteX0" fmla="*/ 425708 w 2881086"/>
              <a:gd name="connsiteY0" fmla="*/ 0 h 1702830"/>
              <a:gd name="connsiteX1" fmla="*/ 2881086 w 2881086"/>
              <a:gd name="connsiteY1" fmla="*/ 0 h 1702830"/>
              <a:gd name="connsiteX2" fmla="*/ 2455379 w 2881086"/>
              <a:gd name="connsiteY2" fmla="*/ 1702830 h 1702830"/>
              <a:gd name="connsiteX3" fmla="*/ 0 w 2881086"/>
              <a:gd name="connsiteY3" fmla="*/ 1702830 h 1702830"/>
            </a:gdLst>
            <a:ahLst/>
            <a:cxnLst>
              <a:cxn ang="0">
                <a:pos x="connsiteX0" y="connsiteY0"/>
              </a:cxn>
              <a:cxn ang="0">
                <a:pos x="connsiteX1" y="connsiteY1"/>
              </a:cxn>
              <a:cxn ang="0">
                <a:pos x="connsiteX2" y="connsiteY2"/>
              </a:cxn>
              <a:cxn ang="0">
                <a:pos x="connsiteX3" y="connsiteY3"/>
              </a:cxn>
            </a:cxnLst>
            <a:rect l="l" t="t" r="r" b="b"/>
            <a:pathLst>
              <a:path w="2881086" h="1702830">
                <a:moveTo>
                  <a:pt x="425708" y="0"/>
                </a:moveTo>
                <a:lnTo>
                  <a:pt x="2881086" y="0"/>
                </a:lnTo>
                <a:lnTo>
                  <a:pt x="2455379" y="1702830"/>
                </a:lnTo>
                <a:lnTo>
                  <a:pt x="0" y="1702830"/>
                </a:ln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D463F372-91D5-7E6F-2405-C3D4E5BFFB30}"/>
              </a:ext>
            </a:extLst>
          </p:cNvPr>
          <p:cNvSpPr>
            <a:spLocks noGrp="1"/>
          </p:cNvSpPr>
          <p:nvPr>
            <p:ph type="pic" sz="quarter" idx="11"/>
          </p:nvPr>
        </p:nvSpPr>
        <p:spPr>
          <a:xfrm>
            <a:off x="2131785" y="3429000"/>
            <a:ext cx="2881086" cy="1702830"/>
          </a:xfrm>
          <a:custGeom>
            <a:avLst/>
            <a:gdLst>
              <a:gd name="connsiteX0" fmla="*/ 425708 w 2881086"/>
              <a:gd name="connsiteY0" fmla="*/ 0 h 1702830"/>
              <a:gd name="connsiteX1" fmla="*/ 2881086 w 2881086"/>
              <a:gd name="connsiteY1" fmla="*/ 0 h 1702830"/>
              <a:gd name="connsiteX2" fmla="*/ 2455379 w 2881086"/>
              <a:gd name="connsiteY2" fmla="*/ 1702830 h 1702830"/>
              <a:gd name="connsiteX3" fmla="*/ 0 w 2881086"/>
              <a:gd name="connsiteY3" fmla="*/ 1702830 h 1702830"/>
            </a:gdLst>
            <a:ahLst/>
            <a:cxnLst>
              <a:cxn ang="0">
                <a:pos x="connsiteX0" y="connsiteY0"/>
              </a:cxn>
              <a:cxn ang="0">
                <a:pos x="connsiteX1" y="connsiteY1"/>
              </a:cxn>
              <a:cxn ang="0">
                <a:pos x="connsiteX2" y="connsiteY2"/>
              </a:cxn>
              <a:cxn ang="0">
                <a:pos x="connsiteX3" y="connsiteY3"/>
              </a:cxn>
            </a:cxnLst>
            <a:rect l="l" t="t" r="r" b="b"/>
            <a:pathLst>
              <a:path w="2881086" h="1702830">
                <a:moveTo>
                  <a:pt x="425708" y="0"/>
                </a:moveTo>
                <a:lnTo>
                  <a:pt x="2881086" y="0"/>
                </a:lnTo>
                <a:lnTo>
                  <a:pt x="2455379" y="1702830"/>
                </a:lnTo>
                <a:lnTo>
                  <a:pt x="0" y="1702830"/>
                </a:lnTo>
                <a:close/>
              </a:path>
            </a:pathLst>
          </a:custGeom>
        </p:spPr>
        <p:txBody>
          <a:bodyPr wrap="square">
            <a:noAutofit/>
          </a:bodyPr>
          <a:lstStyle/>
          <a:p>
            <a:endParaRPr lang="en-IN"/>
          </a:p>
        </p:txBody>
      </p:sp>
      <p:sp>
        <p:nvSpPr>
          <p:cNvPr id="13" name="Picture Placeholder 12">
            <a:extLst>
              <a:ext uri="{FF2B5EF4-FFF2-40B4-BE49-F238E27FC236}">
                <a16:creationId xmlns:a16="http://schemas.microsoft.com/office/drawing/2014/main" id="{4F56D9EA-6BA4-DD93-FD2C-E3A63EA89B1C}"/>
              </a:ext>
            </a:extLst>
          </p:cNvPr>
          <p:cNvSpPr>
            <a:spLocks noGrp="1"/>
          </p:cNvSpPr>
          <p:nvPr>
            <p:ph type="pic" sz="quarter" idx="10"/>
          </p:nvPr>
        </p:nvSpPr>
        <p:spPr>
          <a:xfrm>
            <a:off x="-442686" y="3443156"/>
            <a:ext cx="2881086" cy="1702830"/>
          </a:xfrm>
          <a:custGeom>
            <a:avLst/>
            <a:gdLst>
              <a:gd name="connsiteX0" fmla="*/ 425708 w 2881086"/>
              <a:gd name="connsiteY0" fmla="*/ 0 h 1702830"/>
              <a:gd name="connsiteX1" fmla="*/ 2881086 w 2881086"/>
              <a:gd name="connsiteY1" fmla="*/ 0 h 1702830"/>
              <a:gd name="connsiteX2" fmla="*/ 2455379 w 2881086"/>
              <a:gd name="connsiteY2" fmla="*/ 1702830 h 1702830"/>
              <a:gd name="connsiteX3" fmla="*/ 0 w 2881086"/>
              <a:gd name="connsiteY3" fmla="*/ 1702830 h 1702830"/>
            </a:gdLst>
            <a:ahLst/>
            <a:cxnLst>
              <a:cxn ang="0">
                <a:pos x="connsiteX0" y="connsiteY0"/>
              </a:cxn>
              <a:cxn ang="0">
                <a:pos x="connsiteX1" y="connsiteY1"/>
              </a:cxn>
              <a:cxn ang="0">
                <a:pos x="connsiteX2" y="connsiteY2"/>
              </a:cxn>
              <a:cxn ang="0">
                <a:pos x="connsiteX3" y="connsiteY3"/>
              </a:cxn>
            </a:cxnLst>
            <a:rect l="l" t="t" r="r" b="b"/>
            <a:pathLst>
              <a:path w="2881086" h="1702830">
                <a:moveTo>
                  <a:pt x="425708" y="0"/>
                </a:moveTo>
                <a:lnTo>
                  <a:pt x="2881086" y="0"/>
                </a:lnTo>
                <a:lnTo>
                  <a:pt x="2455379" y="1702830"/>
                </a:lnTo>
                <a:lnTo>
                  <a:pt x="0" y="1702830"/>
                </a:lnTo>
                <a:close/>
              </a:path>
            </a:pathLst>
          </a:custGeom>
        </p:spPr>
        <p:txBody>
          <a:bodyPr wrap="square">
            <a:noAutofit/>
          </a:bodyPr>
          <a:lstStyle/>
          <a:p>
            <a:endParaRPr lang="en-IN"/>
          </a:p>
        </p:txBody>
      </p:sp>
      <p:pic>
        <p:nvPicPr>
          <p:cNvPr id="7" name="Imagen 6">
            <a:extLst>
              <a:ext uri="{FF2B5EF4-FFF2-40B4-BE49-F238E27FC236}">
                <a16:creationId xmlns:a16="http://schemas.microsoft.com/office/drawing/2014/main" id="{6D39F2CA-D470-4E08-94BA-70A20AF58908}"/>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grpSp>
        <p:nvGrpSpPr>
          <p:cNvPr id="8" name="Group 5">
            <a:extLst>
              <a:ext uri="{FF2B5EF4-FFF2-40B4-BE49-F238E27FC236}">
                <a16:creationId xmlns:a16="http://schemas.microsoft.com/office/drawing/2014/main" id="{FE684597-DDD0-4558-A88E-DB84700B77E3}"/>
              </a:ext>
            </a:extLst>
          </p:cNvPr>
          <p:cNvGrpSpPr/>
          <p:nvPr userDrawn="1"/>
        </p:nvGrpSpPr>
        <p:grpSpPr>
          <a:xfrm>
            <a:off x="9984644" y="-3416157"/>
            <a:ext cx="4003007" cy="10361688"/>
            <a:chOff x="9984644" y="-3416157"/>
            <a:chExt cx="4003007" cy="10361688"/>
          </a:xfrm>
        </p:grpSpPr>
        <p:sp>
          <p:nvSpPr>
            <p:cNvPr id="9" name="Freeform: Shape 6">
              <a:extLst>
                <a:ext uri="{FF2B5EF4-FFF2-40B4-BE49-F238E27FC236}">
                  <a16:creationId xmlns:a16="http://schemas.microsoft.com/office/drawing/2014/main" id="{A1CBFDEF-9D6B-435B-8997-CC52FADC310A}"/>
                </a:ext>
              </a:extLst>
            </p:cNvPr>
            <p:cNvSpPr/>
            <p:nvPr/>
          </p:nvSpPr>
          <p:spPr>
            <a:xfrm>
              <a:off x="10009642" y="-34161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4">
              <a:extLst>
                <a:ext uri="{FF2B5EF4-FFF2-40B4-BE49-F238E27FC236}">
                  <a16:creationId xmlns:a16="http://schemas.microsoft.com/office/drawing/2014/main" id="{9A605B71-A869-4869-B849-8026B17594D8}"/>
                </a:ext>
              </a:extLst>
            </p:cNvPr>
            <p:cNvSpPr/>
            <p:nvPr/>
          </p:nvSpPr>
          <p:spPr>
            <a:xfrm>
              <a:off x="9984644" y="-21409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1" name="Freeform: Shape 2">
              <a:extLst>
                <a:ext uri="{FF2B5EF4-FFF2-40B4-BE49-F238E27FC236}">
                  <a16:creationId xmlns:a16="http://schemas.microsoft.com/office/drawing/2014/main" id="{3E2A4515-D8BA-4B15-A5BE-ECB3DEAA1E85}"/>
                </a:ext>
              </a:extLst>
            </p:cNvPr>
            <p:cNvSpPr/>
            <p:nvPr/>
          </p:nvSpPr>
          <p:spPr>
            <a:xfrm>
              <a:off x="10133677" y="-14946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15858779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8EC9203F-EAFA-1F34-5E84-B0763A567E33}"/>
              </a:ext>
            </a:extLst>
          </p:cNvPr>
          <p:cNvSpPr>
            <a:spLocks noGrp="1"/>
          </p:cNvSpPr>
          <p:nvPr>
            <p:ph type="pic" sz="quarter" idx="14"/>
          </p:nvPr>
        </p:nvSpPr>
        <p:spPr>
          <a:xfrm>
            <a:off x="6096000" y="1760832"/>
            <a:ext cx="3584575" cy="5097168"/>
          </a:xfrm>
          <a:custGeom>
            <a:avLst/>
            <a:gdLst>
              <a:gd name="connsiteX0" fmla="*/ 0 w 3584575"/>
              <a:gd name="connsiteY0" fmla="*/ 0 h 5097168"/>
              <a:gd name="connsiteX1" fmla="*/ 3584575 w 3584575"/>
              <a:gd name="connsiteY1" fmla="*/ 0 h 5097168"/>
              <a:gd name="connsiteX2" fmla="*/ 3584575 w 3584575"/>
              <a:gd name="connsiteY2" fmla="*/ 5097168 h 5097168"/>
              <a:gd name="connsiteX3" fmla="*/ 0 w 3584575"/>
              <a:gd name="connsiteY3" fmla="*/ 5097168 h 5097168"/>
            </a:gdLst>
            <a:ahLst/>
            <a:cxnLst>
              <a:cxn ang="0">
                <a:pos x="connsiteX0" y="connsiteY0"/>
              </a:cxn>
              <a:cxn ang="0">
                <a:pos x="connsiteX1" y="connsiteY1"/>
              </a:cxn>
              <a:cxn ang="0">
                <a:pos x="connsiteX2" y="connsiteY2"/>
              </a:cxn>
              <a:cxn ang="0">
                <a:pos x="connsiteX3" y="connsiteY3"/>
              </a:cxn>
            </a:cxnLst>
            <a:rect l="l" t="t" r="r" b="b"/>
            <a:pathLst>
              <a:path w="3584575" h="5097168">
                <a:moveTo>
                  <a:pt x="0" y="0"/>
                </a:moveTo>
                <a:lnTo>
                  <a:pt x="3584575" y="0"/>
                </a:lnTo>
                <a:lnTo>
                  <a:pt x="3584575" y="5097168"/>
                </a:lnTo>
                <a:lnTo>
                  <a:pt x="0" y="5097168"/>
                </a:lnTo>
                <a:close/>
              </a:path>
            </a:pathLst>
          </a:custGeom>
        </p:spPr>
        <p:txBody>
          <a:bodyPr wrap="square">
            <a:noAutofit/>
          </a:bodyPr>
          <a:lstStyle/>
          <a:p>
            <a:endParaRPr lang="en-IN"/>
          </a:p>
        </p:txBody>
      </p:sp>
      <p:sp>
        <p:nvSpPr>
          <p:cNvPr id="19" name="Picture Placeholder 18">
            <a:extLst>
              <a:ext uri="{FF2B5EF4-FFF2-40B4-BE49-F238E27FC236}">
                <a16:creationId xmlns:a16="http://schemas.microsoft.com/office/drawing/2014/main" id="{C5B01271-408E-B519-FF1B-D8426166EC1D}"/>
              </a:ext>
            </a:extLst>
          </p:cNvPr>
          <p:cNvSpPr>
            <a:spLocks noGrp="1"/>
          </p:cNvSpPr>
          <p:nvPr>
            <p:ph type="pic" sz="quarter" idx="13"/>
          </p:nvPr>
        </p:nvSpPr>
        <p:spPr>
          <a:xfrm>
            <a:off x="5497885" y="1871664"/>
            <a:ext cx="2430091" cy="5090375"/>
          </a:xfrm>
          <a:custGeom>
            <a:avLst/>
            <a:gdLst>
              <a:gd name="connsiteX0" fmla="*/ 0 w 2430091"/>
              <a:gd name="connsiteY0" fmla="*/ 0 h 5090375"/>
              <a:gd name="connsiteX1" fmla="*/ 2430091 w 2430091"/>
              <a:gd name="connsiteY1" fmla="*/ 0 h 5090375"/>
              <a:gd name="connsiteX2" fmla="*/ 2430091 w 2430091"/>
              <a:gd name="connsiteY2" fmla="*/ 5090375 h 5090375"/>
              <a:gd name="connsiteX3" fmla="*/ 0 w 2430091"/>
              <a:gd name="connsiteY3" fmla="*/ 5090375 h 5090375"/>
            </a:gdLst>
            <a:ahLst/>
            <a:cxnLst>
              <a:cxn ang="0">
                <a:pos x="connsiteX0" y="connsiteY0"/>
              </a:cxn>
              <a:cxn ang="0">
                <a:pos x="connsiteX1" y="connsiteY1"/>
              </a:cxn>
              <a:cxn ang="0">
                <a:pos x="connsiteX2" y="connsiteY2"/>
              </a:cxn>
              <a:cxn ang="0">
                <a:pos x="connsiteX3" y="connsiteY3"/>
              </a:cxn>
            </a:cxnLst>
            <a:rect l="l" t="t" r="r" b="b"/>
            <a:pathLst>
              <a:path w="2430091" h="5090375">
                <a:moveTo>
                  <a:pt x="0" y="0"/>
                </a:moveTo>
                <a:lnTo>
                  <a:pt x="2430091" y="0"/>
                </a:lnTo>
                <a:lnTo>
                  <a:pt x="2430091" y="5090375"/>
                </a:lnTo>
                <a:lnTo>
                  <a:pt x="0" y="5090375"/>
                </a:ln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8CDE677F-08A9-789A-644E-1769BA2000AF}"/>
              </a:ext>
            </a:extLst>
          </p:cNvPr>
          <p:cNvSpPr>
            <a:spLocks noGrp="1"/>
          </p:cNvSpPr>
          <p:nvPr>
            <p:ph type="pic" sz="quarter" idx="12"/>
          </p:nvPr>
        </p:nvSpPr>
        <p:spPr>
          <a:xfrm>
            <a:off x="3527438" y="1122749"/>
            <a:ext cx="3234560" cy="5750640"/>
          </a:xfrm>
          <a:custGeom>
            <a:avLst/>
            <a:gdLst>
              <a:gd name="connsiteX0" fmla="*/ 0 w 3234560"/>
              <a:gd name="connsiteY0" fmla="*/ 0 h 5750640"/>
              <a:gd name="connsiteX1" fmla="*/ 3234560 w 3234560"/>
              <a:gd name="connsiteY1" fmla="*/ 0 h 5750640"/>
              <a:gd name="connsiteX2" fmla="*/ 3234560 w 3234560"/>
              <a:gd name="connsiteY2" fmla="*/ 5750640 h 5750640"/>
              <a:gd name="connsiteX3" fmla="*/ 0 w 3234560"/>
              <a:gd name="connsiteY3" fmla="*/ 5750640 h 5750640"/>
            </a:gdLst>
            <a:ahLst/>
            <a:cxnLst>
              <a:cxn ang="0">
                <a:pos x="connsiteX0" y="connsiteY0"/>
              </a:cxn>
              <a:cxn ang="0">
                <a:pos x="connsiteX1" y="connsiteY1"/>
              </a:cxn>
              <a:cxn ang="0">
                <a:pos x="connsiteX2" y="connsiteY2"/>
              </a:cxn>
              <a:cxn ang="0">
                <a:pos x="connsiteX3" y="connsiteY3"/>
              </a:cxn>
            </a:cxnLst>
            <a:rect l="l" t="t" r="r" b="b"/>
            <a:pathLst>
              <a:path w="3234560" h="5750640">
                <a:moveTo>
                  <a:pt x="0" y="0"/>
                </a:moveTo>
                <a:lnTo>
                  <a:pt x="3234560" y="0"/>
                </a:lnTo>
                <a:lnTo>
                  <a:pt x="3234560" y="5750640"/>
                </a:lnTo>
                <a:lnTo>
                  <a:pt x="0" y="5750640"/>
                </a:lnTo>
                <a:close/>
              </a:path>
            </a:pathLst>
          </a:custGeom>
        </p:spPr>
        <p:txBody>
          <a:bodyPr wrap="square">
            <a:noAutofit/>
          </a:bodyPr>
          <a:lstStyle/>
          <a:p>
            <a:endParaRPr lang="en-IN"/>
          </a:p>
        </p:txBody>
      </p:sp>
      <p:sp>
        <p:nvSpPr>
          <p:cNvPr id="12" name="Picture Placeholder 11">
            <a:extLst>
              <a:ext uri="{FF2B5EF4-FFF2-40B4-BE49-F238E27FC236}">
                <a16:creationId xmlns:a16="http://schemas.microsoft.com/office/drawing/2014/main" id="{FE94F29D-E0E8-1E3C-3868-AABC1AB543B8}"/>
              </a:ext>
            </a:extLst>
          </p:cNvPr>
          <p:cNvSpPr>
            <a:spLocks noGrp="1"/>
          </p:cNvSpPr>
          <p:nvPr>
            <p:ph type="pic" sz="quarter" idx="11"/>
          </p:nvPr>
        </p:nvSpPr>
        <p:spPr>
          <a:xfrm>
            <a:off x="2360811" y="2147888"/>
            <a:ext cx="2791308" cy="4740890"/>
          </a:xfrm>
          <a:custGeom>
            <a:avLst/>
            <a:gdLst>
              <a:gd name="connsiteX0" fmla="*/ 0 w 2791308"/>
              <a:gd name="connsiteY0" fmla="*/ 0 h 4740890"/>
              <a:gd name="connsiteX1" fmla="*/ 2791308 w 2791308"/>
              <a:gd name="connsiteY1" fmla="*/ 0 h 4740890"/>
              <a:gd name="connsiteX2" fmla="*/ 2791308 w 2791308"/>
              <a:gd name="connsiteY2" fmla="*/ 4740890 h 4740890"/>
              <a:gd name="connsiteX3" fmla="*/ 0 w 2791308"/>
              <a:gd name="connsiteY3" fmla="*/ 4740890 h 4740890"/>
            </a:gdLst>
            <a:ahLst/>
            <a:cxnLst>
              <a:cxn ang="0">
                <a:pos x="connsiteX0" y="connsiteY0"/>
              </a:cxn>
              <a:cxn ang="0">
                <a:pos x="connsiteX1" y="connsiteY1"/>
              </a:cxn>
              <a:cxn ang="0">
                <a:pos x="connsiteX2" y="connsiteY2"/>
              </a:cxn>
              <a:cxn ang="0">
                <a:pos x="connsiteX3" y="connsiteY3"/>
              </a:cxn>
            </a:cxnLst>
            <a:rect l="l" t="t" r="r" b="b"/>
            <a:pathLst>
              <a:path w="2791308" h="4740890">
                <a:moveTo>
                  <a:pt x="0" y="0"/>
                </a:moveTo>
                <a:lnTo>
                  <a:pt x="2791308" y="0"/>
                </a:lnTo>
                <a:lnTo>
                  <a:pt x="2791308" y="4740890"/>
                </a:lnTo>
                <a:lnTo>
                  <a:pt x="0" y="4740890"/>
                </a:lnTo>
                <a:close/>
              </a:path>
            </a:pathLst>
          </a:custGeom>
        </p:spPr>
        <p:txBody>
          <a:bodyPr wrap="square">
            <a:noAutofit/>
          </a:bodyPr>
          <a:lstStyle/>
          <a:p>
            <a:endParaRPr lang="en-IN"/>
          </a:p>
        </p:txBody>
      </p:sp>
      <p:sp>
        <p:nvSpPr>
          <p:cNvPr id="9" name="Picture Placeholder 8">
            <a:extLst>
              <a:ext uri="{FF2B5EF4-FFF2-40B4-BE49-F238E27FC236}">
                <a16:creationId xmlns:a16="http://schemas.microsoft.com/office/drawing/2014/main" id="{23BB8A81-3D9D-6F47-DE9B-32DD4A2F96E8}"/>
              </a:ext>
            </a:extLst>
          </p:cNvPr>
          <p:cNvSpPr>
            <a:spLocks noGrp="1"/>
          </p:cNvSpPr>
          <p:nvPr>
            <p:ph type="pic" sz="quarter" idx="10"/>
          </p:nvPr>
        </p:nvSpPr>
        <p:spPr>
          <a:xfrm>
            <a:off x="-894444" y="3228974"/>
            <a:ext cx="6451600" cy="3629026"/>
          </a:xfrm>
          <a:custGeom>
            <a:avLst/>
            <a:gdLst>
              <a:gd name="connsiteX0" fmla="*/ 0 w 6451600"/>
              <a:gd name="connsiteY0" fmla="*/ 0 h 3629026"/>
              <a:gd name="connsiteX1" fmla="*/ 6451600 w 6451600"/>
              <a:gd name="connsiteY1" fmla="*/ 0 h 3629026"/>
              <a:gd name="connsiteX2" fmla="*/ 6451600 w 6451600"/>
              <a:gd name="connsiteY2" fmla="*/ 3629026 h 3629026"/>
              <a:gd name="connsiteX3" fmla="*/ 0 w 6451600"/>
              <a:gd name="connsiteY3" fmla="*/ 3629026 h 3629026"/>
            </a:gdLst>
            <a:ahLst/>
            <a:cxnLst>
              <a:cxn ang="0">
                <a:pos x="connsiteX0" y="connsiteY0"/>
              </a:cxn>
              <a:cxn ang="0">
                <a:pos x="connsiteX1" y="connsiteY1"/>
              </a:cxn>
              <a:cxn ang="0">
                <a:pos x="connsiteX2" y="connsiteY2"/>
              </a:cxn>
              <a:cxn ang="0">
                <a:pos x="connsiteX3" y="connsiteY3"/>
              </a:cxn>
            </a:cxnLst>
            <a:rect l="l" t="t" r="r" b="b"/>
            <a:pathLst>
              <a:path w="6451600" h="3629026">
                <a:moveTo>
                  <a:pt x="0" y="0"/>
                </a:moveTo>
                <a:lnTo>
                  <a:pt x="6451600" y="0"/>
                </a:lnTo>
                <a:lnTo>
                  <a:pt x="6451600" y="3629026"/>
                </a:lnTo>
                <a:lnTo>
                  <a:pt x="0" y="3629026"/>
                </a:lnTo>
                <a:close/>
              </a:path>
            </a:pathLst>
          </a:custGeom>
        </p:spPr>
        <p:txBody>
          <a:bodyPr wrap="square">
            <a:noAutofit/>
          </a:bodyPr>
          <a:lstStyle/>
          <a:p>
            <a:endParaRPr lang="en-IN"/>
          </a:p>
        </p:txBody>
      </p:sp>
      <p:pic>
        <p:nvPicPr>
          <p:cNvPr id="7" name="Imagen 6">
            <a:extLst>
              <a:ext uri="{FF2B5EF4-FFF2-40B4-BE49-F238E27FC236}">
                <a16:creationId xmlns:a16="http://schemas.microsoft.com/office/drawing/2014/main" id="{49C34398-2D00-4E93-9637-281F1F13285D}"/>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grpSp>
        <p:nvGrpSpPr>
          <p:cNvPr id="8" name="Group 5">
            <a:extLst>
              <a:ext uri="{FF2B5EF4-FFF2-40B4-BE49-F238E27FC236}">
                <a16:creationId xmlns:a16="http://schemas.microsoft.com/office/drawing/2014/main" id="{FFF720DF-AE40-4518-9AC2-754F85784660}"/>
              </a:ext>
            </a:extLst>
          </p:cNvPr>
          <p:cNvGrpSpPr/>
          <p:nvPr userDrawn="1"/>
        </p:nvGrpSpPr>
        <p:grpSpPr>
          <a:xfrm>
            <a:off x="9984644" y="-3416157"/>
            <a:ext cx="4003007" cy="10361688"/>
            <a:chOff x="9984644" y="-3416157"/>
            <a:chExt cx="4003007" cy="10361688"/>
          </a:xfrm>
        </p:grpSpPr>
        <p:sp>
          <p:nvSpPr>
            <p:cNvPr id="10" name="Freeform: Shape 6">
              <a:extLst>
                <a:ext uri="{FF2B5EF4-FFF2-40B4-BE49-F238E27FC236}">
                  <a16:creationId xmlns:a16="http://schemas.microsoft.com/office/drawing/2014/main" id="{9B468899-E03C-4C6E-BCFA-0E481A02A98D}"/>
                </a:ext>
              </a:extLst>
            </p:cNvPr>
            <p:cNvSpPr/>
            <p:nvPr/>
          </p:nvSpPr>
          <p:spPr>
            <a:xfrm>
              <a:off x="10009642" y="-34161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1" name="Freeform: Shape 4">
              <a:extLst>
                <a:ext uri="{FF2B5EF4-FFF2-40B4-BE49-F238E27FC236}">
                  <a16:creationId xmlns:a16="http://schemas.microsoft.com/office/drawing/2014/main" id="{A66F211F-06C2-428E-AA37-1B432D1DC8BA}"/>
                </a:ext>
              </a:extLst>
            </p:cNvPr>
            <p:cNvSpPr/>
            <p:nvPr/>
          </p:nvSpPr>
          <p:spPr>
            <a:xfrm>
              <a:off x="9984644" y="-21409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3" name="Freeform: Shape 2">
              <a:extLst>
                <a:ext uri="{FF2B5EF4-FFF2-40B4-BE49-F238E27FC236}">
                  <a16:creationId xmlns:a16="http://schemas.microsoft.com/office/drawing/2014/main" id="{DF83695D-BE9A-4B57-9840-6D7F4B69A4ED}"/>
                </a:ext>
              </a:extLst>
            </p:cNvPr>
            <p:cNvSpPr/>
            <p:nvPr/>
          </p:nvSpPr>
          <p:spPr>
            <a:xfrm>
              <a:off x="10133677" y="-14946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14645601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7499857-BD60-9714-828C-85093E41A324}"/>
              </a:ext>
            </a:extLst>
          </p:cNvPr>
          <p:cNvSpPr>
            <a:spLocks noGrp="1"/>
          </p:cNvSpPr>
          <p:nvPr>
            <p:ph type="pic" sz="quarter" idx="10"/>
          </p:nvPr>
        </p:nvSpPr>
        <p:spPr>
          <a:xfrm>
            <a:off x="2272392" y="3308168"/>
            <a:ext cx="3430816" cy="2011278"/>
          </a:xfrm>
          <a:custGeom>
            <a:avLst/>
            <a:gdLst>
              <a:gd name="connsiteX0" fmla="*/ 502820 w 3430816"/>
              <a:gd name="connsiteY0" fmla="*/ 0 h 2011278"/>
              <a:gd name="connsiteX1" fmla="*/ 3430816 w 3430816"/>
              <a:gd name="connsiteY1" fmla="*/ 0 h 2011278"/>
              <a:gd name="connsiteX2" fmla="*/ 2927997 w 3430816"/>
              <a:gd name="connsiteY2" fmla="*/ 2011278 h 2011278"/>
              <a:gd name="connsiteX3" fmla="*/ 0 w 3430816"/>
              <a:gd name="connsiteY3" fmla="*/ 2011278 h 2011278"/>
            </a:gdLst>
            <a:ahLst/>
            <a:cxnLst>
              <a:cxn ang="0">
                <a:pos x="connsiteX0" y="connsiteY0"/>
              </a:cxn>
              <a:cxn ang="0">
                <a:pos x="connsiteX1" y="connsiteY1"/>
              </a:cxn>
              <a:cxn ang="0">
                <a:pos x="connsiteX2" y="connsiteY2"/>
              </a:cxn>
              <a:cxn ang="0">
                <a:pos x="connsiteX3" y="connsiteY3"/>
              </a:cxn>
            </a:cxnLst>
            <a:rect l="l" t="t" r="r" b="b"/>
            <a:pathLst>
              <a:path w="3430816" h="2011278">
                <a:moveTo>
                  <a:pt x="502820" y="0"/>
                </a:moveTo>
                <a:lnTo>
                  <a:pt x="3430816" y="0"/>
                </a:lnTo>
                <a:lnTo>
                  <a:pt x="2927997" y="2011278"/>
                </a:lnTo>
                <a:lnTo>
                  <a:pt x="0" y="2011278"/>
                </a:lnTo>
                <a:close/>
              </a:path>
            </a:pathLst>
          </a:custGeom>
        </p:spPr>
        <p:txBody>
          <a:bodyPr wrap="square">
            <a:noAutofit/>
          </a:bodyPr>
          <a:lstStyle/>
          <a:p>
            <a:endParaRPr lang="en-IN"/>
          </a:p>
        </p:txBody>
      </p:sp>
      <p:sp>
        <p:nvSpPr>
          <p:cNvPr id="7" name="Picture Placeholder 6">
            <a:extLst>
              <a:ext uri="{FF2B5EF4-FFF2-40B4-BE49-F238E27FC236}">
                <a16:creationId xmlns:a16="http://schemas.microsoft.com/office/drawing/2014/main" id="{63458FD1-B76F-B6D0-8C93-8F3FEBDA9C22}"/>
              </a:ext>
            </a:extLst>
          </p:cNvPr>
          <p:cNvSpPr>
            <a:spLocks noGrp="1"/>
          </p:cNvSpPr>
          <p:nvPr>
            <p:ph type="pic" sz="quarter" idx="11"/>
          </p:nvPr>
        </p:nvSpPr>
        <p:spPr>
          <a:xfrm>
            <a:off x="6231619" y="3308168"/>
            <a:ext cx="3430816" cy="2011278"/>
          </a:xfrm>
          <a:custGeom>
            <a:avLst/>
            <a:gdLst>
              <a:gd name="connsiteX0" fmla="*/ 502820 w 3430816"/>
              <a:gd name="connsiteY0" fmla="*/ 0 h 2011278"/>
              <a:gd name="connsiteX1" fmla="*/ 3430816 w 3430816"/>
              <a:gd name="connsiteY1" fmla="*/ 0 h 2011278"/>
              <a:gd name="connsiteX2" fmla="*/ 2927997 w 3430816"/>
              <a:gd name="connsiteY2" fmla="*/ 2011278 h 2011278"/>
              <a:gd name="connsiteX3" fmla="*/ 0 w 3430816"/>
              <a:gd name="connsiteY3" fmla="*/ 2011278 h 2011278"/>
            </a:gdLst>
            <a:ahLst/>
            <a:cxnLst>
              <a:cxn ang="0">
                <a:pos x="connsiteX0" y="connsiteY0"/>
              </a:cxn>
              <a:cxn ang="0">
                <a:pos x="connsiteX1" y="connsiteY1"/>
              </a:cxn>
              <a:cxn ang="0">
                <a:pos x="connsiteX2" y="connsiteY2"/>
              </a:cxn>
              <a:cxn ang="0">
                <a:pos x="connsiteX3" y="connsiteY3"/>
              </a:cxn>
            </a:cxnLst>
            <a:rect l="l" t="t" r="r" b="b"/>
            <a:pathLst>
              <a:path w="3430816" h="2011278">
                <a:moveTo>
                  <a:pt x="502820" y="0"/>
                </a:moveTo>
                <a:lnTo>
                  <a:pt x="3430816" y="0"/>
                </a:lnTo>
                <a:lnTo>
                  <a:pt x="2927997" y="2011278"/>
                </a:lnTo>
                <a:lnTo>
                  <a:pt x="0" y="2011278"/>
                </a:lnTo>
                <a:close/>
              </a:path>
            </a:pathLst>
          </a:custGeom>
        </p:spPr>
        <p:txBody>
          <a:bodyPr wrap="square">
            <a:noAutofit/>
          </a:bodyPr>
          <a:lstStyle/>
          <a:p>
            <a:endParaRPr lang="en-IN"/>
          </a:p>
        </p:txBody>
      </p:sp>
      <p:pic>
        <p:nvPicPr>
          <p:cNvPr id="4" name="Imagen 3">
            <a:extLst>
              <a:ext uri="{FF2B5EF4-FFF2-40B4-BE49-F238E27FC236}">
                <a16:creationId xmlns:a16="http://schemas.microsoft.com/office/drawing/2014/main" id="{DF870138-4B1B-4F5E-AB91-E5ECB827C844}"/>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spTree>
    <p:extLst>
      <p:ext uri="{BB962C8B-B14F-4D97-AF65-F5344CB8AC3E}">
        <p14:creationId xmlns:p14="http://schemas.microsoft.com/office/powerpoint/2010/main" val="29155539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8F1229B-9AD3-E757-6406-F6A579BFCCE8}"/>
              </a:ext>
            </a:extLst>
          </p:cNvPr>
          <p:cNvSpPr>
            <a:spLocks noGrp="1"/>
          </p:cNvSpPr>
          <p:nvPr>
            <p:ph type="pic" sz="quarter" idx="12"/>
          </p:nvPr>
        </p:nvSpPr>
        <p:spPr>
          <a:xfrm>
            <a:off x="7864927" y="2752573"/>
            <a:ext cx="3430816" cy="2011278"/>
          </a:xfrm>
          <a:custGeom>
            <a:avLst/>
            <a:gdLst>
              <a:gd name="connsiteX0" fmla="*/ 502820 w 3430816"/>
              <a:gd name="connsiteY0" fmla="*/ 0 h 2011278"/>
              <a:gd name="connsiteX1" fmla="*/ 3430816 w 3430816"/>
              <a:gd name="connsiteY1" fmla="*/ 0 h 2011278"/>
              <a:gd name="connsiteX2" fmla="*/ 2927997 w 3430816"/>
              <a:gd name="connsiteY2" fmla="*/ 2011278 h 2011278"/>
              <a:gd name="connsiteX3" fmla="*/ 0 w 3430816"/>
              <a:gd name="connsiteY3" fmla="*/ 2011278 h 2011278"/>
            </a:gdLst>
            <a:ahLst/>
            <a:cxnLst>
              <a:cxn ang="0">
                <a:pos x="connsiteX0" y="connsiteY0"/>
              </a:cxn>
              <a:cxn ang="0">
                <a:pos x="connsiteX1" y="connsiteY1"/>
              </a:cxn>
              <a:cxn ang="0">
                <a:pos x="connsiteX2" y="connsiteY2"/>
              </a:cxn>
              <a:cxn ang="0">
                <a:pos x="connsiteX3" y="connsiteY3"/>
              </a:cxn>
            </a:cxnLst>
            <a:rect l="l" t="t" r="r" b="b"/>
            <a:pathLst>
              <a:path w="3430816" h="2011278">
                <a:moveTo>
                  <a:pt x="502820" y="0"/>
                </a:moveTo>
                <a:lnTo>
                  <a:pt x="3430816" y="0"/>
                </a:lnTo>
                <a:lnTo>
                  <a:pt x="2927997" y="2011278"/>
                </a:lnTo>
                <a:lnTo>
                  <a:pt x="0" y="2011278"/>
                </a:lnTo>
                <a:close/>
              </a:path>
            </a:pathLst>
          </a:custGeom>
        </p:spPr>
        <p:txBody>
          <a:bodyPr wrap="square">
            <a:noAutofit/>
          </a:bodyPr>
          <a:lstStyle/>
          <a:p>
            <a:endParaRPr lang="en-IN"/>
          </a:p>
        </p:txBody>
      </p:sp>
      <p:sp>
        <p:nvSpPr>
          <p:cNvPr id="12" name="Picture Placeholder 11">
            <a:extLst>
              <a:ext uri="{FF2B5EF4-FFF2-40B4-BE49-F238E27FC236}">
                <a16:creationId xmlns:a16="http://schemas.microsoft.com/office/drawing/2014/main" id="{C7FFF9DF-9503-84DE-170B-6EB86445F33E}"/>
              </a:ext>
            </a:extLst>
          </p:cNvPr>
          <p:cNvSpPr>
            <a:spLocks noGrp="1"/>
          </p:cNvSpPr>
          <p:nvPr>
            <p:ph type="pic" sz="quarter" idx="11"/>
          </p:nvPr>
        </p:nvSpPr>
        <p:spPr>
          <a:xfrm>
            <a:off x="4353833" y="2752573"/>
            <a:ext cx="3430816" cy="2011278"/>
          </a:xfrm>
          <a:custGeom>
            <a:avLst/>
            <a:gdLst>
              <a:gd name="connsiteX0" fmla="*/ 502820 w 3430816"/>
              <a:gd name="connsiteY0" fmla="*/ 0 h 2011278"/>
              <a:gd name="connsiteX1" fmla="*/ 3430816 w 3430816"/>
              <a:gd name="connsiteY1" fmla="*/ 0 h 2011278"/>
              <a:gd name="connsiteX2" fmla="*/ 2927997 w 3430816"/>
              <a:gd name="connsiteY2" fmla="*/ 2011278 h 2011278"/>
              <a:gd name="connsiteX3" fmla="*/ 0 w 3430816"/>
              <a:gd name="connsiteY3" fmla="*/ 2011278 h 2011278"/>
            </a:gdLst>
            <a:ahLst/>
            <a:cxnLst>
              <a:cxn ang="0">
                <a:pos x="connsiteX0" y="connsiteY0"/>
              </a:cxn>
              <a:cxn ang="0">
                <a:pos x="connsiteX1" y="connsiteY1"/>
              </a:cxn>
              <a:cxn ang="0">
                <a:pos x="connsiteX2" y="connsiteY2"/>
              </a:cxn>
              <a:cxn ang="0">
                <a:pos x="connsiteX3" y="connsiteY3"/>
              </a:cxn>
            </a:cxnLst>
            <a:rect l="l" t="t" r="r" b="b"/>
            <a:pathLst>
              <a:path w="3430816" h="2011278">
                <a:moveTo>
                  <a:pt x="502820" y="0"/>
                </a:moveTo>
                <a:lnTo>
                  <a:pt x="3430816" y="0"/>
                </a:lnTo>
                <a:lnTo>
                  <a:pt x="2927997" y="2011278"/>
                </a:lnTo>
                <a:lnTo>
                  <a:pt x="0" y="2011278"/>
                </a:lnTo>
                <a:close/>
              </a:path>
            </a:pathLst>
          </a:custGeom>
        </p:spPr>
        <p:txBody>
          <a:bodyPr wrap="square">
            <a:noAutofit/>
          </a:bodyPr>
          <a:lstStyle/>
          <a:p>
            <a:endParaRPr lang="en-IN"/>
          </a:p>
        </p:txBody>
      </p:sp>
      <p:sp>
        <p:nvSpPr>
          <p:cNvPr id="10" name="Picture Placeholder 9">
            <a:extLst>
              <a:ext uri="{FF2B5EF4-FFF2-40B4-BE49-F238E27FC236}">
                <a16:creationId xmlns:a16="http://schemas.microsoft.com/office/drawing/2014/main" id="{B8DFF148-F78C-2B46-1E78-33C554BED0D0}"/>
              </a:ext>
            </a:extLst>
          </p:cNvPr>
          <p:cNvSpPr>
            <a:spLocks noGrp="1"/>
          </p:cNvSpPr>
          <p:nvPr>
            <p:ph type="pic" sz="quarter" idx="10"/>
          </p:nvPr>
        </p:nvSpPr>
        <p:spPr>
          <a:xfrm>
            <a:off x="842740" y="2752573"/>
            <a:ext cx="3430816" cy="2011278"/>
          </a:xfrm>
          <a:custGeom>
            <a:avLst/>
            <a:gdLst>
              <a:gd name="connsiteX0" fmla="*/ 502820 w 3430816"/>
              <a:gd name="connsiteY0" fmla="*/ 0 h 2011278"/>
              <a:gd name="connsiteX1" fmla="*/ 3430816 w 3430816"/>
              <a:gd name="connsiteY1" fmla="*/ 0 h 2011278"/>
              <a:gd name="connsiteX2" fmla="*/ 2927997 w 3430816"/>
              <a:gd name="connsiteY2" fmla="*/ 2011278 h 2011278"/>
              <a:gd name="connsiteX3" fmla="*/ 0 w 3430816"/>
              <a:gd name="connsiteY3" fmla="*/ 2011278 h 2011278"/>
            </a:gdLst>
            <a:ahLst/>
            <a:cxnLst>
              <a:cxn ang="0">
                <a:pos x="connsiteX0" y="connsiteY0"/>
              </a:cxn>
              <a:cxn ang="0">
                <a:pos x="connsiteX1" y="connsiteY1"/>
              </a:cxn>
              <a:cxn ang="0">
                <a:pos x="connsiteX2" y="connsiteY2"/>
              </a:cxn>
              <a:cxn ang="0">
                <a:pos x="connsiteX3" y="connsiteY3"/>
              </a:cxn>
            </a:cxnLst>
            <a:rect l="l" t="t" r="r" b="b"/>
            <a:pathLst>
              <a:path w="3430816" h="2011278">
                <a:moveTo>
                  <a:pt x="502820" y="0"/>
                </a:moveTo>
                <a:lnTo>
                  <a:pt x="3430816" y="0"/>
                </a:lnTo>
                <a:lnTo>
                  <a:pt x="2927997" y="2011278"/>
                </a:lnTo>
                <a:lnTo>
                  <a:pt x="0" y="2011278"/>
                </a:lnTo>
                <a:close/>
              </a:path>
            </a:pathLst>
          </a:custGeom>
        </p:spPr>
        <p:txBody>
          <a:bodyPr wrap="square">
            <a:noAutofit/>
          </a:bodyPr>
          <a:lstStyle/>
          <a:p>
            <a:endParaRPr lang="en-IN"/>
          </a:p>
        </p:txBody>
      </p:sp>
      <p:pic>
        <p:nvPicPr>
          <p:cNvPr id="5" name="Imagen 4">
            <a:extLst>
              <a:ext uri="{FF2B5EF4-FFF2-40B4-BE49-F238E27FC236}">
                <a16:creationId xmlns:a16="http://schemas.microsoft.com/office/drawing/2014/main" id="{FA418F31-B130-403B-AF51-D79674B33F1A}"/>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spTree>
    <p:extLst>
      <p:ext uri="{BB962C8B-B14F-4D97-AF65-F5344CB8AC3E}">
        <p14:creationId xmlns:p14="http://schemas.microsoft.com/office/powerpoint/2010/main" val="30453421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5" name="Picture Placeholder 164">
            <a:extLst>
              <a:ext uri="{FF2B5EF4-FFF2-40B4-BE49-F238E27FC236}">
                <a16:creationId xmlns:a16="http://schemas.microsoft.com/office/drawing/2014/main" id="{EF7F23A6-B826-1C12-07C9-5EB58D7B633D}"/>
              </a:ext>
            </a:extLst>
          </p:cNvPr>
          <p:cNvSpPr>
            <a:spLocks noGrp="1"/>
          </p:cNvSpPr>
          <p:nvPr>
            <p:ph type="pic" sz="quarter" idx="46"/>
          </p:nvPr>
        </p:nvSpPr>
        <p:spPr>
          <a:xfrm>
            <a:off x="3830752" y="4570488"/>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64" name="Picture Placeholder 163">
            <a:extLst>
              <a:ext uri="{FF2B5EF4-FFF2-40B4-BE49-F238E27FC236}">
                <a16:creationId xmlns:a16="http://schemas.microsoft.com/office/drawing/2014/main" id="{BBCFADFE-E4CD-4534-3CEE-B4B5BC7D5736}"/>
              </a:ext>
            </a:extLst>
          </p:cNvPr>
          <p:cNvSpPr>
            <a:spLocks noGrp="1"/>
          </p:cNvSpPr>
          <p:nvPr>
            <p:ph type="pic" sz="quarter" idx="47"/>
          </p:nvPr>
        </p:nvSpPr>
        <p:spPr>
          <a:xfrm>
            <a:off x="5006409" y="4570488"/>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63" name="Picture Placeholder 162">
            <a:extLst>
              <a:ext uri="{FF2B5EF4-FFF2-40B4-BE49-F238E27FC236}">
                <a16:creationId xmlns:a16="http://schemas.microsoft.com/office/drawing/2014/main" id="{F3D4C31D-3513-214D-B9BC-7ECF6BD9AC32}"/>
              </a:ext>
            </a:extLst>
          </p:cNvPr>
          <p:cNvSpPr>
            <a:spLocks noGrp="1"/>
          </p:cNvSpPr>
          <p:nvPr>
            <p:ph type="pic" sz="quarter" idx="48"/>
          </p:nvPr>
        </p:nvSpPr>
        <p:spPr>
          <a:xfrm>
            <a:off x="6182066" y="4570488"/>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62" name="Picture Placeholder 161">
            <a:extLst>
              <a:ext uri="{FF2B5EF4-FFF2-40B4-BE49-F238E27FC236}">
                <a16:creationId xmlns:a16="http://schemas.microsoft.com/office/drawing/2014/main" id="{CBAB5052-479C-6153-633F-02C45A1DA2B3}"/>
              </a:ext>
            </a:extLst>
          </p:cNvPr>
          <p:cNvSpPr>
            <a:spLocks noGrp="1"/>
          </p:cNvSpPr>
          <p:nvPr>
            <p:ph type="pic" sz="quarter" idx="49"/>
          </p:nvPr>
        </p:nvSpPr>
        <p:spPr>
          <a:xfrm>
            <a:off x="7357723" y="4570488"/>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61" name="Picture Placeholder 160">
            <a:extLst>
              <a:ext uri="{FF2B5EF4-FFF2-40B4-BE49-F238E27FC236}">
                <a16:creationId xmlns:a16="http://schemas.microsoft.com/office/drawing/2014/main" id="{89FDD74D-FEAF-077D-7149-089CE0944B48}"/>
              </a:ext>
            </a:extLst>
          </p:cNvPr>
          <p:cNvSpPr>
            <a:spLocks noGrp="1"/>
          </p:cNvSpPr>
          <p:nvPr>
            <p:ph type="pic" sz="quarter" idx="50"/>
          </p:nvPr>
        </p:nvSpPr>
        <p:spPr>
          <a:xfrm>
            <a:off x="8533380" y="4570488"/>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60" name="Picture Placeholder 159">
            <a:extLst>
              <a:ext uri="{FF2B5EF4-FFF2-40B4-BE49-F238E27FC236}">
                <a16:creationId xmlns:a16="http://schemas.microsoft.com/office/drawing/2014/main" id="{D2887D65-86FD-3CCD-2A98-B909750EFB08}"/>
              </a:ext>
            </a:extLst>
          </p:cNvPr>
          <p:cNvSpPr>
            <a:spLocks noGrp="1"/>
          </p:cNvSpPr>
          <p:nvPr>
            <p:ph type="pic" sz="quarter" idx="51"/>
          </p:nvPr>
        </p:nvSpPr>
        <p:spPr>
          <a:xfrm>
            <a:off x="9709037" y="4570488"/>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59" name="Picture Placeholder 158">
            <a:extLst>
              <a:ext uri="{FF2B5EF4-FFF2-40B4-BE49-F238E27FC236}">
                <a16:creationId xmlns:a16="http://schemas.microsoft.com/office/drawing/2014/main" id="{3EB64247-C2BF-B042-C49D-8EAC44092218}"/>
              </a:ext>
            </a:extLst>
          </p:cNvPr>
          <p:cNvSpPr>
            <a:spLocks noGrp="1"/>
          </p:cNvSpPr>
          <p:nvPr>
            <p:ph type="pic" sz="quarter" idx="52"/>
          </p:nvPr>
        </p:nvSpPr>
        <p:spPr>
          <a:xfrm>
            <a:off x="9709037" y="5320984"/>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58" name="Picture Placeholder 157">
            <a:extLst>
              <a:ext uri="{FF2B5EF4-FFF2-40B4-BE49-F238E27FC236}">
                <a16:creationId xmlns:a16="http://schemas.microsoft.com/office/drawing/2014/main" id="{AA0ACAAB-D79D-89CD-4187-0058323875C2}"/>
              </a:ext>
            </a:extLst>
          </p:cNvPr>
          <p:cNvSpPr>
            <a:spLocks noGrp="1"/>
          </p:cNvSpPr>
          <p:nvPr>
            <p:ph type="pic" sz="quarter" idx="53"/>
          </p:nvPr>
        </p:nvSpPr>
        <p:spPr>
          <a:xfrm>
            <a:off x="8533380" y="5320984"/>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57" name="Picture Placeholder 156">
            <a:extLst>
              <a:ext uri="{FF2B5EF4-FFF2-40B4-BE49-F238E27FC236}">
                <a16:creationId xmlns:a16="http://schemas.microsoft.com/office/drawing/2014/main" id="{9646DE80-091D-AB1B-023B-65696FCABA05}"/>
              </a:ext>
            </a:extLst>
          </p:cNvPr>
          <p:cNvSpPr>
            <a:spLocks noGrp="1"/>
          </p:cNvSpPr>
          <p:nvPr>
            <p:ph type="pic" sz="quarter" idx="54"/>
          </p:nvPr>
        </p:nvSpPr>
        <p:spPr>
          <a:xfrm>
            <a:off x="7357723" y="5320984"/>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56" name="Picture Placeholder 155">
            <a:extLst>
              <a:ext uri="{FF2B5EF4-FFF2-40B4-BE49-F238E27FC236}">
                <a16:creationId xmlns:a16="http://schemas.microsoft.com/office/drawing/2014/main" id="{F4B7D226-B9C4-9377-B4DB-373AA4C13ED5}"/>
              </a:ext>
            </a:extLst>
          </p:cNvPr>
          <p:cNvSpPr>
            <a:spLocks noGrp="1"/>
          </p:cNvSpPr>
          <p:nvPr>
            <p:ph type="pic" sz="quarter" idx="55"/>
          </p:nvPr>
        </p:nvSpPr>
        <p:spPr>
          <a:xfrm>
            <a:off x="6182066" y="5320984"/>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55" name="Picture Placeholder 154">
            <a:extLst>
              <a:ext uri="{FF2B5EF4-FFF2-40B4-BE49-F238E27FC236}">
                <a16:creationId xmlns:a16="http://schemas.microsoft.com/office/drawing/2014/main" id="{F1CA36DC-CA2B-AB68-8E21-7DFEDD0AC43B}"/>
              </a:ext>
            </a:extLst>
          </p:cNvPr>
          <p:cNvSpPr>
            <a:spLocks noGrp="1"/>
          </p:cNvSpPr>
          <p:nvPr>
            <p:ph type="pic" sz="quarter" idx="56"/>
          </p:nvPr>
        </p:nvSpPr>
        <p:spPr>
          <a:xfrm>
            <a:off x="5006409" y="5320984"/>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54" name="Picture Placeholder 153">
            <a:extLst>
              <a:ext uri="{FF2B5EF4-FFF2-40B4-BE49-F238E27FC236}">
                <a16:creationId xmlns:a16="http://schemas.microsoft.com/office/drawing/2014/main" id="{E944CCB1-DDCF-D063-C0B2-280484DB2980}"/>
              </a:ext>
            </a:extLst>
          </p:cNvPr>
          <p:cNvSpPr>
            <a:spLocks noGrp="1"/>
          </p:cNvSpPr>
          <p:nvPr>
            <p:ph type="pic" sz="quarter" idx="57"/>
          </p:nvPr>
        </p:nvSpPr>
        <p:spPr>
          <a:xfrm>
            <a:off x="3830752" y="5320984"/>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41" name="Picture Placeholder 140">
            <a:extLst>
              <a:ext uri="{FF2B5EF4-FFF2-40B4-BE49-F238E27FC236}">
                <a16:creationId xmlns:a16="http://schemas.microsoft.com/office/drawing/2014/main" id="{C6CE7BA5-66D3-C321-60CF-74768AC0FADD}"/>
              </a:ext>
            </a:extLst>
          </p:cNvPr>
          <p:cNvSpPr>
            <a:spLocks noGrp="1"/>
          </p:cNvSpPr>
          <p:nvPr>
            <p:ph type="pic" sz="quarter" idx="39"/>
          </p:nvPr>
        </p:nvSpPr>
        <p:spPr>
          <a:xfrm>
            <a:off x="7357723" y="3819992"/>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39" name="Picture Placeholder 138">
            <a:extLst>
              <a:ext uri="{FF2B5EF4-FFF2-40B4-BE49-F238E27FC236}">
                <a16:creationId xmlns:a16="http://schemas.microsoft.com/office/drawing/2014/main" id="{0DD32FC9-182D-7131-29EC-C75E86C709F0}"/>
              </a:ext>
            </a:extLst>
          </p:cNvPr>
          <p:cNvSpPr>
            <a:spLocks noGrp="1"/>
          </p:cNvSpPr>
          <p:nvPr>
            <p:ph type="pic" sz="quarter" idx="40"/>
          </p:nvPr>
        </p:nvSpPr>
        <p:spPr>
          <a:xfrm>
            <a:off x="5006409" y="3819992"/>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40" name="Picture Placeholder 139">
            <a:extLst>
              <a:ext uri="{FF2B5EF4-FFF2-40B4-BE49-F238E27FC236}">
                <a16:creationId xmlns:a16="http://schemas.microsoft.com/office/drawing/2014/main" id="{324D8E64-DB92-E8AB-FCBC-8FE68F3672C1}"/>
              </a:ext>
            </a:extLst>
          </p:cNvPr>
          <p:cNvSpPr>
            <a:spLocks noGrp="1"/>
          </p:cNvSpPr>
          <p:nvPr>
            <p:ph type="pic" sz="quarter" idx="41"/>
          </p:nvPr>
        </p:nvSpPr>
        <p:spPr>
          <a:xfrm>
            <a:off x="6182066" y="3819992"/>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38" name="Picture Placeholder 137">
            <a:extLst>
              <a:ext uri="{FF2B5EF4-FFF2-40B4-BE49-F238E27FC236}">
                <a16:creationId xmlns:a16="http://schemas.microsoft.com/office/drawing/2014/main" id="{E963F96A-39CD-6A79-ADB4-D3BFB92BA5D7}"/>
              </a:ext>
            </a:extLst>
          </p:cNvPr>
          <p:cNvSpPr>
            <a:spLocks noGrp="1"/>
          </p:cNvSpPr>
          <p:nvPr>
            <p:ph type="pic" sz="quarter" idx="43"/>
          </p:nvPr>
        </p:nvSpPr>
        <p:spPr>
          <a:xfrm>
            <a:off x="3830752" y="3819992"/>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66" name="Picture Placeholder 165">
            <a:extLst>
              <a:ext uri="{FF2B5EF4-FFF2-40B4-BE49-F238E27FC236}">
                <a16:creationId xmlns:a16="http://schemas.microsoft.com/office/drawing/2014/main" id="{DB693149-82B8-3CBE-044A-81B3C596CB72}"/>
              </a:ext>
            </a:extLst>
          </p:cNvPr>
          <p:cNvSpPr>
            <a:spLocks noGrp="1"/>
          </p:cNvSpPr>
          <p:nvPr>
            <p:ph type="pic" sz="quarter" idx="44"/>
          </p:nvPr>
        </p:nvSpPr>
        <p:spPr>
          <a:xfrm>
            <a:off x="8533380" y="3819992"/>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37" name="Picture Placeholder 136">
            <a:extLst>
              <a:ext uri="{FF2B5EF4-FFF2-40B4-BE49-F238E27FC236}">
                <a16:creationId xmlns:a16="http://schemas.microsoft.com/office/drawing/2014/main" id="{CC8D6E78-ACD7-3202-30A9-01AFD9DA3A56}"/>
              </a:ext>
            </a:extLst>
          </p:cNvPr>
          <p:cNvSpPr>
            <a:spLocks noGrp="1"/>
          </p:cNvSpPr>
          <p:nvPr>
            <p:ph type="pic" sz="quarter" idx="45"/>
          </p:nvPr>
        </p:nvSpPr>
        <p:spPr>
          <a:xfrm>
            <a:off x="9709037" y="3819992"/>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33" name="Picture Placeholder 132">
            <a:extLst>
              <a:ext uri="{FF2B5EF4-FFF2-40B4-BE49-F238E27FC236}">
                <a16:creationId xmlns:a16="http://schemas.microsoft.com/office/drawing/2014/main" id="{64BB09AF-3196-FAFC-CD34-1B631C2F76F6}"/>
              </a:ext>
            </a:extLst>
          </p:cNvPr>
          <p:cNvSpPr>
            <a:spLocks noGrp="1"/>
          </p:cNvSpPr>
          <p:nvPr>
            <p:ph type="pic" sz="quarter" idx="34"/>
          </p:nvPr>
        </p:nvSpPr>
        <p:spPr>
          <a:xfrm>
            <a:off x="2655095" y="4570488"/>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32" name="Picture Placeholder 131">
            <a:extLst>
              <a:ext uri="{FF2B5EF4-FFF2-40B4-BE49-F238E27FC236}">
                <a16:creationId xmlns:a16="http://schemas.microsoft.com/office/drawing/2014/main" id="{6CF52C0D-C65C-6AA7-C717-CAC35353A436}"/>
              </a:ext>
            </a:extLst>
          </p:cNvPr>
          <p:cNvSpPr>
            <a:spLocks noGrp="1"/>
          </p:cNvSpPr>
          <p:nvPr>
            <p:ph type="pic" sz="quarter" idx="42"/>
          </p:nvPr>
        </p:nvSpPr>
        <p:spPr>
          <a:xfrm>
            <a:off x="2655095" y="5320984"/>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26" name="Picture Placeholder 125">
            <a:extLst>
              <a:ext uri="{FF2B5EF4-FFF2-40B4-BE49-F238E27FC236}">
                <a16:creationId xmlns:a16="http://schemas.microsoft.com/office/drawing/2014/main" id="{D4F85FA2-2BAA-35B7-1B44-9DEDFE1DD3C8}"/>
              </a:ext>
            </a:extLst>
          </p:cNvPr>
          <p:cNvSpPr>
            <a:spLocks noGrp="1"/>
          </p:cNvSpPr>
          <p:nvPr>
            <p:ph type="pic" sz="quarter" idx="37"/>
          </p:nvPr>
        </p:nvSpPr>
        <p:spPr>
          <a:xfrm>
            <a:off x="2655095" y="3819992"/>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21" name="Picture Placeholder 120">
            <a:extLst>
              <a:ext uri="{FF2B5EF4-FFF2-40B4-BE49-F238E27FC236}">
                <a16:creationId xmlns:a16="http://schemas.microsoft.com/office/drawing/2014/main" id="{638B0357-169D-CE14-B7F0-878DFB2259D1}"/>
              </a:ext>
            </a:extLst>
          </p:cNvPr>
          <p:cNvSpPr>
            <a:spLocks noGrp="1"/>
          </p:cNvSpPr>
          <p:nvPr>
            <p:ph type="pic" sz="quarter" idx="35"/>
          </p:nvPr>
        </p:nvSpPr>
        <p:spPr>
          <a:xfrm>
            <a:off x="1479438" y="3819992"/>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22" name="Picture Placeholder 121">
            <a:extLst>
              <a:ext uri="{FF2B5EF4-FFF2-40B4-BE49-F238E27FC236}">
                <a16:creationId xmlns:a16="http://schemas.microsoft.com/office/drawing/2014/main" id="{5B51DA3C-6376-557C-3948-0C4D6535CB38}"/>
              </a:ext>
            </a:extLst>
          </p:cNvPr>
          <p:cNvSpPr>
            <a:spLocks noGrp="1"/>
          </p:cNvSpPr>
          <p:nvPr>
            <p:ph type="pic" sz="quarter" idx="36"/>
          </p:nvPr>
        </p:nvSpPr>
        <p:spPr>
          <a:xfrm>
            <a:off x="1479438" y="4570488"/>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23" name="Picture Placeholder 122">
            <a:extLst>
              <a:ext uri="{FF2B5EF4-FFF2-40B4-BE49-F238E27FC236}">
                <a16:creationId xmlns:a16="http://schemas.microsoft.com/office/drawing/2014/main" id="{E3CED718-1A62-84D8-2051-B39E0206F38A}"/>
              </a:ext>
            </a:extLst>
          </p:cNvPr>
          <p:cNvSpPr>
            <a:spLocks noGrp="1"/>
          </p:cNvSpPr>
          <p:nvPr>
            <p:ph type="pic" sz="quarter" idx="38"/>
          </p:nvPr>
        </p:nvSpPr>
        <p:spPr>
          <a:xfrm>
            <a:off x="1479438" y="5320984"/>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06" name="Picture Placeholder 105">
            <a:extLst>
              <a:ext uri="{FF2B5EF4-FFF2-40B4-BE49-F238E27FC236}">
                <a16:creationId xmlns:a16="http://schemas.microsoft.com/office/drawing/2014/main" id="{45351E01-B5DD-26FD-BED9-8B8F3729BBEB}"/>
              </a:ext>
            </a:extLst>
          </p:cNvPr>
          <p:cNvSpPr>
            <a:spLocks noGrp="1"/>
          </p:cNvSpPr>
          <p:nvPr>
            <p:ph type="pic" sz="quarter" idx="23"/>
          </p:nvPr>
        </p:nvSpPr>
        <p:spPr>
          <a:xfrm>
            <a:off x="7357723" y="2319000"/>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07" name="Picture Placeholder 106">
            <a:extLst>
              <a:ext uri="{FF2B5EF4-FFF2-40B4-BE49-F238E27FC236}">
                <a16:creationId xmlns:a16="http://schemas.microsoft.com/office/drawing/2014/main" id="{E2336713-6273-72F1-8CEB-B17F56ABEE7E}"/>
              </a:ext>
            </a:extLst>
          </p:cNvPr>
          <p:cNvSpPr>
            <a:spLocks noGrp="1"/>
          </p:cNvSpPr>
          <p:nvPr>
            <p:ph type="pic" sz="quarter" idx="24"/>
          </p:nvPr>
        </p:nvSpPr>
        <p:spPr>
          <a:xfrm>
            <a:off x="8533380" y="2319000"/>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08" name="Picture Placeholder 107">
            <a:extLst>
              <a:ext uri="{FF2B5EF4-FFF2-40B4-BE49-F238E27FC236}">
                <a16:creationId xmlns:a16="http://schemas.microsoft.com/office/drawing/2014/main" id="{9D8B3533-4F50-20E4-2989-E4CB87F0BBA0}"/>
              </a:ext>
            </a:extLst>
          </p:cNvPr>
          <p:cNvSpPr>
            <a:spLocks noGrp="1"/>
          </p:cNvSpPr>
          <p:nvPr>
            <p:ph type="pic" sz="quarter" idx="25"/>
          </p:nvPr>
        </p:nvSpPr>
        <p:spPr>
          <a:xfrm>
            <a:off x="9709037" y="2319000"/>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09" name="Picture Placeholder 108">
            <a:extLst>
              <a:ext uri="{FF2B5EF4-FFF2-40B4-BE49-F238E27FC236}">
                <a16:creationId xmlns:a16="http://schemas.microsoft.com/office/drawing/2014/main" id="{7FCC3750-E990-7D5F-A668-F27AE4A59EE3}"/>
              </a:ext>
            </a:extLst>
          </p:cNvPr>
          <p:cNvSpPr>
            <a:spLocks noGrp="1"/>
          </p:cNvSpPr>
          <p:nvPr>
            <p:ph type="pic" sz="quarter" idx="26"/>
          </p:nvPr>
        </p:nvSpPr>
        <p:spPr>
          <a:xfrm>
            <a:off x="1479438" y="3069496"/>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10" name="Picture Placeholder 109">
            <a:extLst>
              <a:ext uri="{FF2B5EF4-FFF2-40B4-BE49-F238E27FC236}">
                <a16:creationId xmlns:a16="http://schemas.microsoft.com/office/drawing/2014/main" id="{D1C88C92-A629-9192-FBC7-2EA2C9D036E2}"/>
              </a:ext>
            </a:extLst>
          </p:cNvPr>
          <p:cNvSpPr>
            <a:spLocks noGrp="1"/>
          </p:cNvSpPr>
          <p:nvPr>
            <p:ph type="pic" sz="quarter" idx="27"/>
          </p:nvPr>
        </p:nvSpPr>
        <p:spPr>
          <a:xfrm>
            <a:off x="2655095" y="3069496"/>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11" name="Picture Placeholder 110">
            <a:extLst>
              <a:ext uri="{FF2B5EF4-FFF2-40B4-BE49-F238E27FC236}">
                <a16:creationId xmlns:a16="http://schemas.microsoft.com/office/drawing/2014/main" id="{A9734860-2FA9-CEA4-C9F9-15625B42FDB8}"/>
              </a:ext>
            </a:extLst>
          </p:cNvPr>
          <p:cNvSpPr>
            <a:spLocks noGrp="1"/>
          </p:cNvSpPr>
          <p:nvPr>
            <p:ph type="pic" sz="quarter" idx="28"/>
          </p:nvPr>
        </p:nvSpPr>
        <p:spPr>
          <a:xfrm>
            <a:off x="3830752" y="3069496"/>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12" name="Picture Placeholder 111">
            <a:extLst>
              <a:ext uri="{FF2B5EF4-FFF2-40B4-BE49-F238E27FC236}">
                <a16:creationId xmlns:a16="http://schemas.microsoft.com/office/drawing/2014/main" id="{BB61190D-A077-DB47-50A4-CBA1B7EBC521}"/>
              </a:ext>
            </a:extLst>
          </p:cNvPr>
          <p:cNvSpPr>
            <a:spLocks noGrp="1"/>
          </p:cNvSpPr>
          <p:nvPr>
            <p:ph type="pic" sz="quarter" idx="29"/>
          </p:nvPr>
        </p:nvSpPr>
        <p:spPr>
          <a:xfrm>
            <a:off x="5006409" y="3069496"/>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13" name="Picture Placeholder 112">
            <a:extLst>
              <a:ext uri="{FF2B5EF4-FFF2-40B4-BE49-F238E27FC236}">
                <a16:creationId xmlns:a16="http://schemas.microsoft.com/office/drawing/2014/main" id="{DA06C4E6-BBB2-7D0F-1365-9F27B05D0BCC}"/>
              </a:ext>
            </a:extLst>
          </p:cNvPr>
          <p:cNvSpPr>
            <a:spLocks noGrp="1"/>
          </p:cNvSpPr>
          <p:nvPr>
            <p:ph type="pic" sz="quarter" idx="30"/>
          </p:nvPr>
        </p:nvSpPr>
        <p:spPr>
          <a:xfrm>
            <a:off x="6182066" y="3069496"/>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14" name="Picture Placeholder 113">
            <a:extLst>
              <a:ext uri="{FF2B5EF4-FFF2-40B4-BE49-F238E27FC236}">
                <a16:creationId xmlns:a16="http://schemas.microsoft.com/office/drawing/2014/main" id="{8C66B513-75E8-34E4-976A-18056777655F}"/>
              </a:ext>
            </a:extLst>
          </p:cNvPr>
          <p:cNvSpPr>
            <a:spLocks noGrp="1"/>
          </p:cNvSpPr>
          <p:nvPr>
            <p:ph type="pic" sz="quarter" idx="31"/>
          </p:nvPr>
        </p:nvSpPr>
        <p:spPr>
          <a:xfrm>
            <a:off x="7357723" y="3069496"/>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27" name="Picture Placeholder 126">
            <a:extLst>
              <a:ext uri="{FF2B5EF4-FFF2-40B4-BE49-F238E27FC236}">
                <a16:creationId xmlns:a16="http://schemas.microsoft.com/office/drawing/2014/main" id="{EFF51DF7-70A0-5088-9F26-142352CE0C6A}"/>
              </a:ext>
            </a:extLst>
          </p:cNvPr>
          <p:cNvSpPr>
            <a:spLocks noGrp="1"/>
          </p:cNvSpPr>
          <p:nvPr>
            <p:ph type="pic" sz="quarter" idx="32"/>
          </p:nvPr>
        </p:nvSpPr>
        <p:spPr>
          <a:xfrm>
            <a:off x="8533380" y="3069496"/>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115" name="Picture Placeholder 114">
            <a:extLst>
              <a:ext uri="{FF2B5EF4-FFF2-40B4-BE49-F238E27FC236}">
                <a16:creationId xmlns:a16="http://schemas.microsoft.com/office/drawing/2014/main" id="{0F3FE697-E0A0-8CD8-9111-8880536BB058}"/>
              </a:ext>
            </a:extLst>
          </p:cNvPr>
          <p:cNvSpPr>
            <a:spLocks noGrp="1"/>
          </p:cNvSpPr>
          <p:nvPr>
            <p:ph type="pic" sz="quarter" idx="33"/>
          </p:nvPr>
        </p:nvSpPr>
        <p:spPr>
          <a:xfrm>
            <a:off x="9709037" y="3069496"/>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52" name="Picture Placeholder 51">
            <a:extLst>
              <a:ext uri="{FF2B5EF4-FFF2-40B4-BE49-F238E27FC236}">
                <a16:creationId xmlns:a16="http://schemas.microsoft.com/office/drawing/2014/main" id="{9324AD43-E4C9-9EA1-73BE-05C203380A42}"/>
              </a:ext>
            </a:extLst>
          </p:cNvPr>
          <p:cNvSpPr>
            <a:spLocks noGrp="1"/>
          </p:cNvSpPr>
          <p:nvPr>
            <p:ph type="pic" sz="quarter" idx="18"/>
          </p:nvPr>
        </p:nvSpPr>
        <p:spPr>
          <a:xfrm>
            <a:off x="1479438" y="2318999"/>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53" name="Picture Placeholder 52">
            <a:extLst>
              <a:ext uri="{FF2B5EF4-FFF2-40B4-BE49-F238E27FC236}">
                <a16:creationId xmlns:a16="http://schemas.microsoft.com/office/drawing/2014/main" id="{DCB33E36-ED7D-012B-D980-D1E9CF713D7F}"/>
              </a:ext>
            </a:extLst>
          </p:cNvPr>
          <p:cNvSpPr>
            <a:spLocks noGrp="1"/>
          </p:cNvSpPr>
          <p:nvPr>
            <p:ph type="pic" sz="quarter" idx="19"/>
          </p:nvPr>
        </p:nvSpPr>
        <p:spPr>
          <a:xfrm>
            <a:off x="2655095" y="2318999"/>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55" name="Picture Placeholder 54">
            <a:extLst>
              <a:ext uri="{FF2B5EF4-FFF2-40B4-BE49-F238E27FC236}">
                <a16:creationId xmlns:a16="http://schemas.microsoft.com/office/drawing/2014/main" id="{4BEFBAF0-B91E-02F8-CD86-D86DF3AB6219}"/>
              </a:ext>
            </a:extLst>
          </p:cNvPr>
          <p:cNvSpPr>
            <a:spLocks noGrp="1"/>
          </p:cNvSpPr>
          <p:nvPr>
            <p:ph type="pic" sz="quarter" idx="20"/>
          </p:nvPr>
        </p:nvSpPr>
        <p:spPr>
          <a:xfrm>
            <a:off x="3830752" y="2318999"/>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56" name="Picture Placeholder 55">
            <a:extLst>
              <a:ext uri="{FF2B5EF4-FFF2-40B4-BE49-F238E27FC236}">
                <a16:creationId xmlns:a16="http://schemas.microsoft.com/office/drawing/2014/main" id="{EA2F4B04-3D37-788E-46E5-43B4317BDB02}"/>
              </a:ext>
            </a:extLst>
          </p:cNvPr>
          <p:cNvSpPr>
            <a:spLocks noGrp="1"/>
          </p:cNvSpPr>
          <p:nvPr>
            <p:ph type="pic" sz="quarter" idx="21"/>
          </p:nvPr>
        </p:nvSpPr>
        <p:spPr>
          <a:xfrm>
            <a:off x="5006409" y="2318999"/>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58" name="Picture Placeholder 57">
            <a:extLst>
              <a:ext uri="{FF2B5EF4-FFF2-40B4-BE49-F238E27FC236}">
                <a16:creationId xmlns:a16="http://schemas.microsoft.com/office/drawing/2014/main" id="{42314854-D6F5-9622-126E-EE1C9AF69F86}"/>
              </a:ext>
            </a:extLst>
          </p:cNvPr>
          <p:cNvSpPr>
            <a:spLocks noGrp="1"/>
          </p:cNvSpPr>
          <p:nvPr>
            <p:ph type="pic" sz="quarter" idx="22"/>
          </p:nvPr>
        </p:nvSpPr>
        <p:spPr>
          <a:xfrm>
            <a:off x="6182066" y="2318999"/>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41" name="Picture Placeholder 40">
            <a:extLst>
              <a:ext uri="{FF2B5EF4-FFF2-40B4-BE49-F238E27FC236}">
                <a16:creationId xmlns:a16="http://schemas.microsoft.com/office/drawing/2014/main" id="{C9E27290-97A0-C730-CD1F-419D3C919B21}"/>
              </a:ext>
            </a:extLst>
          </p:cNvPr>
          <p:cNvSpPr>
            <a:spLocks noGrp="1"/>
          </p:cNvSpPr>
          <p:nvPr>
            <p:ph type="pic" sz="quarter" idx="14"/>
          </p:nvPr>
        </p:nvSpPr>
        <p:spPr>
          <a:xfrm>
            <a:off x="6182066" y="1568503"/>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42" name="Picture Placeholder 41">
            <a:extLst>
              <a:ext uri="{FF2B5EF4-FFF2-40B4-BE49-F238E27FC236}">
                <a16:creationId xmlns:a16="http://schemas.microsoft.com/office/drawing/2014/main" id="{321EEA4A-4E83-10C0-141E-3639C45CDD5E}"/>
              </a:ext>
            </a:extLst>
          </p:cNvPr>
          <p:cNvSpPr>
            <a:spLocks noGrp="1"/>
          </p:cNvSpPr>
          <p:nvPr>
            <p:ph type="pic" sz="quarter" idx="15"/>
          </p:nvPr>
        </p:nvSpPr>
        <p:spPr>
          <a:xfrm>
            <a:off x="7357723" y="1568503"/>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43" name="Picture Placeholder 42">
            <a:extLst>
              <a:ext uri="{FF2B5EF4-FFF2-40B4-BE49-F238E27FC236}">
                <a16:creationId xmlns:a16="http://schemas.microsoft.com/office/drawing/2014/main" id="{91E82526-E4EC-9245-C61E-22E15169A038}"/>
              </a:ext>
            </a:extLst>
          </p:cNvPr>
          <p:cNvSpPr>
            <a:spLocks noGrp="1"/>
          </p:cNvSpPr>
          <p:nvPr>
            <p:ph type="pic" sz="quarter" idx="16"/>
          </p:nvPr>
        </p:nvSpPr>
        <p:spPr>
          <a:xfrm>
            <a:off x="8533380" y="1568503"/>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44" name="Picture Placeholder 43">
            <a:extLst>
              <a:ext uri="{FF2B5EF4-FFF2-40B4-BE49-F238E27FC236}">
                <a16:creationId xmlns:a16="http://schemas.microsoft.com/office/drawing/2014/main" id="{FBCCB2B4-F249-D12C-CE8F-947963964CE8}"/>
              </a:ext>
            </a:extLst>
          </p:cNvPr>
          <p:cNvSpPr>
            <a:spLocks noGrp="1"/>
          </p:cNvSpPr>
          <p:nvPr>
            <p:ph type="pic" sz="quarter" idx="17"/>
          </p:nvPr>
        </p:nvSpPr>
        <p:spPr>
          <a:xfrm>
            <a:off x="9709037" y="1568503"/>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23" name="Picture Placeholder 22">
            <a:extLst>
              <a:ext uri="{FF2B5EF4-FFF2-40B4-BE49-F238E27FC236}">
                <a16:creationId xmlns:a16="http://schemas.microsoft.com/office/drawing/2014/main" id="{01B8CA52-82B4-AB15-E845-EDCC6C4ECEA0}"/>
              </a:ext>
            </a:extLst>
          </p:cNvPr>
          <p:cNvSpPr>
            <a:spLocks noGrp="1"/>
          </p:cNvSpPr>
          <p:nvPr>
            <p:ph type="pic" sz="quarter" idx="10"/>
          </p:nvPr>
        </p:nvSpPr>
        <p:spPr>
          <a:xfrm>
            <a:off x="1479438" y="1568503"/>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25" name="Picture Placeholder 24">
            <a:extLst>
              <a:ext uri="{FF2B5EF4-FFF2-40B4-BE49-F238E27FC236}">
                <a16:creationId xmlns:a16="http://schemas.microsoft.com/office/drawing/2014/main" id="{62EEFCCC-FA6A-5DB9-C812-A9B07DA9EEB8}"/>
              </a:ext>
            </a:extLst>
          </p:cNvPr>
          <p:cNvSpPr>
            <a:spLocks noGrp="1"/>
          </p:cNvSpPr>
          <p:nvPr>
            <p:ph type="pic" sz="quarter" idx="11"/>
          </p:nvPr>
        </p:nvSpPr>
        <p:spPr>
          <a:xfrm>
            <a:off x="2655095" y="1568503"/>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26" name="Picture Placeholder 25">
            <a:extLst>
              <a:ext uri="{FF2B5EF4-FFF2-40B4-BE49-F238E27FC236}">
                <a16:creationId xmlns:a16="http://schemas.microsoft.com/office/drawing/2014/main" id="{D79E8EC3-77DA-A2B7-DD56-61EF5779F126}"/>
              </a:ext>
            </a:extLst>
          </p:cNvPr>
          <p:cNvSpPr>
            <a:spLocks noGrp="1"/>
          </p:cNvSpPr>
          <p:nvPr>
            <p:ph type="pic" sz="quarter" idx="12"/>
          </p:nvPr>
        </p:nvSpPr>
        <p:spPr>
          <a:xfrm>
            <a:off x="3830752" y="1568503"/>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sp>
        <p:nvSpPr>
          <p:cNvPr id="27" name="Picture Placeholder 26">
            <a:extLst>
              <a:ext uri="{FF2B5EF4-FFF2-40B4-BE49-F238E27FC236}">
                <a16:creationId xmlns:a16="http://schemas.microsoft.com/office/drawing/2014/main" id="{A61B259E-D815-F065-B8CE-C2B7E4B9ED5C}"/>
              </a:ext>
            </a:extLst>
          </p:cNvPr>
          <p:cNvSpPr>
            <a:spLocks noGrp="1"/>
          </p:cNvSpPr>
          <p:nvPr>
            <p:ph type="pic" sz="quarter" idx="13"/>
          </p:nvPr>
        </p:nvSpPr>
        <p:spPr>
          <a:xfrm>
            <a:off x="5006409" y="1568503"/>
            <a:ext cx="1003526" cy="638629"/>
          </a:xfrm>
          <a:custGeom>
            <a:avLst/>
            <a:gdLst>
              <a:gd name="connsiteX0" fmla="*/ 0 w 1003526"/>
              <a:gd name="connsiteY0" fmla="*/ 0 h 638629"/>
              <a:gd name="connsiteX1" fmla="*/ 1003526 w 1003526"/>
              <a:gd name="connsiteY1" fmla="*/ 0 h 638629"/>
              <a:gd name="connsiteX2" fmla="*/ 1003526 w 1003526"/>
              <a:gd name="connsiteY2" fmla="*/ 638629 h 638629"/>
              <a:gd name="connsiteX3" fmla="*/ 0 w 1003526"/>
              <a:gd name="connsiteY3" fmla="*/ 638629 h 638629"/>
            </a:gdLst>
            <a:ahLst/>
            <a:cxnLst>
              <a:cxn ang="0">
                <a:pos x="connsiteX0" y="connsiteY0"/>
              </a:cxn>
              <a:cxn ang="0">
                <a:pos x="connsiteX1" y="connsiteY1"/>
              </a:cxn>
              <a:cxn ang="0">
                <a:pos x="connsiteX2" y="connsiteY2"/>
              </a:cxn>
              <a:cxn ang="0">
                <a:pos x="connsiteX3" y="connsiteY3"/>
              </a:cxn>
            </a:cxnLst>
            <a:rect l="l" t="t" r="r" b="b"/>
            <a:pathLst>
              <a:path w="1003526" h="638629">
                <a:moveTo>
                  <a:pt x="0" y="0"/>
                </a:moveTo>
                <a:lnTo>
                  <a:pt x="1003526" y="0"/>
                </a:lnTo>
                <a:lnTo>
                  <a:pt x="1003526" y="638629"/>
                </a:lnTo>
                <a:lnTo>
                  <a:pt x="0" y="638629"/>
                </a:lnTo>
                <a:close/>
              </a:path>
            </a:pathLst>
          </a:custGeom>
        </p:spPr>
        <p:txBody>
          <a:bodyPr wrap="square">
            <a:noAutofit/>
          </a:bodyPr>
          <a:lstStyle/>
          <a:p>
            <a:endParaRPr lang="en-IN"/>
          </a:p>
        </p:txBody>
      </p:sp>
      <p:pic>
        <p:nvPicPr>
          <p:cNvPr id="50" name="Imagen 49">
            <a:extLst>
              <a:ext uri="{FF2B5EF4-FFF2-40B4-BE49-F238E27FC236}">
                <a16:creationId xmlns:a16="http://schemas.microsoft.com/office/drawing/2014/main" id="{6CB83831-350F-4CED-BD84-8A83F34E0A92}"/>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grpSp>
        <p:nvGrpSpPr>
          <p:cNvPr id="51" name="Group 5">
            <a:extLst>
              <a:ext uri="{FF2B5EF4-FFF2-40B4-BE49-F238E27FC236}">
                <a16:creationId xmlns:a16="http://schemas.microsoft.com/office/drawing/2014/main" id="{F34A18A7-05BE-457B-8857-8253A42F5B38}"/>
              </a:ext>
            </a:extLst>
          </p:cNvPr>
          <p:cNvGrpSpPr/>
          <p:nvPr userDrawn="1"/>
        </p:nvGrpSpPr>
        <p:grpSpPr>
          <a:xfrm>
            <a:off x="9984644" y="-3416157"/>
            <a:ext cx="4003007" cy="10361688"/>
            <a:chOff x="9984644" y="-3416157"/>
            <a:chExt cx="4003007" cy="10361688"/>
          </a:xfrm>
        </p:grpSpPr>
        <p:sp>
          <p:nvSpPr>
            <p:cNvPr id="54" name="Freeform: Shape 6">
              <a:extLst>
                <a:ext uri="{FF2B5EF4-FFF2-40B4-BE49-F238E27FC236}">
                  <a16:creationId xmlns:a16="http://schemas.microsoft.com/office/drawing/2014/main" id="{2B726CE1-763C-46E3-B3F7-36AE70956A19}"/>
                </a:ext>
              </a:extLst>
            </p:cNvPr>
            <p:cNvSpPr/>
            <p:nvPr/>
          </p:nvSpPr>
          <p:spPr>
            <a:xfrm>
              <a:off x="10009642" y="-34161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7" name="Freeform: Shape 4">
              <a:extLst>
                <a:ext uri="{FF2B5EF4-FFF2-40B4-BE49-F238E27FC236}">
                  <a16:creationId xmlns:a16="http://schemas.microsoft.com/office/drawing/2014/main" id="{217CB75E-17D6-4967-8773-FD8F3269C79A}"/>
                </a:ext>
              </a:extLst>
            </p:cNvPr>
            <p:cNvSpPr/>
            <p:nvPr/>
          </p:nvSpPr>
          <p:spPr>
            <a:xfrm>
              <a:off x="9984644" y="-21409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9" name="Freeform: Shape 2">
              <a:extLst>
                <a:ext uri="{FF2B5EF4-FFF2-40B4-BE49-F238E27FC236}">
                  <a16:creationId xmlns:a16="http://schemas.microsoft.com/office/drawing/2014/main" id="{479E5B22-D7D1-4435-B00F-D02E111FB108}"/>
                </a:ext>
              </a:extLst>
            </p:cNvPr>
            <p:cNvSpPr/>
            <p:nvPr/>
          </p:nvSpPr>
          <p:spPr>
            <a:xfrm>
              <a:off x="10133677" y="-14946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4838750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BFE4F1F6-5843-1278-65CB-2F96D10CBA7B}"/>
              </a:ext>
            </a:extLst>
          </p:cNvPr>
          <p:cNvSpPr>
            <a:spLocks noGrp="1"/>
          </p:cNvSpPr>
          <p:nvPr>
            <p:ph type="pic" sz="quarter" idx="20"/>
          </p:nvPr>
        </p:nvSpPr>
        <p:spPr>
          <a:xfrm>
            <a:off x="5122182" y="4165600"/>
            <a:ext cx="1947636" cy="1141778"/>
          </a:xfrm>
          <a:custGeom>
            <a:avLst/>
            <a:gdLst>
              <a:gd name="connsiteX0" fmla="*/ 285445 w 1947636"/>
              <a:gd name="connsiteY0" fmla="*/ 0 h 1141778"/>
              <a:gd name="connsiteX1" fmla="*/ 1947636 w 1947636"/>
              <a:gd name="connsiteY1" fmla="*/ 0 h 1141778"/>
              <a:gd name="connsiteX2" fmla="*/ 1662192 w 1947636"/>
              <a:gd name="connsiteY2" fmla="*/ 1141778 h 1141778"/>
              <a:gd name="connsiteX3" fmla="*/ 0 w 1947636"/>
              <a:gd name="connsiteY3" fmla="*/ 1141778 h 1141778"/>
            </a:gdLst>
            <a:ahLst/>
            <a:cxnLst>
              <a:cxn ang="0">
                <a:pos x="connsiteX0" y="connsiteY0"/>
              </a:cxn>
              <a:cxn ang="0">
                <a:pos x="connsiteX1" y="connsiteY1"/>
              </a:cxn>
              <a:cxn ang="0">
                <a:pos x="connsiteX2" y="connsiteY2"/>
              </a:cxn>
              <a:cxn ang="0">
                <a:pos x="connsiteX3" y="connsiteY3"/>
              </a:cxn>
            </a:cxnLst>
            <a:rect l="l" t="t" r="r" b="b"/>
            <a:pathLst>
              <a:path w="1947636" h="1141778">
                <a:moveTo>
                  <a:pt x="285445" y="0"/>
                </a:moveTo>
                <a:lnTo>
                  <a:pt x="1947636" y="0"/>
                </a:lnTo>
                <a:lnTo>
                  <a:pt x="1662192" y="1141778"/>
                </a:lnTo>
                <a:lnTo>
                  <a:pt x="0" y="1141778"/>
                </a:lnTo>
                <a:close/>
              </a:path>
            </a:pathLst>
          </a:custGeom>
        </p:spPr>
        <p:txBody>
          <a:bodyPr wrap="square">
            <a:noAutofit/>
          </a:bodyPr>
          <a:lstStyle/>
          <a:p>
            <a:endParaRPr lang="en-IN"/>
          </a:p>
        </p:txBody>
      </p:sp>
      <p:sp>
        <p:nvSpPr>
          <p:cNvPr id="27" name="Picture Placeholder 26">
            <a:extLst>
              <a:ext uri="{FF2B5EF4-FFF2-40B4-BE49-F238E27FC236}">
                <a16:creationId xmlns:a16="http://schemas.microsoft.com/office/drawing/2014/main" id="{913DE736-4618-7A6B-CC2E-902850149DD7}"/>
              </a:ext>
            </a:extLst>
          </p:cNvPr>
          <p:cNvSpPr>
            <a:spLocks noGrp="1"/>
          </p:cNvSpPr>
          <p:nvPr>
            <p:ph type="pic" sz="quarter" idx="18"/>
          </p:nvPr>
        </p:nvSpPr>
        <p:spPr>
          <a:xfrm>
            <a:off x="5990534" y="2279846"/>
            <a:ext cx="1947636" cy="1141779"/>
          </a:xfrm>
          <a:custGeom>
            <a:avLst/>
            <a:gdLst>
              <a:gd name="connsiteX0" fmla="*/ 285445 w 1947636"/>
              <a:gd name="connsiteY0" fmla="*/ 0 h 1141779"/>
              <a:gd name="connsiteX1" fmla="*/ 1947636 w 1947636"/>
              <a:gd name="connsiteY1" fmla="*/ 0 h 1141779"/>
              <a:gd name="connsiteX2" fmla="*/ 1662191 w 1947636"/>
              <a:gd name="connsiteY2" fmla="*/ 1141779 h 1141779"/>
              <a:gd name="connsiteX3" fmla="*/ 0 w 1947636"/>
              <a:gd name="connsiteY3" fmla="*/ 1141779 h 1141779"/>
            </a:gdLst>
            <a:ahLst/>
            <a:cxnLst>
              <a:cxn ang="0">
                <a:pos x="connsiteX0" y="connsiteY0"/>
              </a:cxn>
              <a:cxn ang="0">
                <a:pos x="connsiteX1" y="connsiteY1"/>
              </a:cxn>
              <a:cxn ang="0">
                <a:pos x="connsiteX2" y="connsiteY2"/>
              </a:cxn>
              <a:cxn ang="0">
                <a:pos x="connsiteX3" y="connsiteY3"/>
              </a:cxn>
            </a:cxnLst>
            <a:rect l="l" t="t" r="r" b="b"/>
            <a:pathLst>
              <a:path w="1947636" h="1141779">
                <a:moveTo>
                  <a:pt x="285445" y="0"/>
                </a:moveTo>
                <a:lnTo>
                  <a:pt x="1947636" y="0"/>
                </a:lnTo>
                <a:lnTo>
                  <a:pt x="1662191" y="1141779"/>
                </a:lnTo>
                <a:lnTo>
                  <a:pt x="0" y="1141779"/>
                </a:lnTo>
                <a:close/>
              </a:path>
            </a:pathLst>
          </a:custGeom>
        </p:spPr>
        <p:txBody>
          <a:bodyPr wrap="square">
            <a:noAutofit/>
          </a:bodyPr>
          <a:lstStyle/>
          <a:p>
            <a:endParaRPr lang="en-IN"/>
          </a:p>
        </p:txBody>
      </p:sp>
      <p:sp>
        <p:nvSpPr>
          <p:cNvPr id="28" name="Picture Placeholder 27">
            <a:extLst>
              <a:ext uri="{FF2B5EF4-FFF2-40B4-BE49-F238E27FC236}">
                <a16:creationId xmlns:a16="http://schemas.microsoft.com/office/drawing/2014/main" id="{3AD74AFF-D5FD-E043-7354-0DA4027F2C84}"/>
              </a:ext>
            </a:extLst>
          </p:cNvPr>
          <p:cNvSpPr>
            <a:spLocks noGrp="1"/>
          </p:cNvSpPr>
          <p:nvPr>
            <p:ph type="pic" sz="quarter" idx="19"/>
          </p:nvPr>
        </p:nvSpPr>
        <p:spPr>
          <a:xfrm>
            <a:off x="3385477" y="4165600"/>
            <a:ext cx="1947636" cy="1141778"/>
          </a:xfrm>
          <a:custGeom>
            <a:avLst/>
            <a:gdLst>
              <a:gd name="connsiteX0" fmla="*/ 285445 w 1947636"/>
              <a:gd name="connsiteY0" fmla="*/ 0 h 1141778"/>
              <a:gd name="connsiteX1" fmla="*/ 1947636 w 1947636"/>
              <a:gd name="connsiteY1" fmla="*/ 0 h 1141778"/>
              <a:gd name="connsiteX2" fmla="*/ 1662192 w 1947636"/>
              <a:gd name="connsiteY2" fmla="*/ 1141778 h 1141778"/>
              <a:gd name="connsiteX3" fmla="*/ 0 w 1947636"/>
              <a:gd name="connsiteY3" fmla="*/ 1141778 h 1141778"/>
            </a:gdLst>
            <a:ahLst/>
            <a:cxnLst>
              <a:cxn ang="0">
                <a:pos x="connsiteX0" y="connsiteY0"/>
              </a:cxn>
              <a:cxn ang="0">
                <a:pos x="connsiteX1" y="connsiteY1"/>
              </a:cxn>
              <a:cxn ang="0">
                <a:pos x="connsiteX2" y="connsiteY2"/>
              </a:cxn>
              <a:cxn ang="0">
                <a:pos x="connsiteX3" y="connsiteY3"/>
              </a:cxn>
            </a:cxnLst>
            <a:rect l="l" t="t" r="r" b="b"/>
            <a:pathLst>
              <a:path w="1947636" h="1141778">
                <a:moveTo>
                  <a:pt x="285445" y="0"/>
                </a:moveTo>
                <a:lnTo>
                  <a:pt x="1947636" y="0"/>
                </a:lnTo>
                <a:lnTo>
                  <a:pt x="1662192" y="1141778"/>
                </a:lnTo>
                <a:lnTo>
                  <a:pt x="0" y="1141778"/>
                </a:lnTo>
                <a:close/>
              </a:path>
            </a:pathLst>
          </a:custGeom>
        </p:spPr>
        <p:txBody>
          <a:bodyPr wrap="square">
            <a:noAutofit/>
          </a:bodyPr>
          <a:lstStyle/>
          <a:p>
            <a:endParaRPr lang="en-IN"/>
          </a:p>
        </p:txBody>
      </p:sp>
      <p:sp>
        <p:nvSpPr>
          <p:cNvPr id="21" name="Picture Placeholder 20">
            <a:extLst>
              <a:ext uri="{FF2B5EF4-FFF2-40B4-BE49-F238E27FC236}">
                <a16:creationId xmlns:a16="http://schemas.microsoft.com/office/drawing/2014/main" id="{C961BD7F-8073-5D1A-2EF1-BC896BB1EF20}"/>
              </a:ext>
            </a:extLst>
          </p:cNvPr>
          <p:cNvSpPr>
            <a:spLocks noGrp="1"/>
          </p:cNvSpPr>
          <p:nvPr>
            <p:ph type="pic" sz="quarter" idx="15"/>
          </p:nvPr>
        </p:nvSpPr>
        <p:spPr>
          <a:xfrm>
            <a:off x="4253829" y="2279846"/>
            <a:ext cx="1947636" cy="1141779"/>
          </a:xfrm>
          <a:custGeom>
            <a:avLst/>
            <a:gdLst>
              <a:gd name="connsiteX0" fmla="*/ 285445 w 1947636"/>
              <a:gd name="connsiteY0" fmla="*/ 0 h 1141779"/>
              <a:gd name="connsiteX1" fmla="*/ 1947636 w 1947636"/>
              <a:gd name="connsiteY1" fmla="*/ 0 h 1141779"/>
              <a:gd name="connsiteX2" fmla="*/ 1662191 w 1947636"/>
              <a:gd name="connsiteY2" fmla="*/ 1141779 h 1141779"/>
              <a:gd name="connsiteX3" fmla="*/ 0 w 1947636"/>
              <a:gd name="connsiteY3" fmla="*/ 1141779 h 1141779"/>
            </a:gdLst>
            <a:ahLst/>
            <a:cxnLst>
              <a:cxn ang="0">
                <a:pos x="connsiteX0" y="connsiteY0"/>
              </a:cxn>
              <a:cxn ang="0">
                <a:pos x="connsiteX1" y="connsiteY1"/>
              </a:cxn>
              <a:cxn ang="0">
                <a:pos x="connsiteX2" y="connsiteY2"/>
              </a:cxn>
              <a:cxn ang="0">
                <a:pos x="connsiteX3" y="connsiteY3"/>
              </a:cxn>
            </a:cxnLst>
            <a:rect l="l" t="t" r="r" b="b"/>
            <a:pathLst>
              <a:path w="1947636" h="1141779">
                <a:moveTo>
                  <a:pt x="285445" y="0"/>
                </a:moveTo>
                <a:lnTo>
                  <a:pt x="1947636" y="0"/>
                </a:lnTo>
                <a:lnTo>
                  <a:pt x="1662191" y="1141779"/>
                </a:lnTo>
                <a:lnTo>
                  <a:pt x="0" y="1141779"/>
                </a:lnTo>
                <a:close/>
              </a:path>
            </a:pathLst>
          </a:custGeom>
        </p:spPr>
        <p:txBody>
          <a:bodyPr wrap="square">
            <a:noAutofit/>
          </a:bodyPr>
          <a:lstStyle/>
          <a:p>
            <a:endParaRPr lang="en-IN"/>
          </a:p>
        </p:txBody>
      </p:sp>
      <p:sp>
        <p:nvSpPr>
          <p:cNvPr id="25" name="Picture Placeholder 24">
            <a:extLst>
              <a:ext uri="{FF2B5EF4-FFF2-40B4-BE49-F238E27FC236}">
                <a16:creationId xmlns:a16="http://schemas.microsoft.com/office/drawing/2014/main" id="{BA6CAAB9-9624-D768-9177-D81BB8F87DFF}"/>
              </a:ext>
            </a:extLst>
          </p:cNvPr>
          <p:cNvSpPr>
            <a:spLocks noGrp="1"/>
          </p:cNvSpPr>
          <p:nvPr>
            <p:ph type="pic" sz="quarter" idx="16"/>
          </p:nvPr>
        </p:nvSpPr>
        <p:spPr>
          <a:xfrm>
            <a:off x="6858887" y="4165600"/>
            <a:ext cx="1947636" cy="1141778"/>
          </a:xfrm>
          <a:custGeom>
            <a:avLst/>
            <a:gdLst>
              <a:gd name="connsiteX0" fmla="*/ 285445 w 1947636"/>
              <a:gd name="connsiteY0" fmla="*/ 0 h 1141778"/>
              <a:gd name="connsiteX1" fmla="*/ 1947636 w 1947636"/>
              <a:gd name="connsiteY1" fmla="*/ 0 h 1141778"/>
              <a:gd name="connsiteX2" fmla="*/ 1662192 w 1947636"/>
              <a:gd name="connsiteY2" fmla="*/ 1141778 h 1141778"/>
              <a:gd name="connsiteX3" fmla="*/ 0 w 1947636"/>
              <a:gd name="connsiteY3" fmla="*/ 1141778 h 1141778"/>
            </a:gdLst>
            <a:ahLst/>
            <a:cxnLst>
              <a:cxn ang="0">
                <a:pos x="connsiteX0" y="connsiteY0"/>
              </a:cxn>
              <a:cxn ang="0">
                <a:pos x="connsiteX1" y="connsiteY1"/>
              </a:cxn>
              <a:cxn ang="0">
                <a:pos x="connsiteX2" y="connsiteY2"/>
              </a:cxn>
              <a:cxn ang="0">
                <a:pos x="connsiteX3" y="connsiteY3"/>
              </a:cxn>
            </a:cxnLst>
            <a:rect l="l" t="t" r="r" b="b"/>
            <a:pathLst>
              <a:path w="1947636" h="1141778">
                <a:moveTo>
                  <a:pt x="285445" y="0"/>
                </a:moveTo>
                <a:lnTo>
                  <a:pt x="1947636" y="0"/>
                </a:lnTo>
                <a:lnTo>
                  <a:pt x="1662192" y="1141778"/>
                </a:lnTo>
                <a:lnTo>
                  <a:pt x="0" y="1141778"/>
                </a:lnTo>
                <a:close/>
              </a:path>
            </a:pathLst>
          </a:custGeom>
        </p:spPr>
        <p:txBody>
          <a:bodyPr wrap="square">
            <a:noAutofit/>
          </a:bodyPr>
          <a:lstStyle/>
          <a:p>
            <a:endParaRPr lang="en-IN"/>
          </a:p>
        </p:txBody>
      </p:sp>
      <p:sp>
        <p:nvSpPr>
          <p:cNvPr id="22" name="Picture Placeholder 21">
            <a:extLst>
              <a:ext uri="{FF2B5EF4-FFF2-40B4-BE49-F238E27FC236}">
                <a16:creationId xmlns:a16="http://schemas.microsoft.com/office/drawing/2014/main" id="{7242DB19-675D-6EE1-DF2D-44D20CB7460F}"/>
              </a:ext>
            </a:extLst>
          </p:cNvPr>
          <p:cNvSpPr>
            <a:spLocks noGrp="1"/>
          </p:cNvSpPr>
          <p:nvPr>
            <p:ph type="pic" sz="quarter" idx="17"/>
          </p:nvPr>
        </p:nvSpPr>
        <p:spPr>
          <a:xfrm>
            <a:off x="7727239" y="2279846"/>
            <a:ext cx="1947636" cy="1141779"/>
          </a:xfrm>
          <a:custGeom>
            <a:avLst/>
            <a:gdLst>
              <a:gd name="connsiteX0" fmla="*/ 285445 w 1947636"/>
              <a:gd name="connsiteY0" fmla="*/ 0 h 1141779"/>
              <a:gd name="connsiteX1" fmla="*/ 1947636 w 1947636"/>
              <a:gd name="connsiteY1" fmla="*/ 0 h 1141779"/>
              <a:gd name="connsiteX2" fmla="*/ 1662191 w 1947636"/>
              <a:gd name="connsiteY2" fmla="*/ 1141779 h 1141779"/>
              <a:gd name="connsiteX3" fmla="*/ 0 w 1947636"/>
              <a:gd name="connsiteY3" fmla="*/ 1141779 h 1141779"/>
            </a:gdLst>
            <a:ahLst/>
            <a:cxnLst>
              <a:cxn ang="0">
                <a:pos x="connsiteX0" y="connsiteY0"/>
              </a:cxn>
              <a:cxn ang="0">
                <a:pos x="connsiteX1" y="connsiteY1"/>
              </a:cxn>
              <a:cxn ang="0">
                <a:pos x="connsiteX2" y="connsiteY2"/>
              </a:cxn>
              <a:cxn ang="0">
                <a:pos x="connsiteX3" y="connsiteY3"/>
              </a:cxn>
            </a:cxnLst>
            <a:rect l="l" t="t" r="r" b="b"/>
            <a:pathLst>
              <a:path w="1947636" h="1141779">
                <a:moveTo>
                  <a:pt x="285445" y="0"/>
                </a:moveTo>
                <a:lnTo>
                  <a:pt x="1947636" y="0"/>
                </a:lnTo>
                <a:lnTo>
                  <a:pt x="1662191" y="1141779"/>
                </a:lnTo>
                <a:lnTo>
                  <a:pt x="0" y="1141779"/>
                </a:ln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FFFF81DD-945F-A19E-C09B-93B6A556D8A7}"/>
              </a:ext>
            </a:extLst>
          </p:cNvPr>
          <p:cNvSpPr>
            <a:spLocks noGrp="1"/>
          </p:cNvSpPr>
          <p:nvPr>
            <p:ph type="pic" sz="quarter" idx="11"/>
          </p:nvPr>
        </p:nvSpPr>
        <p:spPr>
          <a:xfrm>
            <a:off x="2517124" y="2279846"/>
            <a:ext cx="1947636" cy="1141779"/>
          </a:xfrm>
          <a:custGeom>
            <a:avLst/>
            <a:gdLst>
              <a:gd name="connsiteX0" fmla="*/ 285445 w 1947636"/>
              <a:gd name="connsiteY0" fmla="*/ 0 h 1141779"/>
              <a:gd name="connsiteX1" fmla="*/ 1947636 w 1947636"/>
              <a:gd name="connsiteY1" fmla="*/ 0 h 1141779"/>
              <a:gd name="connsiteX2" fmla="*/ 1662191 w 1947636"/>
              <a:gd name="connsiteY2" fmla="*/ 1141779 h 1141779"/>
              <a:gd name="connsiteX3" fmla="*/ 0 w 1947636"/>
              <a:gd name="connsiteY3" fmla="*/ 1141779 h 1141779"/>
            </a:gdLst>
            <a:ahLst/>
            <a:cxnLst>
              <a:cxn ang="0">
                <a:pos x="connsiteX0" y="connsiteY0"/>
              </a:cxn>
              <a:cxn ang="0">
                <a:pos x="connsiteX1" y="connsiteY1"/>
              </a:cxn>
              <a:cxn ang="0">
                <a:pos x="connsiteX2" y="connsiteY2"/>
              </a:cxn>
              <a:cxn ang="0">
                <a:pos x="connsiteX3" y="connsiteY3"/>
              </a:cxn>
            </a:cxnLst>
            <a:rect l="l" t="t" r="r" b="b"/>
            <a:pathLst>
              <a:path w="1947636" h="1141779">
                <a:moveTo>
                  <a:pt x="285445" y="0"/>
                </a:moveTo>
                <a:lnTo>
                  <a:pt x="1947636" y="0"/>
                </a:lnTo>
                <a:lnTo>
                  <a:pt x="1662191" y="1141779"/>
                </a:lnTo>
                <a:lnTo>
                  <a:pt x="0" y="1141779"/>
                </a:lnTo>
                <a:close/>
              </a:path>
            </a:pathLst>
          </a:custGeom>
        </p:spPr>
        <p:txBody>
          <a:bodyPr wrap="square">
            <a:noAutofit/>
          </a:bodyPr>
          <a:lstStyle/>
          <a:p>
            <a:endParaRPr lang="en-IN"/>
          </a:p>
        </p:txBody>
      </p:sp>
      <p:sp>
        <p:nvSpPr>
          <p:cNvPr id="19" name="Picture Placeholder 18">
            <a:extLst>
              <a:ext uri="{FF2B5EF4-FFF2-40B4-BE49-F238E27FC236}">
                <a16:creationId xmlns:a16="http://schemas.microsoft.com/office/drawing/2014/main" id="{6A29835F-7587-29C5-3D92-28CB837202D1}"/>
              </a:ext>
            </a:extLst>
          </p:cNvPr>
          <p:cNvSpPr>
            <a:spLocks noGrp="1"/>
          </p:cNvSpPr>
          <p:nvPr>
            <p:ph type="pic" sz="quarter" idx="12"/>
          </p:nvPr>
        </p:nvSpPr>
        <p:spPr>
          <a:xfrm>
            <a:off x="1648772" y="4165600"/>
            <a:ext cx="1947636" cy="1141778"/>
          </a:xfrm>
          <a:custGeom>
            <a:avLst/>
            <a:gdLst>
              <a:gd name="connsiteX0" fmla="*/ 285445 w 1947636"/>
              <a:gd name="connsiteY0" fmla="*/ 0 h 1141778"/>
              <a:gd name="connsiteX1" fmla="*/ 1947636 w 1947636"/>
              <a:gd name="connsiteY1" fmla="*/ 0 h 1141778"/>
              <a:gd name="connsiteX2" fmla="*/ 1662192 w 1947636"/>
              <a:gd name="connsiteY2" fmla="*/ 1141778 h 1141778"/>
              <a:gd name="connsiteX3" fmla="*/ 0 w 1947636"/>
              <a:gd name="connsiteY3" fmla="*/ 1141778 h 1141778"/>
            </a:gdLst>
            <a:ahLst/>
            <a:cxnLst>
              <a:cxn ang="0">
                <a:pos x="connsiteX0" y="connsiteY0"/>
              </a:cxn>
              <a:cxn ang="0">
                <a:pos x="connsiteX1" y="connsiteY1"/>
              </a:cxn>
              <a:cxn ang="0">
                <a:pos x="connsiteX2" y="connsiteY2"/>
              </a:cxn>
              <a:cxn ang="0">
                <a:pos x="connsiteX3" y="connsiteY3"/>
              </a:cxn>
            </a:cxnLst>
            <a:rect l="l" t="t" r="r" b="b"/>
            <a:pathLst>
              <a:path w="1947636" h="1141778">
                <a:moveTo>
                  <a:pt x="285445" y="0"/>
                </a:moveTo>
                <a:lnTo>
                  <a:pt x="1947636" y="0"/>
                </a:lnTo>
                <a:lnTo>
                  <a:pt x="1662192" y="1141778"/>
                </a:lnTo>
                <a:lnTo>
                  <a:pt x="0" y="1141778"/>
                </a:ln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54C070F4-690F-8BBB-F3AB-99E128805619}"/>
              </a:ext>
            </a:extLst>
          </p:cNvPr>
          <p:cNvSpPr>
            <a:spLocks noGrp="1"/>
          </p:cNvSpPr>
          <p:nvPr>
            <p:ph type="pic" sz="quarter" idx="13"/>
          </p:nvPr>
        </p:nvSpPr>
        <p:spPr>
          <a:xfrm>
            <a:off x="8595592" y="4165600"/>
            <a:ext cx="1947636" cy="1141778"/>
          </a:xfrm>
          <a:custGeom>
            <a:avLst/>
            <a:gdLst>
              <a:gd name="connsiteX0" fmla="*/ 285445 w 1947636"/>
              <a:gd name="connsiteY0" fmla="*/ 0 h 1141778"/>
              <a:gd name="connsiteX1" fmla="*/ 1947636 w 1947636"/>
              <a:gd name="connsiteY1" fmla="*/ 0 h 1141778"/>
              <a:gd name="connsiteX2" fmla="*/ 1662192 w 1947636"/>
              <a:gd name="connsiteY2" fmla="*/ 1141778 h 1141778"/>
              <a:gd name="connsiteX3" fmla="*/ 0 w 1947636"/>
              <a:gd name="connsiteY3" fmla="*/ 1141778 h 1141778"/>
            </a:gdLst>
            <a:ahLst/>
            <a:cxnLst>
              <a:cxn ang="0">
                <a:pos x="connsiteX0" y="connsiteY0"/>
              </a:cxn>
              <a:cxn ang="0">
                <a:pos x="connsiteX1" y="connsiteY1"/>
              </a:cxn>
              <a:cxn ang="0">
                <a:pos x="connsiteX2" y="connsiteY2"/>
              </a:cxn>
              <a:cxn ang="0">
                <a:pos x="connsiteX3" y="connsiteY3"/>
              </a:cxn>
            </a:cxnLst>
            <a:rect l="l" t="t" r="r" b="b"/>
            <a:pathLst>
              <a:path w="1947636" h="1141778">
                <a:moveTo>
                  <a:pt x="285445" y="0"/>
                </a:moveTo>
                <a:lnTo>
                  <a:pt x="1947636" y="0"/>
                </a:lnTo>
                <a:lnTo>
                  <a:pt x="1662192" y="1141778"/>
                </a:lnTo>
                <a:lnTo>
                  <a:pt x="0" y="1141778"/>
                </a:lnTo>
                <a:close/>
              </a:path>
            </a:pathLst>
          </a:custGeom>
        </p:spPr>
        <p:txBody>
          <a:bodyPr wrap="square">
            <a:noAutofit/>
          </a:bodyPr>
          <a:lstStyle/>
          <a:p>
            <a:endParaRPr lang="en-IN"/>
          </a:p>
        </p:txBody>
      </p:sp>
      <p:sp>
        <p:nvSpPr>
          <p:cNvPr id="15" name="Picture Placeholder 14">
            <a:extLst>
              <a:ext uri="{FF2B5EF4-FFF2-40B4-BE49-F238E27FC236}">
                <a16:creationId xmlns:a16="http://schemas.microsoft.com/office/drawing/2014/main" id="{553CDD0A-8340-8ACA-2608-AD1750B5C977}"/>
              </a:ext>
            </a:extLst>
          </p:cNvPr>
          <p:cNvSpPr>
            <a:spLocks noGrp="1"/>
          </p:cNvSpPr>
          <p:nvPr>
            <p:ph type="pic" sz="quarter" idx="14"/>
          </p:nvPr>
        </p:nvSpPr>
        <p:spPr>
          <a:xfrm>
            <a:off x="9463945" y="2279846"/>
            <a:ext cx="1947636" cy="1141779"/>
          </a:xfrm>
          <a:custGeom>
            <a:avLst/>
            <a:gdLst>
              <a:gd name="connsiteX0" fmla="*/ 285445 w 1947636"/>
              <a:gd name="connsiteY0" fmla="*/ 0 h 1141779"/>
              <a:gd name="connsiteX1" fmla="*/ 1947636 w 1947636"/>
              <a:gd name="connsiteY1" fmla="*/ 0 h 1141779"/>
              <a:gd name="connsiteX2" fmla="*/ 1662191 w 1947636"/>
              <a:gd name="connsiteY2" fmla="*/ 1141779 h 1141779"/>
              <a:gd name="connsiteX3" fmla="*/ 0 w 1947636"/>
              <a:gd name="connsiteY3" fmla="*/ 1141779 h 1141779"/>
            </a:gdLst>
            <a:ahLst/>
            <a:cxnLst>
              <a:cxn ang="0">
                <a:pos x="connsiteX0" y="connsiteY0"/>
              </a:cxn>
              <a:cxn ang="0">
                <a:pos x="connsiteX1" y="connsiteY1"/>
              </a:cxn>
              <a:cxn ang="0">
                <a:pos x="connsiteX2" y="connsiteY2"/>
              </a:cxn>
              <a:cxn ang="0">
                <a:pos x="connsiteX3" y="connsiteY3"/>
              </a:cxn>
            </a:cxnLst>
            <a:rect l="l" t="t" r="r" b="b"/>
            <a:pathLst>
              <a:path w="1947636" h="1141779">
                <a:moveTo>
                  <a:pt x="285445" y="0"/>
                </a:moveTo>
                <a:lnTo>
                  <a:pt x="1947636" y="0"/>
                </a:lnTo>
                <a:lnTo>
                  <a:pt x="1662191" y="1141779"/>
                </a:lnTo>
                <a:lnTo>
                  <a:pt x="0" y="1141779"/>
                </a:lnTo>
                <a:close/>
              </a:path>
            </a:pathLst>
          </a:custGeom>
        </p:spPr>
        <p:txBody>
          <a:bodyPr wrap="square">
            <a:noAutofit/>
          </a:bodyPr>
          <a:lstStyle/>
          <a:p>
            <a:endParaRPr lang="en-IN"/>
          </a:p>
        </p:txBody>
      </p:sp>
      <p:sp>
        <p:nvSpPr>
          <p:cNvPr id="11" name="Picture Placeholder 10">
            <a:extLst>
              <a:ext uri="{FF2B5EF4-FFF2-40B4-BE49-F238E27FC236}">
                <a16:creationId xmlns:a16="http://schemas.microsoft.com/office/drawing/2014/main" id="{477208EB-F661-A921-7004-F877AC3B005E}"/>
              </a:ext>
            </a:extLst>
          </p:cNvPr>
          <p:cNvSpPr>
            <a:spLocks noGrp="1"/>
          </p:cNvSpPr>
          <p:nvPr>
            <p:ph type="pic" sz="quarter" idx="10"/>
          </p:nvPr>
        </p:nvSpPr>
        <p:spPr>
          <a:xfrm>
            <a:off x="780419" y="2279846"/>
            <a:ext cx="1947636" cy="1141779"/>
          </a:xfrm>
          <a:custGeom>
            <a:avLst/>
            <a:gdLst>
              <a:gd name="connsiteX0" fmla="*/ 285445 w 1947636"/>
              <a:gd name="connsiteY0" fmla="*/ 0 h 1141779"/>
              <a:gd name="connsiteX1" fmla="*/ 1947636 w 1947636"/>
              <a:gd name="connsiteY1" fmla="*/ 0 h 1141779"/>
              <a:gd name="connsiteX2" fmla="*/ 1662191 w 1947636"/>
              <a:gd name="connsiteY2" fmla="*/ 1141779 h 1141779"/>
              <a:gd name="connsiteX3" fmla="*/ 0 w 1947636"/>
              <a:gd name="connsiteY3" fmla="*/ 1141779 h 1141779"/>
            </a:gdLst>
            <a:ahLst/>
            <a:cxnLst>
              <a:cxn ang="0">
                <a:pos x="connsiteX0" y="connsiteY0"/>
              </a:cxn>
              <a:cxn ang="0">
                <a:pos x="connsiteX1" y="connsiteY1"/>
              </a:cxn>
              <a:cxn ang="0">
                <a:pos x="connsiteX2" y="connsiteY2"/>
              </a:cxn>
              <a:cxn ang="0">
                <a:pos x="connsiteX3" y="connsiteY3"/>
              </a:cxn>
            </a:cxnLst>
            <a:rect l="l" t="t" r="r" b="b"/>
            <a:pathLst>
              <a:path w="1947636" h="1141779">
                <a:moveTo>
                  <a:pt x="285445" y="0"/>
                </a:moveTo>
                <a:lnTo>
                  <a:pt x="1947636" y="0"/>
                </a:lnTo>
                <a:lnTo>
                  <a:pt x="1662191" y="1141779"/>
                </a:lnTo>
                <a:lnTo>
                  <a:pt x="0" y="1141779"/>
                </a:lnTo>
                <a:close/>
              </a:path>
            </a:pathLst>
          </a:custGeom>
        </p:spPr>
        <p:txBody>
          <a:bodyPr wrap="square">
            <a:noAutofit/>
          </a:bodyPr>
          <a:lstStyle/>
          <a:p>
            <a:endParaRPr lang="en-IN"/>
          </a:p>
        </p:txBody>
      </p:sp>
      <p:pic>
        <p:nvPicPr>
          <p:cNvPr id="13" name="Imagen 12">
            <a:extLst>
              <a:ext uri="{FF2B5EF4-FFF2-40B4-BE49-F238E27FC236}">
                <a16:creationId xmlns:a16="http://schemas.microsoft.com/office/drawing/2014/main" id="{BA729350-FAD3-428A-8B28-61BA3083EF82}"/>
              </a:ext>
            </a:extLst>
          </p:cNvPr>
          <p:cNvPicPr>
            <a:picLocks noChangeAspect="1"/>
          </p:cNvPicPr>
          <p:nvPr userDrawn="1"/>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10112074" y="-83464"/>
            <a:ext cx="1787769" cy="2222740"/>
          </a:xfrm>
          <a:prstGeom prst="rect">
            <a:avLst/>
          </a:prstGeom>
        </p:spPr>
      </p:pic>
    </p:spTree>
    <p:extLst>
      <p:ext uri="{BB962C8B-B14F-4D97-AF65-F5344CB8AC3E}">
        <p14:creationId xmlns:p14="http://schemas.microsoft.com/office/powerpoint/2010/main" val="34519694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A536B4-41D3-C95A-65EC-F3E638310C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82638A-D9E1-4B12-09BD-7BEE47B662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D5FBA5-C25E-FB21-F1C2-AC61696502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4C3B7A-06D5-4E06-A3BC-92FFB30192C2}" type="datetimeFigureOut">
              <a:rPr lang="en-IN" smtClean="0"/>
              <a:t>20-06-2026</a:t>
            </a:fld>
            <a:endParaRPr lang="en-IN"/>
          </a:p>
        </p:txBody>
      </p:sp>
      <p:sp>
        <p:nvSpPr>
          <p:cNvPr id="5" name="Footer Placeholder 4">
            <a:extLst>
              <a:ext uri="{FF2B5EF4-FFF2-40B4-BE49-F238E27FC236}">
                <a16:creationId xmlns:a16="http://schemas.microsoft.com/office/drawing/2014/main" id="{5265D89A-6248-E15E-3B7E-A115B83167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566CD62-7EB0-4598-AFDB-8D0FCE5F54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B89E08-A148-4842-B9E8-6298EC495DDE}" type="slidenum">
              <a:rPr lang="en-IN" smtClean="0"/>
              <a:t>‹Nº›</a:t>
            </a:fld>
            <a:endParaRPr lang="en-IN"/>
          </a:p>
        </p:txBody>
      </p:sp>
      <p:grpSp>
        <p:nvGrpSpPr>
          <p:cNvPr id="7" name="Group 6">
            <a:extLst>
              <a:ext uri="{FF2B5EF4-FFF2-40B4-BE49-F238E27FC236}">
                <a16:creationId xmlns:a16="http://schemas.microsoft.com/office/drawing/2014/main" id="{D1DBD112-FD0E-4399-961F-1AB6489015F4}"/>
              </a:ext>
            </a:extLst>
          </p:cNvPr>
          <p:cNvGrpSpPr/>
          <p:nvPr userDrawn="1"/>
        </p:nvGrpSpPr>
        <p:grpSpPr>
          <a:xfrm rot="14619522">
            <a:off x="-2784728" y="-4370576"/>
            <a:ext cx="4003007" cy="10361688"/>
            <a:chOff x="-4611751" y="-4330557"/>
            <a:chExt cx="4003007" cy="10361688"/>
          </a:xfrm>
        </p:grpSpPr>
        <p:sp>
          <p:nvSpPr>
            <p:cNvPr id="8" name="Freeform: Shape 7">
              <a:extLst>
                <a:ext uri="{FF2B5EF4-FFF2-40B4-BE49-F238E27FC236}">
                  <a16:creationId xmlns:a16="http://schemas.microsoft.com/office/drawing/2014/main" id="{C5D8B689-D0A4-435B-AB81-421C11CD18D5}"/>
                </a:ext>
              </a:extLst>
            </p:cNvPr>
            <p:cNvSpPr/>
            <p:nvPr/>
          </p:nvSpPr>
          <p:spPr>
            <a:xfrm>
              <a:off x="-4586753" y="-43305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9" name="Freeform: Shape 8">
              <a:extLst>
                <a:ext uri="{FF2B5EF4-FFF2-40B4-BE49-F238E27FC236}">
                  <a16:creationId xmlns:a16="http://schemas.microsoft.com/office/drawing/2014/main" id="{C09A6FD3-E05E-4878-BA49-A1EEEE389376}"/>
                </a:ext>
              </a:extLst>
            </p:cNvPr>
            <p:cNvSpPr/>
            <p:nvPr/>
          </p:nvSpPr>
          <p:spPr>
            <a:xfrm>
              <a:off x="-4611751" y="-30553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1210603B-2AA2-465F-9BE6-CD5CC790699C}"/>
                </a:ext>
              </a:extLst>
            </p:cNvPr>
            <p:cNvSpPr/>
            <p:nvPr/>
          </p:nvSpPr>
          <p:spPr>
            <a:xfrm>
              <a:off x="-4462718" y="-24090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2787601707"/>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5" r:id="rId4"/>
    <p:sldLayoutId id="2147483654" r:id="rId5"/>
    <p:sldLayoutId id="2147483657" r:id="rId6"/>
    <p:sldLayoutId id="2147483656" r:id="rId7"/>
    <p:sldLayoutId id="2147483652" r:id="rId8"/>
    <p:sldLayoutId id="2147483658" r:id="rId9"/>
    <p:sldLayoutId id="2147483653"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3.xml"/><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4.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5.xml"/><Relationship Id="rId5" Type="http://schemas.openxmlformats.org/officeDocument/2006/relationships/image" Target="../media/image17.jpe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slideLayout" Target="../slideLayouts/slideLayout6.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3.jpeg"/><Relationship Id="rId1" Type="http://schemas.openxmlformats.org/officeDocument/2006/relationships/slideLayout" Target="../slideLayouts/slideLayout8.xml"/><Relationship Id="rId4" Type="http://schemas.openxmlformats.org/officeDocument/2006/relationships/image" Target="../media/image29.jpeg"/></Relationships>
</file>

<file path=ppt/slides/_rels/slide1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jpeg"/><Relationship Id="rId1" Type="http://schemas.openxmlformats.org/officeDocument/2006/relationships/slideLayout" Target="../slideLayouts/slideLayout9.xml"/><Relationship Id="rId5" Type="http://schemas.openxmlformats.org/officeDocument/2006/relationships/image" Target="../media/image32.jpeg"/><Relationship Id="rId4" Type="http://schemas.openxmlformats.org/officeDocument/2006/relationships/image" Target="../media/image31.jpeg"/></Relationships>
</file>

<file path=ppt/slides/_rels/slide12.xml.rels><?xml version="1.0" encoding="UTF-8" standalone="yes"?>
<Relationships xmlns="http://schemas.openxmlformats.org/package/2006/relationships"><Relationship Id="rId8" Type="http://schemas.openxmlformats.org/officeDocument/2006/relationships/image" Target="../media/image38.jpeg"/><Relationship Id="rId13" Type="http://schemas.openxmlformats.org/officeDocument/2006/relationships/image" Target="../media/image43.jpeg"/><Relationship Id="rId3" Type="http://schemas.openxmlformats.org/officeDocument/2006/relationships/image" Target="../media/image33.jpeg"/><Relationship Id="rId7" Type="http://schemas.openxmlformats.org/officeDocument/2006/relationships/image" Target="../media/image37.jpeg"/><Relationship Id="rId12" Type="http://schemas.openxmlformats.org/officeDocument/2006/relationships/image" Target="../media/image42.jpeg"/><Relationship Id="rId2" Type="http://schemas.openxmlformats.org/officeDocument/2006/relationships/image" Target="../media/image3.jpeg"/><Relationship Id="rId1" Type="http://schemas.openxmlformats.org/officeDocument/2006/relationships/slideLayout" Target="../slideLayouts/slideLayout11.xml"/><Relationship Id="rId6" Type="http://schemas.openxmlformats.org/officeDocument/2006/relationships/image" Target="../media/image36.jpeg"/><Relationship Id="rId11" Type="http://schemas.openxmlformats.org/officeDocument/2006/relationships/image" Target="../media/image41.jpeg"/><Relationship Id="rId5" Type="http://schemas.openxmlformats.org/officeDocument/2006/relationships/image" Target="../media/image35.jpeg"/><Relationship Id="rId10" Type="http://schemas.openxmlformats.org/officeDocument/2006/relationships/image" Target="../media/image40.jpeg"/><Relationship Id="rId4" Type="http://schemas.openxmlformats.org/officeDocument/2006/relationships/image" Target="../media/image34.jpeg"/><Relationship Id="rId9" Type="http://schemas.openxmlformats.org/officeDocument/2006/relationships/image" Target="../media/image39.jpe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jpeg"/><Relationship Id="rId1" Type="http://schemas.openxmlformats.org/officeDocument/2006/relationships/slideLayout" Target="../slideLayouts/slideLayout6.xml"/><Relationship Id="rId4" Type="http://schemas.openxmlformats.org/officeDocument/2006/relationships/image" Target="../media/image46.sv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descr="A black background with white dots&#10;&#10;AI-generated content may be incorrect.">
            <a:extLst>
              <a:ext uri="{FF2B5EF4-FFF2-40B4-BE49-F238E27FC236}">
                <a16:creationId xmlns:a16="http://schemas.microsoft.com/office/drawing/2014/main" id="{2C60D988-0826-0B26-798D-5C63CE54802F}"/>
              </a:ext>
            </a:extLst>
          </p:cNvPr>
          <p:cNvPicPr>
            <a:picLocks noChangeAspect="1"/>
          </p:cNvPicPr>
          <p:nvPr/>
        </p:nvPicPr>
        <p:blipFill>
          <a:blip r:embed="rId3">
            <a:alphaModFix amt="55000"/>
            <a:extLst>
              <a:ext uri="{28A0092B-C50C-407E-A947-70E740481C1C}">
                <a14:useLocalDpi xmlns:a14="http://schemas.microsoft.com/office/drawing/2010/main" val="0"/>
              </a:ext>
            </a:extLst>
          </a:blip>
          <a:srcRect l="-162" t="6078" r="1" b="10661"/>
          <a:stretch>
            <a:fillRect/>
          </a:stretch>
        </p:blipFill>
        <p:spPr>
          <a:xfrm>
            <a:off x="-91622" y="0"/>
            <a:ext cx="12375244" cy="6858001"/>
          </a:xfrm>
          <a:prstGeom prst="rect">
            <a:avLst/>
          </a:prstGeom>
          <a:solidFill>
            <a:schemeClr val="tx1"/>
          </a:solidFill>
        </p:spPr>
      </p:pic>
      <p:sp>
        <p:nvSpPr>
          <p:cNvPr id="4" name="Rectangle 3">
            <a:extLst>
              <a:ext uri="{FF2B5EF4-FFF2-40B4-BE49-F238E27FC236}">
                <a16:creationId xmlns:a16="http://schemas.microsoft.com/office/drawing/2014/main" id="{83535EDB-811B-2172-8696-9A104613DB5E}"/>
              </a:ext>
            </a:extLst>
          </p:cNvPr>
          <p:cNvSpPr/>
          <p:nvPr/>
        </p:nvSpPr>
        <p:spPr>
          <a:xfrm flipH="1">
            <a:off x="0" y="0"/>
            <a:ext cx="12192000" cy="6858000"/>
          </a:xfrm>
          <a:prstGeom prst="rect">
            <a:avLst/>
          </a:prstGeom>
          <a:gradFill flip="none" rotWithShape="1">
            <a:gsLst>
              <a:gs pos="38000">
                <a:schemeClr val="tx1">
                  <a:lumMod val="85000"/>
                  <a:lumOff val="15000"/>
                </a:schemeClr>
              </a:gs>
              <a:gs pos="16000">
                <a:schemeClr val="tx1"/>
              </a:gs>
              <a:gs pos="63000">
                <a:schemeClr val="tx1">
                  <a:lumMod val="85000"/>
                  <a:lumOff val="15000"/>
                </a:schemeClr>
              </a:gs>
              <a:gs pos="100000">
                <a:schemeClr val="tx1"/>
              </a:gs>
              <a:gs pos="84000">
                <a:schemeClr val="tx1">
                  <a:lumMod val="85000"/>
                  <a:lumOff val="15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 name="Group 16">
            <a:extLst>
              <a:ext uri="{FF2B5EF4-FFF2-40B4-BE49-F238E27FC236}">
                <a16:creationId xmlns:a16="http://schemas.microsoft.com/office/drawing/2014/main" id="{E993F41B-F6F6-A644-9E27-BDB28FE34475}"/>
              </a:ext>
            </a:extLst>
          </p:cNvPr>
          <p:cNvGrpSpPr/>
          <p:nvPr/>
        </p:nvGrpSpPr>
        <p:grpSpPr>
          <a:xfrm>
            <a:off x="-524391" y="-208629"/>
            <a:ext cx="865538" cy="7275257"/>
            <a:chOff x="-483569" y="-159654"/>
            <a:chExt cx="865538" cy="7275257"/>
          </a:xfrm>
        </p:grpSpPr>
        <p:grpSp>
          <p:nvGrpSpPr>
            <p:cNvPr id="39" name="Group 38">
              <a:extLst>
                <a:ext uri="{FF2B5EF4-FFF2-40B4-BE49-F238E27FC236}">
                  <a16:creationId xmlns:a16="http://schemas.microsoft.com/office/drawing/2014/main" id="{649A6D76-B5D7-7B33-F746-666AFB5F7FC2}"/>
                </a:ext>
              </a:extLst>
            </p:cNvPr>
            <p:cNvGrpSpPr/>
            <p:nvPr/>
          </p:nvGrpSpPr>
          <p:grpSpPr>
            <a:xfrm>
              <a:off x="-381969" y="-159654"/>
              <a:ext cx="763938" cy="7252656"/>
              <a:chOff x="-381969" y="-159654"/>
              <a:chExt cx="763938" cy="7252656"/>
            </a:xfrm>
          </p:grpSpPr>
          <p:sp>
            <p:nvSpPr>
              <p:cNvPr id="28" name="Freeform: Shape 27">
                <a:extLst>
                  <a:ext uri="{FF2B5EF4-FFF2-40B4-BE49-F238E27FC236}">
                    <a16:creationId xmlns:a16="http://schemas.microsoft.com/office/drawing/2014/main" id="{5C7CE77C-D2CE-7D42-3126-2EEC4EFAAECB}"/>
                  </a:ext>
                </a:extLst>
              </p:cNvPr>
              <p:cNvSpPr/>
              <p:nvPr/>
            </p:nvSpPr>
            <p:spPr>
              <a:xfrm flipV="1">
                <a:off x="-381969" y="-159654"/>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D40100"/>
              </a:solidFill>
              <a:ln w="12700" cap="flat">
                <a:noFill/>
                <a:prstDash val="solid"/>
                <a:miter/>
              </a:ln>
            </p:spPr>
            <p:txBody>
              <a:bodyPr rtlCol="0" anchor="ctr"/>
              <a:lstStyle/>
              <a:p>
                <a:endParaRPr lang="en-IN" dirty="0"/>
              </a:p>
            </p:txBody>
          </p:sp>
          <p:sp>
            <p:nvSpPr>
              <p:cNvPr id="29" name="Freeform: Shape 28">
                <a:extLst>
                  <a:ext uri="{FF2B5EF4-FFF2-40B4-BE49-F238E27FC236}">
                    <a16:creationId xmlns:a16="http://schemas.microsoft.com/office/drawing/2014/main" id="{DC035558-ABCB-D084-D849-1634AAC6D9C4}"/>
                  </a:ext>
                </a:extLst>
              </p:cNvPr>
              <p:cNvSpPr/>
              <p:nvPr/>
            </p:nvSpPr>
            <p:spPr>
              <a:xfrm flipV="1">
                <a:off x="-381969" y="1055637"/>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B288FD"/>
              </a:solidFill>
              <a:ln w="12700" cap="flat">
                <a:noFill/>
                <a:prstDash val="solid"/>
                <a:miter/>
              </a:ln>
            </p:spPr>
            <p:txBody>
              <a:bodyPr rtlCol="0" anchor="ctr"/>
              <a:lstStyle/>
              <a:p>
                <a:endParaRPr lang="en-IN" dirty="0"/>
              </a:p>
            </p:txBody>
          </p:sp>
          <p:sp>
            <p:nvSpPr>
              <p:cNvPr id="30" name="Freeform: Shape 29">
                <a:extLst>
                  <a:ext uri="{FF2B5EF4-FFF2-40B4-BE49-F238E27FC236}">
                    <a16:creationId xmlns:a16="http://schemas.microsoft.com/office/drawing/2014/main" id="{044B0769-ADBA-AACB-386D-30076B372DCA}"/>
                  </a:ext>
                </a:extLst>
              </p:cNvPr>
              <p:cNvSpPr/>
              <p:nvPr/>
            </p:nvSpPr>
            <p:spPr>
              <a:xfrm flipV="1">
                <a:off x="-381969" y="2270928"/>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304FFF"/>
              </a:solidFill>
              <a:ln w="12700" cap="flat">
                <a:noFill/>
                <a:prstDash val="solid"/>
                <a:miter/>
              </a:ln>
            </p:spPr>
            <p:txBody>
              <a:bodyPr rtlCol="0" anchor="ctr"/>
              <a:lstStyle/>
              <a:p>
                <a:endParaRPr lang="en-IN" dirty="0"/>
              </a:p>
            </p:txBody>
          </p:sp>
          <p:sp>
            <p:nvSpPr>
              <p:cNvPr id="34" name="Freeform: Shape 33">
                <a:extLst>
                  <a:ext uri="{FF2B5EF4-FFF2-40B4-BE49-F238E27FC236}">
                    <a16:creationId xmlns:a16="http://schemas.microsoft.com/office/drawing/2014/main" id="{B8D2D870-D1C0-FBBD-C271-87E7E0B5B24E}"/>
                  </a:ext>
                </a:extLst>
              </p:cNvPr>
              <p:cNvSpPr/>
              <p:nvPr/>
            </p:nvSpPr>
            <p:spPr>
              <a:xfrm flipV="1">
                <a:off x="-381969" y="3483788"/>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FF3D00"/>
              </a:solidFill>
              <a:ln w="12700" cap="flat">
                <a:noFill/>
                <a:prstDash val="solid"/>
                <a:miter/>
              </a:ln>
            </p:spPr>
            <p:txBody>
              <a:bodyPr rtlCol="0" anchor="ctr"/>
              <a:lstStyle/>
              <a:p>
                <a:endParaRPr lang="en-IN" dirty="0"/>
              </a:p>
            </p:txBody>
          </p:sp>
          <p:sp>
            <p:nvSpPr>
              <p:cNvPr id="35" name="Freeform: Shape 34">
                <a:extLst>
                  <a:ext uri="{FF2B5EF4-FFF2-40B4-BE49-F238E27FC236}">
                    <a16:creationId xmlns:a16="http://schemas.microsoft.com/office/drawing/2014/main" id="{7C0FF234-A716-6553-D143-F39574AFE2DC}"/>
                  </a:ext>
                </a:extLst>
              </p:cNvPr>
              <p:cNvSpPr/>
              <p:nvPr/>
            </p:nvSpPr>
            <p:spPr>
              <a:xfrm flipV="1">
                <a:off x="-381969" y="4699079"/>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AFEA00"/>
              </a:solidFill>
              <a:ln w="12700" cap="flat">
                <a:noFill/>
                <a:prstDash val="solid"/>
                <a:miter/>
              </a:ln>
            </p:spPr>
            <p:txBody>
              <a:bodyPr rtlCol="0" anchor="ctr"/>
              <a:lstStyle/>
              <a:p>
                <a:endParaRPr lang="en-IN" dirty="0"/>
              </a:p>
            </p:txBody>
          </p:sp>
          <p:sp>
            <p:nvSpPr>
              <p:cNvPr id="36" name="Freeform: Shape 35">
                <a:extLst>
                  <a:ext uri="{FF2B5EF4-FFF2-40B4-BE49-F238E27FC236}">
                    <a16:creationId xmlns:a16="http://schemas.microsoft.com/office/drawing/2014/main" id="{92BDADC6-D6CE-9DA6-4412-91087B7A589A}"/>
                  </a:ext>
                </a:extLst>
              </p:cNvPr>
              <p:cNvSpPr/>
              <p:nvPr/>
            </p:nvSpPr>
            <p:spPr>
              <a:xfrm flipV="1">
                <a:off x="-381969" y="5914370"/>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6100E9"/>
              </a:solidFill>
              <a:ln w="12700" cap="flat">
                <a:noFill/>
                <a:prstDash val="solid"/>
                <a:miter/>
              </a:ln>
            </p:spPr>
            <p:txBody>
              <a:bodyPr rtlCol="0" anchor="ctr"/>
              <a:lstStyle/>
              <a:p>
                <a:endParaRPr lang="en-IN" dirty="0"/>
              </a:p>
            </p:txBody>
          </p:sp>
        </p:grpSp>
        <p:grpSp>
          <p:nvGrpSpPr>
            <p:cNvPr id="40" name="Group 39">
              <a:extLst>
                <a:ext uri="{FF2B5EF4-FFF2-40B4-BE49-F238E27FC236}">
                  <a16:creationId xmlns:a16="http://schemas.microsoft.com/office/drawing/2014/main" id="{16AD39E2-BFAB-AA63-B30A-2D45050F4C44}"/>
                </a:ext>
              </a:extLst>
            </p:cNvPr>
            <p:cNvGrpSpPr/>
            <p:nvPr/>
          </p:nvGrpSpPr>
          <p:grpSpPr>
            <a:xfrm>
              <a:off x="-483569" y="-137053"/>
              <a:ext cx="763938" cy="7252656"/>
              <a:chOff x="-381969" y="-159654"/>
              <a:chExt cx="763938" cy="7252656"/>
            </a:xfrm>
            <a:noFill/>
          </p:grpSpPr>
          <p:sp>
            <p:nvSpPr>
              <p:cNvPr id="41" name="Freeform: Shape 40">
                <a:extLst>
                  <a:ext uri="{FF2B5EF4-FFF2-40B4-BE49-F238E27FC236}">
                    <a16:creationId xmlns:a16="http://schemas.microsoft.com/office/drawing/2014/main" id="{803B008E-F370-1FF1-1C5B-2644F215FB70}"/>
                  </a:ext>
                </a:extLst>
              </p:cNvPr>
              <p:cNvSpPr/>
              <p:nvPr/>
            </p:nvSpPr>
            <p:spPr>
              <a:xfrm flipV="1">
                <a:off x="-381969" y="-159654"/>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grpFill/>
              <a:ln w="3175" cap="flat">
                <a:solidFill>
                  <a:schemeClr val="bg1"/>
                </a:solidFill>
                <a:prstDash val="solid"/>
                <a:miter/>
              </a:ln>
            </p:spPr>
            <p:txBody>
              <a:bodyPr rtlCol="0" anchor="ctr"/>
              <a:lstStyle/>
              <a:p>
                <a:endParaRPr lang="en-IN" dirty="0"/>
              </a:p>
            </p:txBody>
          </p:sp>
          <p:sp>
            <p:nvSpPr>
              <p:cNvPr id="42" name="Freeform: Shape 41">
                <a:extLst>
                  <a:ext uri="{FF2B5EF4-FFF2-40B4-BE49-F238E27FC236}">
                    <a16:creationId xmlns:a16="http://schemas.microsoft.com/office/drawing/2014/main" id="{7EB68C54-F5B3-7CC8-845B-39D9BC976354}"/>
                  </a:ext>
                </a:extLst>
              </p:cNvPr>
              <p:cNvSpPr/>
              <p:nvPr/>
            </p:nvSpPr>
            <p:spPr>
              <a:xfrm flipV="1">
                <a:off x="-381969" y="1055637"/>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grpFill/>
              <a:ln w="3175" cap="flat">
                <a:solidFill>
                  <a:schemeClr val="bg1"/>
                </a:solidFill>
                <a:prstDash val="solid"/>
                <a:miter/>
              </a:ln>
            </p:spPr>
            <p:txBody>
              <a:bodyPr rtlCol="0" anchor="ctr"/>
              <a:lstStyle/>
              <a:p>
                <a:endParaRPr lang="en-IN" dirty="0"/>
              </a:p>
            </p:txBody>
          </p:sp>
          <p:sp>
            <p:nvSpPr>
              <p:cNvPr id="43" name="Freeform: Shape 42">
                <a:extLst>
                  <a:ext uri="{FF2B5EF4-FFF2-40B4-BE49-F238E27FC236}">
                    <a16:creationId xmlns:a16="http://schemas.microsoft.com/office/drawing/2014/main" id="{313F4B16-CC0E-5829-32FC-4F4EEFE8AAFC}"/>
                  </a:ext>
                </a:extLst>
              </p:cNvPr>
              <p:cNvSpPr/>
              <p:nvPr/>
            </p:nvSpPr>
            <p:spPr>
              <a:xfrm flipV="1">
                <a:off x="-381969" y="2270928"/>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grpFill/>
              <a:ln w="3175" cap="flat">
                <a:solidFill>
                  <a:schemeClr val="bg1"/>
                </a:solidFill>
                <a:prstDash val="solid"/>
                <a:miter/>
              </a:ln>
            </p:spPr>
            <p:txBody>
              <a:bodyPr rtlCol="0" anchor="ctr"/>
              <a:lstStyle/>
              <a:p>
                <a:endParaRPr lang="en-IN" dirty="0"/>
              </a:p>
            </p:txBody>
          </p:sp>
          <p:sp>
            <p:nvSpPr>
              <p:cNvPr id="44" name="Freeform: Shape 43">
                <a:extLst>
                  <a:ext uri="{FF2B5EF4-FFF2-40B4-BE49-F238E27FC236}">
                    <a16:creationId xmlns:a16="http://schemas.microsoft.com/office/drawing/2014/main" id="{6E4F7F3D-BB6C-7727-CAC7-67D2FD50FBFF}"/>
                  </a:ext>
                </a:extLst>
              </p:cNvPr>
              <p:cNvSpPr/>
              <p:nvPr/>
            </p:nvSpPr>
            <p:spPr>
              <a:xfrm flipV="1">
                <a:off x="-381969" y="3483788"/>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grpFill/>
              <a:ln w="3175" cap="flat">
                <a:solidFill>
                  <a:schemeClr val="bg1"/>
                </a:solidFill>
                <a:prstDash val="solid"/>
                <a:miter/>
              </a:ln>
            </p:spPr>
            <p:txBody>
              <a:bodyPr rtlCol="0" anchor="ctr"/>
              <a:lstStyle/>
              <a:p>
                <a:endParaRPr lang="en-IN" dirty="0"/>
              </a:p>
            </p:txBody>
          </p:sp>
          <p:sp>
            <p:nvSpPr>
              <p:cNvPr id="45" name="Freeform: Shape 44">
                <a:extLst>
                  <a:ext uri="{FF2B5EF4-FFF2-40B4-BE49-F238E27FC236}">
                    <a16:creationId xmlns:a16="http://schemas.microsoft.com/office/drawing/2014/main" id="{601ABD27-B264-9B11-90D2-3AF9EB0DAD4A}"/>
                  </a:ext>
                </a:extLst>
              </p:cNvPr>
              <p:cNvSpPr/>
              <p:nvPr/>
            </p:nvSpPr>
            <p:spPr>
              <a:xfrm flipV="1">
                <a:off x="-381969" y="4699079"/>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grpFill/>
              <a:ln w="3175" cap="flat">
                <a:solidFill>
                  <a:schemeClr val="bg1"/>
                </a:solidFill>
                <a:prstDash val="solid"/>
                <a:miter/>
              </a:ln>
            </p:spPr>
            <p:txBody>
              <a:bodyPr rtlCol="0" anchor="ctr"/>
              <a:lstStyle/>
              <a:p>
                <a:endParaRPr lang="en-IN" dirty="0"/>
              </a:p>
            </p:txBody>
          </p:sp>
          <p:sp>
            <p:nvSpPr>
              <p:cNvPr id="46" name="Freeform: Shape 45">
                <a:extLst>
                  <a:ext uri="{FF2B5EF4-FFF2-40B4-BE49-F238E27FC236}">
                    <a16:creationId xmlns:a16="http://schemas.microsoft.com/office/drawing/2014/main" id="{DA5512AA-6E64-B13D-5EDF-B91731F8E5DE}"/>
                  </a:ext>
                </a:extLst>
              </p:cNvPr>
              <p:cNvSpPr/>
              <p:nvPr/>
            </p:nvSpPr>
            <p:spPr>
              <a:xfrm flipV="1">
                <a:off x="-381969" y="5914370"/>
                <a:ext cx="763938" cy="1178632"/>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grpFill/>
              <a:ln w="3175" cap="flat">
                <a:solidFill>
                  <a:schemeClr val="bg1"/>
                </a:solidFill>
                <a:prstDash val="solid"/>
                <a:miter/>
              </a:ln>
            </p:spPr>
            <p:txBody>
              <a:bodyPr rtlCol="0" anchor="ctr"/>
              <a:lstStyle/>
              <a:p>
                <a:endParaRPr lang="en-IN" dirty="0"/>
              </a:p>
            </p:txBody>
          </p:sp>
        </p:grpSp>
      </p:grpSp>
      <p:grpSp>
        <p:nvGrpSpPr>
          <p:cNvPr id="47" name="Group 46">
            <a:extLst>
              <a:ext uri="{FF2B5EF4-FFF2-40B4-BE49-F238E27FC236}">
                <a16:creationId xmlns:a16="http://schemas.microsoft.com/office/drawing/2014/main" id="{6AFD5F6E-73DC-53E6-67BE-053D4DE7A7AB}"/>
              </a:ext>
            </a:extLst>
          </p:cNvPr>
          <p:cNvGrpSpPr/>
          <p:nvPr/>
        </p:nvGrpSpPr>
        <p:grpSpPr>
          <a:xfrm>
            <a:off x="4870670" y="1078238"/>
            <a:ext cx="2450660" cy="3780972"/>
            <a:chOff x="4557489" y="1055326"/>
            <a:chExt cx="3077022" cy="4747348"/>
          </a:xfrm>
        </p:grpSpPr>
        <p:sp>
          <p:nvSpPr>
            <p:cNvPr id="10" name="Freeform: Shape 9">
              <a:extLst>
                <a:ext uri="{FF2B5EF4-FFF2-40B4-BE49-F238E27FC236}">
                  <a16:creationId xmlns:a16="http://schemas.microsoft.com/office/drawing/2014/main" id="{E60EA627-8C28-406F-2E3C-11BF6436257A}"/>
                </a:ext>
              </a:extLst>
            </p:cNvPr>
            <p:cNvSpPr/>
            <p:nvPr/>
          </p:nvSpPr>
          <p:spPr>
            <a:xfrm flipV="1">
              <a:off x="4557489" y="1055326"/>
              <a:ext cx="3077022" cy="474734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chemeClr val="bg1"/>
            </a:solidFill>
            <a:ln w="12700" cap="flat">
              <a:noFill/>
              <a:prstDash val="solid"/>
              <a:miter/>
            </a:ln>
          </p:spPr>
          <p:txBody>
            <a:bodyPr rtlCol="0" anchor="ctr"/>
            <a:lstStyle/>
            <a:p>
              <a:endParaRPr lang="en-IN" dirty="0"/>
            </a:p>
          </p:txBody>
        </p:sp>
        <p:sp>
          <p:nvSpPr>
            <p:cNvPr id="11" name="Freeform: Shape 10">
              <a:extLst>
                <a:ext uri="{FF2B5EF4-FFF2-40B4-BE49-F238E27FC236}">
                  <a16:creationId xmlns:a16="http://schemas.microsoft.com/office/drawing/2014/main" id="{48929ED4-9BA3-0034-CF6F-4A272973F295}"/>
                </a:ext>
              </a:extLst>
            </p:cNvPr>
            <p:cNvSpPr/>
            <p:nvPr/>
          </p:nvSpPr>
          <p:spPr>
            <a:xfrm flipV="1">
              <a:off x="5464774" y="4904113"/>
              <a:ext cx="342006" cy="448686"/>
            </a:xfrm>
            <a:custGeom>
              <a:avLst/>
              <a:gdLst>
                <a:gd name="connsiteX0" fmla="*/ 70 w 240626"/>
                <a:gd name="connsiteY0" fmla="*/ 315997 h 315683"/>
                <a:gd name="connsiteX1" fmla="*/ 70 w 240626"/>
                <a:gd name="connsiteY1" fmla="*/ 313 h 315683"/>
                <a:gd name="connsiteX2" fmla="*/ 97606 w 240626"/>
                <a:gd name="connsiteY2" fmla="*/ 313 h 315683"/>
                <a:gd name="connsiteX3" fmla="*/ 97606 w 240626"/>
                <a:gd name="connsiteY3" fmla="*/ 114321 h 315683"/>
                <a:gd name="connsiteX4" fmla="*/ 167812 w 240626"/>
                <a:gd name="connsiteY4" fmla="*/ 114321 h 315683"/>
                <a:gd name="connsiteX5" fmla="*/ 192780 w 240626"/>
                <a:gd name="connsiteY5" fmla="*/ 183308 h 315683"/>
                <a:gd name="connsiteX6" fmla="*/ 97606 w 240626"/>
                <a:gd name="connsiteY6" fmla="*/ 183308 h 315683"/>
                <a:gd name="connsiteX7" fmla="*/ 97606 w 240626"/>
                <a:gd name="connsiteY7" fmla="*/ 247214 h 315683"/>
                <a:gd name="connsiteX8" fmla="*/ 215818 w 240626"/>
                <a:gd name="connsiteY8" fmla="*/ 247214 h 315683"/>
                <a:gd name="connsiteX9" fmla="*/ 240697 w 240626"/>
                <a:gd name="connsiteY9" fmla="*/ 315997 h 315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626" h="315683">
                  <a:moveTo>
                    <a:pt x="70" y="315997"/>
                  </a:moveTo>
                  <a:lnTo>
                    <a:pt x="70" y="313"/>
                  </a:lnTo>
                  <a:lnTo>
                    <a:pt x="97606" y="313"/>
                  </a:lnTo>
                  <a:lnTo>
                    <a:pt x="97606" y="114321"/>
                  </a:lnTo>
                  <a:lnTo>
                    <a:pt x="167812" y="114321"/>
                  </a:lnTo>
                  <a:lnTo>
                    <a:pt x="192780" y="183308"/>
                  </a:lnTo>
                  <a:lnTo>
                    <a:pt x="97606" y="183308"/>
                  </a:lnTo>
                  <a:lnTo>
                    <a:pt x="97606" y="247214"/>
                  </a:lnTo>
                  <a:lnTo>
                    <a:pt x="215818" y="247214"/>
                  </a:lnTo>
                  <a:lnTo>
                    <a:pt x="240697" y="315997"/>
                  </a:lnTo>
                  <a:close/>
                </a:path>
              </a:pathLst>
            </a:custGeom>
            <a:solidFill>
              <a:schemeClr val="tx1"/>
            </a:solidFill>
            <a:ln w="1270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BFA8F87D-DDC6-9F3B-7A21-8AE0EB8FC029}"/>
                </a:ext>
              </a:extLst>
            </p:cNvPr>
            <p:cNvSpPr/>
            <p:nvPr/>
          </p:nvSpPr>
          <p:spPr>
            <a:xfrm flipV="1">
              <a:off x="5849181" y="4904113"/>
              <a:ext cx="138628" cy="448686"/>
            </a:xfrm>
            <a:custGeom>
              <a:avLst/>
              <a:gdLst>
                <a:gd name="connsiteX0" fmla="*/ 97 w 97535"/>
                <a:gd name="connsiteY0" fmla="*/ 315997 h 315683"/>
                <a:gd name="connsiteX1" fmla="*/ 109 w 97535"/>
                <a:gd name="connsiteY1" fmla="*/ 313 h 315683"/>
                <a:gd name="connsiteX2" fmla="*/ 97633 w 97535"/>
                <a:gd name="connsiteY2" fmla="*/ 313 h 315683"/>
                <a:gd name="connsiteX3" fmla="*/ 97633 w 97535"/>
                <a:gd name="connsiteY3" fmla="*/ 315997 h 315683"/>
              </a:gdLst>
              <a:ahLst/>
              <a:cxnLst>
                <a:cxn ang="0">
                  <a:pos x="connsiteX0" y="connsiteY0"/>
                </a:cxn>
                <a:cxn ang="0">
                  <a:pos x="connsiteX1" y="connsiteY1"/>
                </a:cxn>
                <a:cxn ang="0">
                  <a:pos x="connsiteX2" y="connsiteY2"/>
                </a:cxn>
                <a:cxn ang="0">
                  <a:pos x="connsiteX3" y="connsiteY3"/>
                </a:cxn>
              </a:cxnLst>
              <a:rect l="l" t="t" r="r" b="b"/>
              <a:pathLst>
                <a:path w="97535" h="315683">
                  <a:moveTo>
                    <a:pt x="97" y="315997"/>
                  </a:moveTo>
                  <a:lnTo>
                    <a:pt x="109" y="313"/>
                  </a:lnTo>
                  <a:lnTo>
                    <a:pt x="97633" y="313"/>
                  </a:lnTo>
                  <a:lnTo>
                    <a:pt x="97633" y="315997"/>
                  </a:lnTo>
                  <a:close/>
                </a:path>
              </a:pathLst>
            </a:custGeom>
            <a:solidFill>
              <a:schemeClr val="tx1"/>
            </a:solidFill>
            <a:ln w="12700"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36682CA7-DDE2-B78C-47B1-2141BB46F4FC}"/>
                </a:ext>
              </a:extLst>
            </p:cNvPr>
            <p:cNvSpPr/>
            <p:nvPr/>
          </p:nvSpPr>
          <p:spPr>
            <a:xfrm flipV="1">
              <a:off x="6083197" y="4904113"/>
              <a:ext cx="342006" cy="448686"/>
            </a:xfrm>
            <a:custGeom>
              <a:avLst/>
              <a:gdLst>
                <a:gd name="connsiteX0" fmla="*/ 116 w 240626"/>
                <a:gd name="connsiteY0" fmla="*/ 315997 h 315683"/>
                <a:gd name="connsiteX1" fmla="*/ 116 w 240626"/>
                <a:gd name="connsiteY1" fmla="*/ 313 h 315683"/>
                <a:gd name="connsiteX2" fmla="*/ 97652 w 240626"/>
                <a:gd name="connsiteY2" fmla="*/ 313 h 315683"/>
                <a:gd name="connsiteX3" fmla="*/ 97652 w 240626"/>
                <a:gd name="connsiteY3" fmla="*/ 114321 h 315683"/>
                <a:gd name="connsiteX4" fmla="*/ 167857 w 240626"/>
                <a:gd name="connsiteY4" fmla="*/ 114321 h 315683"/>
                <a:gd name="connsiteX5" fmla="*/ 192826 w 240626"/>
                <a:gd name="connsiteY5" fmla="*/ 183308 h 315683"/>
                <a:gd name="connsiteX6" fmla="*/ 97652 w 240626"/>
                <a:gd name="connsiteY6" fmla="*/ 183308 h 315683"/>
                <a:gd name="connsiteX7" fmla="*/ 97652 w 240626"/>
                <a:gd name="connsiteY7" fmla="*/ 247214 h 315683"/>
                <a:gd name="connsiteX8" fmla="*/ 215863 w 240626"/>
                <a:gd name="connsiteY8" fmla="*/ 247214 h 315683"/>
                <a:gd name="connsiteX9" fmla="*/ 240743 w 240626"/>
                <a:gd name="connsiteY9" fmla="*/ 315997 h 315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626" h="315683">
                  <a:moveTo>
                    <a:pt x="116" y="315997"/>
                  </a:moveTo>
                  <a:lnTo>
                    <a:pt x="116" y="313"/>
                  </a:lnTo>
                  <a:lnTo>
                    <a:pt x="97652" y="313"/>
                  </a:lnTo>
                  <a:lnTo>
                    <a:pt x="97652" y="114321"/>
                  </a:lnTo>
                  <a:lnTo>
                    <a:pt x="167857" y="114321"/>
                  </a:lnTo>
                  <a:lnTo>
                    <a:pt x="192826" y="183308"/>
                  </a:lnTo>
                  <a:lnTo>
                    <a:pt x="97652" y="183308"/>
                  </a:lnTo>
                  <a:lnTo>
                    <a:pt x="97652" y="247214"/>
                  </a:lnTo>
                  <a:lnTo>
                    <a:pt x="215863" y="247214"/>
                  </a:lnTo>
                  <a:lnTo>
                    <a:pt x="240743" y="315997"/>
                  </a:lnTo>
                  <a:close/>
                </a:path>
              </a:pathLst>
            </a:custGeom>
            <a:solidFill>
              <a:schemeClr val="tx1"/>
            </a:solidFill>
            <a:ln w="12700"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0EBED44B-701B-ABF5-9B61-92E959286AA9}"/>
                </a:ext>
              </a:extLst>
            </p:cNvPr>
            <p:cNvSpPr/>
            <p:nvPr/>
          </p:nvSpPr>
          <p:spPr>
            <a:xfrm flipV="1">
              <a:off x="6353534" y="4904107"/>
              <a:ext cx="468579" cy="448723"/>
            </a:xfrm>
            <a:custGeom>
              <a:avLst/>
              <a:gdLst>
                <a:gd name="connsiteX0" fmla="*/ 163472 w 329679"/>
                <a:gd name="connsiteY0" fmla="*/ 234889 h 315709"/>
                <a:gd name="connsiteX1" fmla="*/ 202448 w 329679"/>
                <a:gd name="connsiteY1" fmla="*/ 103393 h 315709"/>
                <a:gd name="connsiteX2" fmla="*/ 125778 w 329679"/>
                <a:gd name="connsiteY2" fmla="*/ 103393 h 315709"/>
                <a:gd name="connsiteX3" fmla="*/ 114310 w 329679"/>
                <a:gd name="connsiteY3" fmla="*/ 316016 h 315709"/>
                <a:gd name="connsiteX4" fmla="*/ 150 w 329679"/>
                <a:gd name="connsiteY4" fmla="*/ 307 h 315709"/>
                <a:gd name="connsiteX5" fmla="*/ 96175 w 329679"/>
                <a:gd name="connsiteY5" fmla="*/ 307 h 315709"/>
                <a:gd name="connsiteX6" fmla="*/ 108367 w 329679"/>
                <a:gd name="connsiteY6" fmla="*/ 42725 h 315709"/>
                <a:gd name="connsiteX7" fmla="*/ 218590 w 329679"/>
                <a:gd name="connsiteY7" fmla="*/ 42725 h 315709"/>
                <a:gd name="connsiteX8" fmla="*/ 231328 w 329679"/>
                <a:gd name="connsiteY8" fmla="*/ 307 h 315709"/>
                <a:gd name="connsiteX9" fmla="*/ 329829 w 329679"/>
                <a:gd name="connsiteY9" fmla="*/ 307 h 315709"/>
                <a:gd name="connsiteX10" fmla="*/ 215707 w 329679"/>
                <a:gd name="connsiteY10" fmla="*/ 316016 h 315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9679" h="315709">
                  <a:moveTo>
                    <a:pt x="163472" y="234889"/>
                  </a:moveTo>
                  <a:lnTo>
                    <a:pt x="202448" y="103393"/>
                  </a:lnTo>
                  <a:lnTo>
                    <a:pt x="125778" y="103393"/>
                  </a:lnTo>
                  <a:close/>
                  <a:moveTo>
                    <a:pt x="114310" y="316016"/>
                  </a:moveTo>
                  <a:lnTo>
                    <a:pt x="150" y="307"/>
                  </a:lnTo>
                  <a:lnTo>
                    <a:pt x="96175" y="307"/>
                  </a:lnTo>
                  <a:lnTo>
                    <a:pt x="108367" y="42725"/>
                  </a:lnTo>
                  <a:lnTo>
                    <a:pt x="218590" y="42725"/>
                  </a:lnTo>
                  <a:lnTo>
                    <a:pt x="231328" y="307"/>
                  </a:lnTo>
                  <a:lnTo>
                    <a:pt x="329829" y="307"/>
                  </a:lnTo>
                  <a:lnTo>
                    <a:pt x="215707" y="316016"/>
                  </a:lnTo>
                  <a:close/>
                </a:path>
              </a:pathLst>
            </a:custGeom>
            <a:solidFill>
              <a:schemeClr val="tx1"/>
            </a:solidFill>
            <a:ln w="12700"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8B73BE65-EBC1-B7E3-BA3F-C215FDF48FB2}"/>
                </a:ext>
              </a:extLst>
            </p:cNvPr>
            <p:cNvSpPr/>
            <p:nvPr/>
          </p:nvSpPr>
          <p:spPr>
            <a:xfrm flipV="1">
              <a:off x="7539565" y="5720259"/>
              <a:ext cx="79133" cy="82401"/>
            </a:xfrm>
            <a:custGeom>
              <a:avLst/>
              <a:gdLst>
                <a:gd name="connsiteX0" fmla="*/ 9391 w 55676"/>
                <a:gd name="connsiteY0" fmla="*/ 58325 h 57975"/>
                <a:gd name="connsiteX1" fmla="*/ 222 w 55676"/>
                <a:gd name="connsiteY1" fmla="*/ 58325 h 57975"/>
                <a:gd name="connsiteX2" fmla="*/ 222 w 55676"/>
                <a:gd name="connsiteY2" fmla="*/ 350 h 57975"/>
                <a:gd name="connsiteX3" fmla="*/ 9391 w 55676"/>
                <a:gd name="connsiteY3" fmla="*/ 350 h 57975"/>
                <a:gd name="connsiteX4" fmla="*/ 9391 w 55676"/>
                <a:gd name="connsiteY4" fmla="*/ 23439 h 57975"/>
                <a:gd name="connsiteX5" fmla="*/ 55899 w 55676"/>
                <a:gd name="connsiteY5" fmla="*/ 23439 h 57975"/>
                <a:gd name="connsiteX6" fmla="*/ 55899 w 55676"/>
                <a:gd name="connsiteY6" fmla="*/ 35148 h 57975"/>
                <a:gd name="connsiteX7" fmla="*/ 9391 w 55676"/>
                <a:gd name="connsiteY7" fmla="*/ 35148 h 5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76" h="57975">
                  <a:moveTo>
                    <a:pt x="9391" y="58325"/>
                  </a:moveTo>
                  <a:lnTo>
                    <a:pt x="222" y="58325"/>
                  </a:lnTo>
                  <a:lnTo>
                    <a:pt x="222" y="350"/>
                  </a:lnTo>
                  <a:lnTo>
                    <a:pt x="9391" y="350"/>
                  </a:lnTo>
                  <a:lnTo>
                    <a:pt x="9391" y="23439"/>
                  </a:lnTo>
                  <a:lnTo>
                    <a:pt x="55899" y="23439"/>
                  </a:lnTo>
                  <a:lnTo>
                    <a:pt x="55899" y="35148"/>
                  </a:lnTo>
                  <a:lnTo>
                    <a:pt x="9391" y="35148"/>
                  </a:lnTo>
                  <a:close/>
                </a:path>
              </a:pathLst>
            </a:custGeom>
            <a:solidFill>
              <a:schemeClr val="bg1"/>
            </a:solidFill>
            <a:ln w="12700"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F274403E-C353-F66D-BC0E-97096CC09374}"/>
                </a:ext>
              </a:extLst>
            </p:cNvPr>
            <p:cNvSpPr/>
            <p:nvPr/>
          </p:nvSpPr>
          <p:spPr>
            <a:xfrm flipV="1">
              <a:off x="7539567" y="5601394"/>
              <a:ext cx="79133" cy="108936"/>
            </a:xfrm>
            <a:custGeom>
              <a:avLst/>
              <a:gdLst>
                <a:gd name="connsiteX0" fmla="*/ 55902 w 55676"/>
                <a:gd name="connsiteY0" fmla="*/ 76987 h 76644"/>
                <a:gd name="connsiteX1" fmla="*/ 5305 w 55676"/>
                <a:gd name="connsiteY1" fmla="*/ 76987 h 76644"/>
                <a:gd name="connsiteX2" fmla="*/ 1584 w 55676"/>
                <a:gd name="connsiteY2" fmla="*/ 75717 h 76644"/>
                <a:gd name="connsiteX3" fmla="*/ 225 w 55676"/>
                <a:gd name="connsiteY3" fmla="*/ 72072 h 76644"/>
                <a:gd name="connsiteX4" fmla="*/ 225 w 55676"/>
                <a:gd name="connsiteY4" fmla="*/ 59144 h 76644"/>
                <a:gd name="connsiteX5" fmla="*/ 44294 w 55676"/>
                <a:gd name="connsiteY5" fmla="*/ 38697 h 76644"/>
                <a:gd name="connsiteX6" fmla="*/ 225 w 55676"/>
                <a:gd name="connsiteY6" fmla="*/ 18199 h 76644"/>
                <a:gd name="connsiteX7" fmla="*/ 225 w 55676"/>
                <a:gd name="connsiteY7" fmla="*/ 5334 h 76644"/>
                <a:gd name="connsiteX8" fmla="*/ 1584 w 55676"/>
                <a:gd name="connsiteY8" fmla="*/ 1689 h 76644"/>
                <a:gd name="connsiteX9" fmla="*/ 5305 w 55676"/>
                <a:gd name="connsiteY9" fmla="*/ 343 h 76644"/>
                <a:gd name="connsiteX10" fmla="*/ 55902 w 55676"/>
                <a:gd name="connsiteY10" fmla="*/ 343 h 76644"/>
                <a:gd name="connsiteX11" fmla="*/ 55902 w 55676"/>
                <a:gd name="connsiteY11" fmla="*/ 11722 h 76644"/>
                <a:gd name="connsiteX12" fmla="*/ 9407 w 55676"/>
                <a:gd name="connsiteY12" fmla="*/ 11722 h 76644"/>
                <a:gd name="connsiteX13" fmla="*/ 55902 w 55676"/>
                <a:gd name="connsiteY13" fmla="*/ 33020 h 76644"/>
                <a:gd name="connsiteX14" fmla="*/ 55902 w 55676"/>
                <a:gd name="connsiteY14" fmla="*/ 44234 h 76644"/>
                <a:gd name="connsiteX15" fmla="*/ 9407 w 55676"/>
                <a:gd name="connsiteY15" fmla="*/ 65608 h 76644"/>
                <a:gd name="connsiteX16" fmla="*/ 55902 w 55676"/>
                <a:gd name="connsiteY16" fmla="*/ 65608 h 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676" h="76644">
                  <a:moveTo>
                    <a:pt x="55902" y="76987"/>
                  </a:moveTo>
                  <a:lnTo>
                    <a:pt x="5305" y="76987"/>
                  </a:lnTo>
                  <a:cubicBezTo>
                    <a:pt x="3718" y="76987"/>
                    <a:pt x="2473" y="76568"/>
                    <a:pt x="1584" y="75717"/>
                  </a:cubicBezTo>
                  <a:cubicBezTo>
                    <a:pt x="670" y="74866"/>
                    <a:pt x="225" y="73647"/>
                    <a:pt x="225" y="72072"/>
                  </a:cubicBezTo>
                  <a:lnTo>
                    <a:pt x="225" y="59144"/>
                  </a:lnTo>
                  <a:lnTo>
                    <a:pt x="44294" y="38697"/>
                  </a:lnTo>
                  <a:lnTo>
                    <a:pt x="225" y="18199"/>
                  </a:lnTo>
                  <a:lnTo>
                    <a:pt x="225" y="5334"/>
                  </a:lnTo>
                  <a:cubicBezTo>
                    <a:pt x="225" y="3797"/>
                    <a:pt x="670" y="2603"/>
                    <a:pt x="1584" y="1689"/>
                  </a:cubicBezTo>
                  <a:cubicBezTo>
                    <a:pt x="2473" y="800"/>
                    <a:pt x="3718" y="343"/>
                    <a:pt x="5305" y="343"/>
                  </a:cubicBezTo>
                  <a:lnTo>
                    <a:pt x="55902" y="343"/>
                  </a:lnTo>
                  <a:lnTo>
                    <a:pt x="55902" y="11722"/>
                  </a:lnTo>
                  <a:lnTo>
                    <a:pt x="9407" y="11722"/>
                  </a:lnTo>
                  <a:lnTo>
                    <a:pt x="55902" y="33020"/>
                  </a:lnTo>
                  <a:lnTo>
                    <a:pt x="55902" y="44234"/>
                  </a:lnTo>
                  <a:lnTo>
                    <a:pt x="9407" y="65608"/>
                  </a:lnTo>
                  <a:lnTo>
                    <a:pt x="55902" y="65608"/>
                  </a:lnTo>
                  <a:close/>
                </a:path>
              </a:pathLst>
            </a:custGeom>
            <a:solidFill>
              <a:schemeClr val="bg1"/>
            </a:solidFill>
            <a:ln w="12700" cap="flat">
              <a:noFill/>
              <a:prstDash val="solid"/>
              <a:miter/>
            </a:ln>
          </p:spPr>
          <p:txBody>
            <a:bodyPr rtlCol="0" anchor="ctr"/>
            <a:lstStyle/>
            <a:p>
              <a:endParaRPr lang="en-IN"/>
            </a:p>
          </p:txBody>
        </p:sp>
        <p:pic>
          <p:nvPicPr>
            <p:cNvPr id="20" name="Picture 19" descr="A gold trophy with a green band around it&#10;&#10;AI-generated content may be incorrect.">
              <a:extLst>
                <a:ext uri="{FF2B5EF4-FFF2-40B4-BE49-F238E27FC236}">
                  <a16:creationId xmlns:a16="http://schemas.microsoft.com/office/drawing/2014/main" id="{FC8E1764-8E6C-D93C-BA0A-7696EF71FF04}"/>
                </a:ext>
              </a:extLst>
            </p:cNvPr>
            <p:cNvPicPr>
              <a:picLocks noChangeAspect="1"/>
            </p:cNvPicPr>
            <p:nvPr/>
          </p:nvPicPr>
          <p:blipFill>
            <a:blip r:embed="rId4">
              <a:extLst>
                <a:ext uri="{28A0092B-C50C-407E-A947-70E740481C1C}">
                  <a14:useLocalDpi xmlns:a14="http://schemas.microsoft.com/office/drawing/2010/main" val="0"/>
                </a:ext>
              </a:extLst>
            </a:blip>
            <a:srcRect l="26950" r="27000" b="3355"/>
            <a:stretch>
              <a:fillRect/>
            </a:stretch>
          </p:blipFill>
          <p:spPr>
            <a:xfrm>
              <a:off x="5290802" y="1277053"/>
              <a:ext cx="1685490" cy="3537345"/>
            </a:xfrm>
            <a:prstGeom prst="rect">
              <a:avLst/>
            </a:prstGeom>
          </p:spPr>
        </p:pic>
      </p:grpSp>
      <p:sp>
        <p:nvSpPr>
          <p:cNvPr id="2" name="TextBox 1">
            <a:extLst>
              <a:ext uri="{FF2B5EF4-FFF2-40B4-BE49-F238E27FC236}">
                <a16:creationId xmlns:a16="http://schemas.microsoft.com/office/drawing/2014/main" id="{2ADBEFBB-38D7-0345-211B-75511648E01D}"/>
              </a:ext>
            </a:extLst>
          </p:cNvPr>
          <p:cNvSpPr txBox="1"/>
          <p:nvPr/>
        </p:nvSpPr>
        <p:spPr>
          <a:xfrm>
            <a:off x="3541486" y="5035802"/>
            <a:ext cx="5268685" cy="646331"/>
          </a:xfrm>
          <a:prstGeom prst="rect">
            <a:avLst/>
          </a:prstGeom>
          <a:noFill/>
          <a:effectLst/>
        </p:spPr>
        <p:txBody>
          <a:bodyPr wrap="square" rtlCol="0">
            <a:spAutoFit/>
          </a:bodyPr>
          <a:lstStyle/>
          <a:p>
            <a:pPr algn="ctr"/>
            <a:r>
              <a:rPr lang="en-IN" sz="3600" dirty="0">
                <a:solidFill>
                  <a:schemeClr val="bg1"/>
                </a:solidFill>
                <a:effectLst>
                  <a:outerShdw dist="38100" dir="2700000" algn="tl" rotWithShape="0">
                    <a:srgbClr val="FFFF6D">
                      <a:alpha val="65000"/>
                    </a:srgbClr>
                  </a:outerShdw>
                </a:effectLst>
                <a:latin typeface="+mj-lt"/>
              </a:rPr>
              <a:t>FIFA WORLD CUP 2026 </a:t>
            </a:r>
          </a:p>
        </p:txBody>
      </p:sp>
      <p:sp>
        <p:nvSpPr>
          <p:cNvPr id="8" name="TextBox 7">
            <a:extLst>
              <a:ext uri="{FF2B5EF4-FFF2-40B4-BE49-F238E27FC236}">
                <a16:creationId xmlns:a16="http://schemas.microsoft.com/office/drawing/2014/main" id="{A2CD1FE1-AF95-8558-3854-52C6347F8730}"/>
              </a:ext>
            </a:extLst>
          </p:cNvPr>
          <p:cNvSpPr txBox="1"/>
          <p:nvPr/>
        </p:nvSpPr>
        <p:spPr>
          <a:xfrm>
            <a:off x="4307027" y="5582811"/>
            <a:ext cx="3704544" cy="369332"/>
          </a:xfrm>
          <a:prstGeom prst="rect">
            <a:avLst/>
          </a:prstGeom>
          <a:noFill/>
        </p:spPr>
        <p:txBody>
          <a:bodyPr wrap="square" rtlCol="0">
            <a:spAutoFit/>
          </a:bodyPr>
          <a:lstStyle/>
          <a:p>
            <a:pPr algn="ctr"/>
            <a:r>
              <a:rPr lang="en-IN" spc="300" dirty="0">
                <a:solidFill>
                  <a:srgbClr val="FFFF6D"/>
                </a:solidFill>
                <a:latin typeface="+mj-lt"/>
              </a:rPr>
              <a:t>USA.CANADA.MEXICO</a:t>
            </a:r>
          </a:p>
        </p:txBody>
      </p:sp>
      <p:grpSp>
        <p:nvGrpSpPr>
          <p:cNvPr id="6" name="Group 5">
            <a:extLst>
              <a:ext uri="{FF2B5EF4-FFF2-40B4-BE49-F238E27FC236}">
                <a16:creationId xmlns:a16="http://schemas.microsoft.com/office/drawing/2014/main" id="{3B71F0DB-67F0-4760-34C3-670FF251BADB}"/>
              </a:ext>
            </a:extLst>
          </p:cNvPr>
          <p:cNvGrpSpPr/>
          <p:nvPr/>
        </p:nvGrpSpPr>
        <p:grpSpPr>
          <a:xfrm>
            <a:off x="9984644" y="-3416157"/>
            <a:ext cx="4003007" cy="10361688"/>
            <a:chOff x="9984644" y="-3416157"/>
            <a:chExt cx="4003007" cy="10361688"/>
          </a:xfrm>
        </p:grpSpPr>
        <p:sp>
          <p:nvSpPr>
            <p:cNvPr id="7" name="Freeform: Shape 6">
              <a:extLst>
                <a:ext uri="{FF2B5EF4-FFF2-40B4-BE49-F238E27FC236}">
                  <a16:creationId xmlns:a16="http://schemas.microsoft.com/office/drawing/2014/main" id="{2844C34C-4443-1657-1499-71A85A10F9E0}"/>
                </a:ext>
              </a:extLst>
            </p:cNvPr>
            <p:cNvSpPr/>
            <p:nvPr/>
          </p:nvSpPr>
          <p:spPr>
            <a:xfrm>
              <a:off x="10009642" y="-34161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 name="Freeform: Shape 4">
              <a:extLst>
                <a:ext uri="{FF2B5EF4-FFF2-40B4-BE49-F238E27FC236}">
                  <a16:creationId xmlns:a16="http://schemas.microsoft.com/office/drawing/2014/main" id="{B277E58A-93D2-FFCC-F9B3-E89F88988464}"/>
                </a:ext>
              </a:extLst>
            </p:cNvPr>
            <p:cNvSpPr/>
            <p:nvPr/>
          </p:nvSpPr>
          <p:spPr>
            <a:xfrm>
              <a:off x="9984644" y="-21409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 name="Freeform: Shape 2">
              <a:extLst>
                <a:ext uri="{FF2B5EF4-FFF2-40B4-BE49-F238E27FC236}">
                  <a16:creationId xmlns:a16="http://schemas.microsoft.com/office/drawing/2014/main" id="{738B2841-C37A-4317-1D77-22B86AB00CCC}"/>
                </a:ext>
              </a:extLst>
            </p:cNvPr>
            <p:cNvSpPr/>
            <p:nvPr/>
          </p:nvSpPr>
          <p:spPr>
            <a:xfrm>
              <a:off x="10133677" y="-14946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36349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 background with white dots&#10;&#10;AI-generated content may be incorrect.">
            <a:extLst>
              <a:ext uri="{FF2B5EF4-FFF2-40B4-BE49-F238E27FC236}">
                <a16:creationId xmlns:a16="http://schemas.microsoft.com/office/drawing/2014/main" id="{AD22987A-0B3F-74D8-81DB-83C4F517A189}"/>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sp>
        <p:nvSpPr>
          <p:cNvPr id="3" name="TextBox 2">
            <a:extLst>
              <a:ext uri="{FF2B5EF4-FFF2-40B4-BE49-F238E27FC236}">
                <a16:creationId xmlns:a16="http://schemas.microsoft.com/office/drawing/2014/main" id="{0CF6B67F-9B65-06CA-13B6-32DE21C74953}"/>
              </a:ext>
            </a:extLst>
          </p:cNvPr>
          <p:cNvSpPr txBox="1"/>
          <p:nvPr/>
        </p:nvSpPr>
        <p:spPr>
          <a:xfrm>
            <a:off x="623888" y="2315586"/>
            <a:ext cx="5764212" cy="2226828"/>
          </a:xfrm>
          <a:prstGeom prst="rect">
            <a:avLst/>
          </a:prstGeom>
          <a:noFill/>
        </p:spPr>
        <p:txBody>
          <a:bodyPr wrap="square" rtlCol="0">
            <a:spAutoFit/>
          </a:bodyPr>
          <a:lstStyle/>
          <a:p>
            <a:pPr>
              <a:lnSpc>
                <a:spcPct val="130000"/>
              </a:lnSpc>
            </a:pPr>
            <a:r>
              <a:rPr lang="es-SV" dirty="0">
                <a:solidFill>
                  <a:srgbClr val="9FEC03"/>
                </a:solidFill>
                <a:latin typeface="+mj-lt"/>
              </a:rPr>
              <a:t>La Copa Mundial de la FIFA 2026 marca una edición histórica del torneo de fútbol más grande y prestigioso del mundo. Por primera vez, el evento será organizado simultáneamente por tres países: Estados Unidos, Canadá y México, simbolizando la unidad, la cooperación y el espíritu global del fútbol.</a:t>
            </a:r>
            <a:endParaRPr lang="en-US" dirty="0">
              <a:solidFill>
                <a:srgbClr val="9FEC03"/>
              </a:solidFill>
              <a:latin typeface="+mj-lt"/>
            </a:endParaRPr>
          </a:p>
        </p:txBody>
      </p:sp>
      <p:sp>
        <p:nvSpPr>
          <p:cNvPr id="18" name="Freeform: Shape 17">
            <a:extLst>
              <a:ext uri="{FF2B5EF4-FFF2-40B4-BE49-F238E27FC236}">
                <a16:creationId xmlns:a16="http://schemas.microsoft.com/office/drawing/2014/main" id="{2ECFFD46-5630-72B5-3720-AB17739DEEBE}"/>
              </a:ext>
            </a:extLst>
          </p:cNvPr>
          <p:cNvSpPr/>
          <p:nvPr/>
        </p:nvSpPr>
        <p:spPr>
          <a:xfrm flipV="1">
            <a:off x="10685121" y="-761016"/>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FF3D00"/>
          </a:solidFill>
          <a:ln w="12700" cap="flat">
            <a:noFill/>
            <a:prstDash val="solid"/>
            <a:miter/>
          </a:ln>
        </p:spPr>
        <p:txBody>
          <a:bodyPr rtlCol="0" anchor="ctr"/>
          <a:lstStyle/>
          <a:p>
            <a:endParaRPr lang="en-IN" dirty="0"/>
          </a:p>
        </p:txBody>
      </p:sp>
      <p:sp>
        <p:nvSpPr>
          <p:cNvPr id="19" name="Freeform: Shape 18">
            <a:extLst>
              <a:ext uri="{FF2B5EF4-FFF2-40B4-BE49-F238E27FC236}">
                <a16:creationId xmlns:a16="http://schemas.microsoft.com/office/drawing/2014/main" id="{8355FE15-BD58-1F51-9E6B-CC5A1B56DFE1}"/>
              </a:ext>
            </a:extLst>
          </p:cNvPr>
          <p:cNvSpPr/>
          <p:nvPr/>
        </p:nvSpPr>
        <p:spPr>
          <a:xfrm flipV="1">
            <a:off x="10685121" y="2479295"/>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AFEA00"/>
          </a:solidFill>
          <a:ln w="12700" cap="flat">
            <a:noFill/>
            <a:prstDash val="solid"/>
            <a:miter/>
          </a:ln>
        </p:spPr>
        <p:txBody>
          <a:bodyPr rtlCol="0" anchor="ctr"/>
          <a:lstStyle/>
          <a:p>
            <a:endParaRPr lang="en-IN" dirty="0"/>
          </a:p>
        </p:txBody>
      </p:sp>
      <p:sp>
        <p:nvSpPr>
          <p:cNvPr id="20" name="Freeform: Shape 19">
            <a:extLst>
              <a:ext uri="{FF2B5EF4-FFF2-40B4-BE49-F238E27FC236}">
                <a16:creationId xmlns:a16="http://schemas.microsoft.com/office/drawing/2014/main" id="{9D2BE273-6A4A-A3D4-D6F5-80C5DABA3738}"/>
              </a:ext>
            </a:extLst>
          </p:cNvPr>
          <p:cNvSpPr/>
          <p:nvPr/>
        </p:nvSpPr>
        <p:spPr>
          <a:xfrm flipV="1">
            <a:off x="10685121" y="5719606"/>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6100E9"/>
          </a:solidFill>
          <a:ln w="12700" cap="flat">
            <a:noFill/>
            <a:prstDash val="solid"/>
            <a:miter/>
          </a:ln>
        </p:spPr>
        <p:txBody>
          <a:bodyPr rtlCol="0" anchor="ctr"/>
          <a:lstStyle/>
          <a:p>
            <a:endParaRPr lang="en-IN" dirty="0"/>
          </a:p>
        </p:txBody>
      </p:sp>
      <p:sp>
        <p:nvSpPr>
          <p:cNvPr id="12" name="Freeform: Shape 11">
            <a:extLst>
              <a:ext uri="{FF2B5EF4-FFF2-40B4-BE49-F238E27FC236}">
                <a16:creationId xmlns:a16="http://schemas.microsoft.com/office/drawing/2014/main" id="{FE6EBEE3-998D-DCBF-8CA6-DBC873AE0956}"/>
              </a:ext>
            </a:extLst>
          </p:cNvPr>
          <p:cNvSpPr/>
          <p:nvPr/>
        </p:nvSpPr>
        <p:spPr>
          <a:xfrm flipV="1">
            <a:off x="10414227" y="-700755"/>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noFill/>
          <a:ln w="3175" cap="flat">
            <a:solidFill>
              <a:schemeClr val="bg1"/>
            </a:solidFill>
            <a:prstDash val="solid"/>
            <a:miter/>
          </a:ln>
        </p:spPr>
        <p:txBody>
          <a:bodyPr rtlCol="0" anchor="ctr"/>
          <a:lstStyle/>
          <a:p>
            <a:endParaRPr lang="en-IN" dirty="0"/>
          </a:p>
        </p:txBody>
      </p:sp>
      <p:sp>
        <p:nvSpPr>
          <p:cNvPr id="13" name="Freeform: Shape 12">
            <a:extLst>
              <a:ext uri="{FF2B5EF4-FFF2-40B4-BE49-F238E27FC236}">
                <a16:creationId xmlns:a16="http://schemas.microsoft.com/office/drawing/2014/main" id="{F7E059E9-13BD-18D8-BCCB-8DEDA1E97440}"/>
              </a:ext>
            </a:extLst>
          </p:cNvPr>
          <p:cNvSpPr/>
          <p:nvPr/>
        </p:nvSpPr>
        <p:spPr>
          <a:xfrm flipV="1">
            <a:off x="10414227" y="2539556"/>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noFill/>
          <a:ln w="3175" cap="flat">
            <a:solidFill>
              <a:schemeClr val="bg1"/>
            </a:solidFill>
            <a:prstDash val="solid"/>
            <a:miter/>
          </a:ln>
        </p:spPr>
        <p:txBody>
          <a:bodyPr rtlCol="0" anchor="ctr"/>
          <a:lstStyle/>
          <a:p>
            <a:endParaRPr lang="en-IN" dirty="0"/>
          </a:p>
        </p:txBody>
      </p:sp>
      <p:sp>
        <p:nvSpPr>
          <p:cNvPr id="14" name="Freeform: Shape 13">
            <a:extLst>
              <a:ext uri="{FF2B5EF4-FFF2-40B4-BE49-F238E27FC236}">
                <a16:creationId xmlns:a16="http://schemas.microsoft.com/office/drawing/2014/main" id="{47A0AE81-FD12-A1D8-94B2-DF56322B007D}"/>
              </a:ext>
            </a:extLst>
          </p:cNvPr>
          <p:cNvSpPr/>
          <p:nvPr/>
        </p:nvSpPr>
        <p:spPr>
          <a:xfrm flipV="1">
            <a:off x="10414227" y="5779867"/>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noFill/>
          <a:ln w="3175" cap="flat">
            <a:solidFill>
              <a:schemeClr val="bg1"/>
            </a:solidFill>
            <a:prstDash val="solid"/>
            <a:miter/>
          </a:ln>
        </p:spPr>
        <p:txBody>
          <a:bodyPr rtlCol="0" anchor="ctr"/>
          <a:lstStyle/>
          <a:p>
            <a:endParaRPr lang="en-IN" dirty="0"/>
          </a:p>
        </p:txBody>
      </p:sp>
      <p:pic>
        <p:nvPicPr>
          <p:cNvPr id="4" name="Picture 3" descr="A gold trophy with a green band around it&#10;&#10;AI-generated content may be incorrect.">
            <a:extLst>
              <a:ext uri="{FF2B5EF4-FFF2-40B4-BE49-F238E27FC236}">
                <a16:creationId xmlns:a16="http://schemas.microsoft.com/office/drawing/2014/main" id="{700F6A9B-8BD1-5CBB-E185-23E5FE239055}"/>
              </a:ext>
            </a:extLst>
          </p:cNvPr>
          <p:cNvPicPr>
            <a:picLocks noChangeAspect="1"/>
          </p:cNvPicPr>
          <p:nvPr/>
        </p:nvPicPr>
        <p:blipFill>
          <a:blip r:embed="rId3">
            <a:extLst>
              <a:ext uri="{28A0092B-C50C-407E-A947-70E740481C1C}">
                <a14:useLocalDpi xmlns:a14="http://schemas.microsoft.com/office/drawing/2010/main" val="0"/>
              </a:ext>
            </a:extLst>
          </a:blip>
          <a:srcRect l="26950" r="27000" b="3355"/>
          <a:stretch>
            <a:fillRect/>
          </a:stretch>
        </p:blipFill>
        <p:spPr>
          <a:xfrm rot="1296239">
            <a:off x="6419349" y="2681835"/>
            <a:ext cx="2257178" cy="4737148"/>
          </a:xfrm>
          <a:prstGeom prst="rect">
            <a:avLst/>
          </a:prstGeom>
          <a:effectLst>
            <a:outerShdw dist="76200" dir="600000" algn="tl" rotWithShape="0">
              <a:srgbClr val="9FEC03"/>
            </a:outerShdw>
          </a:effectLst>
        </p:spPr>
      </p:pic>
      <p:grpSp>
        <p:nvGrpSpPr>
          <p:cNvPr id="8" name="Group 7">
            <a:extLst>
              <a:ext uri="{FF2B5EF4-FFF2-40B4-BE49-F238E27FC236}">
                <a16:creationId xmlns:a16="http://schemas.microsoft.com/office/drawing/2014/main" id="{5BAC6C76-4E47-F591-7D30-88B329F14F93}"/>
              </a:ext>
            </a:extLst>
          </p:cNvPr>
          <p:cNvGrpSpPr/>
          <p:nvPr/>
        </p:nvGrpSpPr>
        <p:grpSpPr>
          <a:xfrm rot="14619522">
            <a:off x="-2784728" y="-4370575"/>
            <a:ext cx="4003008" cy="10361688"/>
            <a:chOff x="-4611752" y="-4330557"/>
            <a:chExt cx="4003008" cy="10361688"/>
          </a:xfrm>
        </p:grpSpPr>
        <p:sp>
          <p:nvSpPr>
            <p:cNvPr id="5" name="Freeform: Shape 4">
              <a:extLst>
                <a:ext uri="{FF2B5EF4-FFF2-40B4-BE49-F238E27FC236}">
                  <a16:creationId xmlns:a16="http://schemas.microsoft.com/office/drawing/2014/main" id="{961C977D-BDDD-45FA-7254-C74BD115B877}"/>
                </a:ext>
              </a:extLst>
            </p:cNvPr>
            <p:cNvSpPr/>
            <p:nvPr/>
          </p:nvSpPr>
          <p:spPr>
            <a:xfrm>
              <a:off x="-4586753" y="-43305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6" name="Freeform: Shape 5">
              <a:extLst>
                <a:ext uri="{FF2B5EF4-FFF2-40B4-BE49-F238E27FC236}">
                  <a16:creationId xmlns:a16="http://schemas.microsoft.com/office/drawing/2014/main" id="{50F4B091-5DE3-9CE0-4E61-70E128965E24}"/>
                </a:ext>
              </a:extLst>
            </p:cNvPr>
            <p:cNvSpPr/>
            <p:nvPr/>
          </p:nvSpPr>
          <p:spPr>
            <a:xfrm>
              <a:off x="-4611752" y="-305536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7" name="Freeform: Shape 6">
              <a:extLst>
                <a:ext uri="{FF2B5EF4-FFF2-40B4-BE49-F238E27FC236}">
                  <a16:creationId xmlns:a16="http://schemas.microsoft.com/office/drawing/2014/main" id="{082C2A22-34CC-C23C-1A78-4C56BAEAB881}"/>
                </a:ext>
              </a:extLst>
            </p:cNvPr>
            <p:cNvSpPr/>
            <p:nvPr/>
          </p:nvSpPr>
          <p:spPr>
            <a:xfrm>
              <a:off x="-4462718" y="-24090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3974887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white dots&#10;&#10;AI-generated content may be incorrect.">
            <a:extLst>
              <a:ext uri="{FF2B5EF4-FFF2-40B4-BE49-F238E27FC236}">
                <a16:creationId xmlns:a16="http://schemas.microsoft.com/office/drawing/2014/main" id="{03D5A40E-D574-45E4-12A7-363F5EBB389F}"/>
              </a:ext>
            </a:extLst>
          </p:cNvPr>
          <p:cNvPicPr>
            <a:picLocks/>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sp>
        <p:nvSpPr>
          <p:cNvPr id="26" name="Trapezoid 25">
            <a:extLst>
              <a:ext uri="{FF2B5EF4-FFF2-40B4-BE49-F238E27FC236}">
                <a16:creationId xmlns:a16="http://schemas.microsoft.com/office/drawing/2014/main" id="{1C5E2834-4531-D4BB-668C-4776C237AA64}"/>
              </a:ext>
            </a:extLst>
          </p:cNvPr>
          <p:cNvSpPr/>
          <p:nvPr/>
        </p:nvSpPr>
        <p:spPr>
          <a:xfrm>
            <a:off x="5114513" y="-29900"/>
            <a:ext cx="2243627" cy="5116250"/>
          </a:xfrm>
          <a:prstGeom prst="trapezoid">
            <a:avLst>
              <a:gd name="adj" fmla="val 36038"/>
            </a:avLst>
          </a:pr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7" name="Group 6">
            <a:extLst>
              <a:ext uri="{FF2B5EF4-FFF2-40B4-BE49-F238E27FC236}">
                <a16:creationId xmlns:a16="http://schemas.microsoft.com/office/drawing/2014/main" id="{C8025D87-88D6-8F83-6F0A-2F987FBAF118}"/>
              </a:ext>
            </a:extLst>
          </p:cNvPr>
          <p:cNvGrpSpPr/>
          <p:nvPr/>
        </p:nvGrpSpPr>
        <p:grpSpPr>
          <a:xfrm rot="14619522">
            <a:off x="-2821718" y="-4389574"/>
            <a:ext cx="4003007" cy="10361688"/>
            <a:chOff x="-4611751" y="-4330557"/>
            <a:chExt cx="4003007" cy="10361688"/>
          </a:xfrm>
        </p:grpSpPr>
        <p:sp>
          <p:nvSpPr>
            <p:cNvPr id="8" name="Freeform: Shape 7">
              <a:extLst>
                <a:ext uri="{FF2B5EF4-FFF2-40B4-BE49-F238E27FC236}">
                  <a16:creationId xmlns:a16="http://schemas.microsoft.com/office/drawing/2014/main" id="{2AB8115E-3EF0-7161-FC1F-64E7145DBD02}"/>
                </a:ext>
              </a:extLst>
            </p:cNvPr>
            <p:cNvSpPr/>
            <p:nvPr/>
          </p:nvSpPr>
          <p:spPr>
            <a:xfrm>
              <a:off x="-4586753" y="-43305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9" name="Freeform: Shape 8">
              <a:extLst>
                <a:ext uri="{FF2B5EF4-FFF2-40B4-BE49-F238E27FC236}">
                  <a16:creationId xmlns:a16="http://schemas.microsoft.com/office/drawing/2014/main" id="{5E0CB3AB-7903-3331-9A84-4E2FB4B08709}"/>
                </a:ext>
              </a:extLst>
            </p:cNvPr>
            <p:cNvSpPr/>
            <p:nvPr/>
          </p:nvSpPr>
          <p:spPr>
            <a:xfrm>
              <a:off x="-4611751" y="-30553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E8F473BD-6742-23C9-9109-561C89ADA003}"/>
                </a:ext>
              </a:extLst>
            </p:cNvPr>
            <p:cNvSpPr/>
            <p:nvPr/>
          </p:nvSpPr>
          <p:spPr>
            <a:xfrm>
              <a:off x="-4462718" y="-24090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
        <p:nvSpPr>
          <p:cNvPr id="6" name="TextBox 5">
            <a:extLst>
              <a:ext uri="{FF2B5EF4-FFF2-40B4-BE49-F238E27FC236}">
                <a16:creationId xmlns:a16="http://schemas.microsoft.com/office/drawing/2014/main" id="{DF395124-BD20-E863-F11E-86B38480DC82}"/>
              </a:ext>
            </a:extLst>
          </p:cNvPr>
          <p:cNvSpPr txBox="1"/>
          <p:nvPr/>
        </p:nvSpPr>
        <p:spPr>
          <a:xfrm>
            <a:off x="2324100" y="609600"/>
            <a:ext cx="7543800" cy="707886"/>
          </a:xfrm>
          <a:prstGeom prst="rect">
            <a:avLst/>
          </a:prstGeom>
          <a:noFill/>
          <a:effectLst>
            <a:outerShdw blurRad="50800" dist="38100" dir="2700000" algn="tl" rotWithShape="0">
              <a:prstClr val="black">
                <a:alpha val="20000"/>
              </a:prstClr>
            </a:outerShdw>
          </a:effectLst>
        </p:spPr>
        <p:txBody>
          <a:bodyPr wrap="square" rtlCol="0">
            <a:spAutoFit/>
          </a:bodyPr>
          <a:lstStyle>
            <a:defPPr>
              <a:defRPr lang="en-US"/>
            </a:defPPr>
            <a:lvl1pPr>
              <a:defRPr sz="4000">
                <a:solidFill>
                  <a:schemeClr val="bg1"/>
                </a:solidFill>
                <a:effectLst>
                  <a:outerShdw dist="38100" dir="2700000" algn="tl" rotWithShape="0">
                    <a:srgbClr val="FFFF6D">
                      <a:alpha val="76000"/>
                    </a:srgbClr>
                  </a:outerShdw>
                </a:effectLst>
                <a:latin typeface="Cal Sans" pitchFamily="2" charset="0"/>
              </a:defRPr>
            </a:lvl1pPr>
          </a:lstStyle>
          <a:p>
            <a:pPr algn="ctr"/>
            <a:r>
              <a:rPr lang="en-IN" dirty="0">
                <a:latin typeface="+mj-lt"/>
              </a:rPr>
              <a:t>FECHAS CLAVE Y CALENDARIO</a:t>
            </a:r>
          </a:p>
        </p:txBody>
      </p:sp>
      <p:sp>
        <p:nvSpPr>
          <p:cNvPr id="73" name="Parallelogram 72">
            <a:extLst>
              <a:ext uri="{FF2B5EF4-FFF2-40B4-BE49-F238E27FC236}">
                <a16:creationId xmlns:a16="http://schemas.microsoft.com/office/drawing/2014/main" id="{EADFE259-3D56-2C93-6A12-FB76BF63C5AE}"/>
              </a:ext>
            </a:extLst>
          </p:cNvPr>
          <p:cNvSpPr/>
          <p:nvPr/>
        </p:nvSpPr>
        <p:spPr>
          <a:xfrm>
            <a:off x="-509084" y="2938418"/>
            <a:ext cx="5442549" cy="1402093"/>
          </a:xfrm>
          <a:prstGeom prst="parallelogram">
            <a:avLst>
              <a:gd name="adj" fmla="val 25564"/>
            </a:avLst>
          </a:prstGeom>
          <a:noFill/>
          <a:ln w="15875">
            <a:solidFill>
              <a:srgbClr val="9FEC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Parallelogram 12">
            <a:extLst>
              <a:ext uri="{FF2B5EF4-FFF2-40B4-BE49-F238E27FC236}">
                <a16:creationId xmlns:a16="http://schemas.microsoft.com/office/drawing/2014/main" id="{EF87E0B6-FDE3-2C1C-8C9F-B15BD4A02495}"/>
              </a:ext>
            </a:extLst>
          </p:cNvPr>
          <p:cNvSpPr/>
          <p:nvPr/>
        </p:nvSpPr>
        <p:spPr>
          <a:xfrm>
            <a:off x="-1149950" y="2636166"/>
            <a:ext cx="5442549" cy="649337"/>
          </a:xfrm>
          <a:prstGeom prst="parallelogram">
            <a:avLst>
              <a:gd name="adj" fmla="val 25564"/>
            </a:avLst>
          </a:prstGeom>
          <a:gradFill>
            <a:gsLst>
              <a:gs pos="0">
                <a:srgbClr val="FFE79D"/>
              </a:gs>
              <a:gs pos="88000">
                <a:srgbClr val="55380C"/>
              </a:gs>
            </a:gsLst>
            <a:lin ang="5400000" scaled="1"/>
          </a:gradFill>
          <a:ln w="3175">
            <a:solidFill>
              <a:srgbClr val="FFE7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B3BFBF9-5C51-4EA5-51BE-4BD0D47F9DB8}"/>
              </a:ext>
            </a:extLst>
          </p:cNvPr>
          <p:cNvSpPr txBox="1"/>
          <p:nvPr/>
        </p:nvSpPr>
        <p:spPr>
          <a:xfrm>
            <a:off x="535064" y="2674608"/>
            <a:ext cx="3440475" cy="584775"/>
          </a:xfrm>
          <a:prstGeom prst="rect">
            <a:avLst/>
          </a:prstGeom>
          <a:noFill/>
        </p:spPr>
        <p:txBody>
          <a:bodyPr wrap="square" rtlCol="0">
            <a:spAutoFit/>
          </a:bodyPr>
          <a:lstStyle/>
          <a:p>
            <a:pPr algn="r"/>
            <a:r>
              <a:rPr lang="en-IN" sz="3200" dirty="0" err="1">
                <a:solidFill>
                  <a:schemeClr val="bg1"/>
                </a:solidFill>
                <a:effectLst>
                  <a:outerShdw blurRad="50800" dist="38100" dir="2700000" algn="tl" rotWithShape="0">
                    <a:prstClr val="black">
                      <a:alpha val="40000"/>
                    </a:prstClr>
                  </a:outerShdw>
                </a:effectLst>
                <a:latin typeface="+mj-lt"/>
                <a:ea typeface="Red Hat Display" panose="02010303040201060303" pitchFamily="2" charset="0"/>
                <a:cs typeface="Red Hat Display" panose="02010303040201060303" pitchFamily="2" charset="0"/>
              </a:rPr>
              <a:t>Inicia</a:t>
            </a:r>
            <a:endParaRPr lang="en-IN" sz="3200" dirty="0">
              <a:solidFill>
                <a:schemeClr val="bg1"/>
              </a:solidFill>
              <a:effectLst>
                <a:outerShdw blurRad="50800" dist="38100" dir="2700000" algn="tl" rotWithShape="0">
                  <a:prstClr val="black">
                    <a:alpha val="40000"/>
                  </a:prstClr>
                </a:outerShdw>
              </a:effectLst>
              <a:latin typeface="+mj-lt"/>
              <a:ea typeface="Red Hat Display" panose="02010303040201060303" pitchFamily="2" charset="0"/>
              <a:cs typeface="Red Hat Display" panose="02010303040201060303" pitchFamily="2" charset="0"/>
            </a:endParaRPr>
          </a:p>
        </p:txBody>
      </p:sp>
      <p:sp>
        <p:nvSpPr>
          <p:cNvPr id="16" name="TextBox 15">
            <a:extLst>
              <a:ext uri="{FF2B5EF4-FFF2-40B4-BE49-F238E27FC236}">
                <a16:creationId xmlns:a16="http://schemas.microsoft.com/office/drawing/2014/main" id="{008E8CB8-2E30-D37D-7659-F6E18F2BA430}"/>
              </a:ext>
            </a:extLst>
          </p:cNvPr>
          <p:cNvSpPr txBox="1"/>
          <p:nvPr/>
        </p:nvSpPr>
        <p:spPr>
          <a:xfrm>
            <a:off x="1045921" y="3426967"/>
            <a:ext cx="2950441" cy="584775"/>
          </a:xfrm>
          <a:prstGeom prst="rect">
            <a:avLst/>
          </a:prstGeom>
          <a:noFill/>
        </p:spPr>
        <p:txBody>
          <a:bodyPr wrap="square" rtlCol="0">
            <a:spAutoFit/>
          </a:bodyPr>
          <a:lstStyle/>
          <a:p>
            <a:pPr algn="r"/>
            <a:r>
              <a:rPr lang="en-IN" sz="3200" b="1" dirty="0">
                <a:solidFill>
                  <a:srgbClr val="9FEC03"/>
                </a:solidFill>
                <a:ea typeface="Red Hat Display" panose="02010303040201060303" pitchFamily="2" charset="0"/>
                <a:cs typeface="Red Hat Display" panose="02010303040201060303" pitchFamily="2" charset="0"/>
              </a:rPr>
              <a:t>Junio 11, 2026</a:t>
            </a:r>
          </a:p>
        </p:txBody>
      </p:sp>
      <p:pic>
        <p:nvPicPr>
          <p:cNvPr id="17" name="Picture 16" descr="A gold trophy with a green band around it&#10;&#10;AI-generated content may be incorrect.">
            <a:extLst>
              <a:ext uri="{FF2B5EF4-FFF2-40B4-BE49-F238E27FC236}">
                <a16:creationId xmlns:a16="http://schemas.microsoft.com/office/drawing/2014/main" id="{9377E421-6C53-8B6D-5765-02F294EBEA0D}"/>
              </a:ext>
            </a:extLst>
          </p:cNvPr>
          <p:cNvPicPr>
            <a:picLocks noChangeAspect="1"/>
          </p:cNvPicPr>
          <p:nvPr/>
        </p:nvPicPr>
        <p:blipFill>
          <a:blip r:embed="rId3">
            <a:extLst>
              <a:ext uri="{28A0092B-C50C-407E-A947-70E740481C1C}">
                <a14:useLocalDpi xmlns:a14="http://schemas.microsoft.com/office/drawing/2010/main" val="0"/>
              </a:ext>
            </a:extLst>
          </a:blip>
          <a:srcRect l="26950" r="27000" b="3355"/>
          <a:stretch>
            <a:fillRect/>
          </a:stretch>
        </p:blipFill>
        <p:spPr>
          <a:xfrm>
            <a:off x="5581949" y="1762906"/>
            <a:ext cx="1342390" cy="2817279"/>
          </a:xfrm>
          <a:prstGeom prst="rect">
            <a:avLst/>
          </a:prstGeom>
        </p:spPr>
      </p:pic>
      <p:sp>
        <p:nvSpPr>
          <p:cNvPr id="18" name="Parallelogram 17">
            <a:extLst>
              <a:ext uri="{FF2B5EF4-FFF2-40B4-BE49-F238E27FC236}">
                <a16:creationId xmlns:a16="http://schemas.microsoft.com/office/drawing/2014/main" id="{8CBCB997-C8F9-E802-82EC-097B6BCE42F5}"/>
              </a:ext>
            </a:extLst>
          </p:cNvPr>
          <p:cNvSpPr/>
          <p:nvPr/>
        </p:nvSpPr>
        <p:spPr>
          <a:xfrm flipH="1">
            <a:off x="7578873" y="2938418"/>
            <a:ext cx="5442549" cy="1402093"/>
          </a:xfrm>
          <a:prstGeom prst="parallelogram">
            <a:avLst>
              <a:gd name="adj" fmla="val 25564"/>
            </a:avLst>
          </a:prstGeom>
          <a:noFill/>
          <a:ln w="15875">
            <a:solidFill>
              <a:srgbClr val="9FEC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Parallelogram 18">
            <a:extLst>
              <a:ext uri="{FF2B5EF4-FFF2-40B4-BE49-F238E27FC236}">
                <a16:creationId xmlns:a16="http://schemas.microsoft.com/office/drawing/2014/main" id="{63B03174-1FC7-F800-BF8D-4363E9645692}"/>
              </a:ext>
            </a:extLst>
          </p:cNvPr>
          <p:cNvSpPr/>
          <p:nvPr/>
        </p:nvSpPr>
        <p:spPr>
          <a:xfrm flipH="1">
            <a:off x="8233407" y="2636166"/>
            <a:ext cx="5442549" cy="649337"/>
          </a:xfrm>
          <a:prstGeom prst="parallelogram">
            <a:avLst>
              <a:gd name="adj" fmla="val 25564"/>
            </a:avLst>
          </a:prstGeom>
          <a:gradFill>
            <a:gsLst>
              <a:gs pos="0">
                <a:srgbClr val="FFE79D"/>
              </a:gs>
              <a:gs pos="88000">
                <a:srgbClr val="55380C"/>
              </a:gs>
            </a:gsLst>
            <a:lin ang="5400000" scaled="1"/>
          </a:gradFill>
          <a:ln w="3175">
            <a:solidFill>
              <a:srgbClr val="FFE7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68A2408E-3FDC-476C-69F6-716879AB1B1C}"/>
              </a:ext>
            </a:extLst>
          </p:cNvPr>
          <p:cNvSpPr txBox="1"/>
          <p:nvPr/>
        </p:nvSpPr>
        <p:spPr>
          <a:xfrm flipH="1">
            <a:off x="8642071" y="2674608"/>
            <a:ext cx="3440475" cy="584775"/>
          </a:xfrm>
          <a:prstGeom prst="rect">
            <a:avLst/>
          </a:prstGeom>
          <a:noFill/>
        </p:spPr>
        <p:txBody>
          <a:bodyPr wrap="square" rtlCol="0">
            <a:spAutoFit/>
          </a:bodyPr>
          <a:lstStyle>
            <a:defPPr>
              <a:defRPr lang="en-US"/>
            </a:defPPr>
            <a:lvl1pPr>
              <a:defRPr sz="3200">
                <a:solidFill>
                  <a:schemeClr val="bg1"/>
                </a:solidFill>
                <a:effectLst>
                  <a:outerShdw blurRad="50800" dist="38100" dir="2700000" algn="tl" rotWithShape="0">
                    <a:prstClr val="black">
                      <a:alpha val="40000"/>
                    </a:prstClr>
                  </a:outerShdw>
                </a:effectLst>
                <a:latin typeface="Cal Sans" pitchFamily="2" charset="0"/>
                <a:ea typeface="Red Hat Display" panose="02010303040201060303" pitchFamily="2" charset="0"/>
                <a:cs typeface="Red Hat Display" panose="02010303040201060303" pitchFamily="2" charset="0"/>
              </a:defRPr>
            </a:lvl1pPr>
          </a:lstStyle>
          <a:p>
            <a:r>
              <a:rPr lang="en-IN" dirty="0" err="1">
                <a:latin typeface="+mj-lt"/>
              </a:rPr>
              <a:t>Finaliza</a:t>
            </a:r>
            <a:endParaRPr lang="en-IN" dirty="0">
              <a:latin typeface="+mj-lt"/>
            </a:endParaRPr>
          </a:p>
        </p:txBody>
      </p:sp>
      <p:sp>
        <p:nvSpPr>
          <p:cNvPr id="21" name="TextBox 20">
            <a:extLst>
              <a:ext uri="{FF2B5EF4-FFF2-40B4-BE49-F238E27FC236}">
                <a16:creationId xmlns:a16="http://schemas.microsoft.com/office/drawing/2014/main" id="{7C9E1793-02D7-3BC2-0615-7B9A0BB5897A}"/>
              </a:ext>
            </a:extLst>
          </p:cNvPr>
          <p:cNvSpPr txBox="1"/>
          <p:nvPr/>
        </p:nvSpPr>
        <p:spPr>
          <a:xfrm flipH="1">
            <a:off x="8642071" y="3435645"/>
            <a:ext cx="2950441" cy="584775"/>
          </a:xfrm>
          <a:prstGeom prst="rect">
            <a:avLst/>
          </a:prstGeom>
          <a:noFill/>
        </p:spPr>
        <p:txBody>
          <a:bodyPr wrap="square" rtlCol="0">
            <a:spAutoFit/>
          </a:bodyPr>
          <a:lstStyle>
            <a:defPPr>
              <a:defRPr lang="en-US"/>
            </a:defPPr>
            <a:lvl1pPr>
              <a:defRPr sz="3200" b="1">
                <a:solidFill>
                  <a:srgbClr val="9FEC03"/>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dirty="0">
                <a:latin typeface="+mn-lt"/>
              </a:rPr>
              <a:t>Julio 19, 2026</a:t>
            </a:r>
          </a:p>
        </p:txBody>
      </p:sp>
      <p:sp>
        <p:nvSpPr>
          <p:cNvPr id="27" name="Rectangle 26">
            <a:extLst>
              <a:ext uri="{FF2B5EF4-FFF2-40B4-BE49-F238E27FC236}">
                <a16:creationId xmlns:a16="http://schemas.microsoft.com/office/drawing/2014/main" id="{6871A905-EE46-BEB5-BF3E-A91D9CFD2168}"/>
              </a:ext>
            </a:extLst>
          </p:cNvPr>
          <p:cNvSpPr/>
          <p:nvPr/>
        </p:nvSpPr>
        <p:spPr>
          <a:xfrm>
            <a:off x="246856" y="5086350"/>
            <a:ext cx="11698288" cy="1569082"/>
          </a:xfrm>
          <a:prstGeom prst="rect">
            <a:avLst/>
          </a:prstGeom>
          <a:noFill/>
          <a:ln w="15875">
            <a:solidFill>
              <a:srgbClr val="9FEC03"/>
            </a:solid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8" name="TextBox 27">
            <a:extLst>
              <a:ext uri="{FF2B5EF4-FFF2-40B4-BE49-F238E27FC236}">
                <a16:creationId xmlns:a16="http://schemas.microsoft.com/office/drawing/2014/main" id="{16AEF06C-28BF-3E70-E1F5-19E9827AB237}"/>
              </a:ext>
            </a:extLst>
          </p:cNvPr>
          <p:cNvSpPr txBox="1"/>
          <p:nvPr/>
        </p:nvSpPr>
        <p:spPr>
          <a:xfrm>
            <a:off x="1830809" y="5448712"/>
            <a:ext cx="8488136" cy="1111523"/>
          </a:xfrm>
          <a:prstGeom prst="rect">
            <a:avLst/>
          </a:prstGeom>
          <a:noFill/>
        </p:spPr>
        <p:txBody>
          <a:bodyPr wrap="square" rtlCol="0">
            <a:spAutoFit/>
          </a:bodyPr>
          <a:lstStyle/>
          <a:p>
            <a:pPr algn="ctr">
              <a:lnSpc>
                <a:spcPct val="120000"/>
              </a:lnSpc>
            </a:pPr>
            <a:r>
              <a:rPr lang="es-SV" sz="1400" dirty="0">
                <a:solidFill>
                  <a:schemeClr val="bg1"/>
                </a:solidFill>
                <a:ea typeface="Red Hat Display" panose="02010303040201060303" pitchFamily="2" charset="0"/>
                <a:cs typeface="Red Hat Display" panose="02010303040201060303" pitchFamily="2" charset="0"/>
              </a:rPr>
              <a:t>La Copa Mundial de la FIFA 2026 comenzará el 11 de junio de 2026 con el partido inaugural y concluirá con la final el 19 de julio de 2026. El torneo contará con un formato ampliado, comenzando con una fase de grupos, seguida por la ronda de 32, rondas eliminatorias, semifinales y la gran final para decidir al campeón.</a:t>
            </a:r>
            <a:endParaRPr lang="en-US" sz="1400" dirty="0">
              <a:solidFill>
                <a:schemeClr val="bg1"/>
              </a:solidFill>
              <a:ea typeface="Red Hat Display" panose="02010303040201060303" pitchFamily="2" charset="0"/>
              <a:cs typeface="Red Hat Display" panose="02010303040201060303" pitchFamily="2" charset="0"/>
            </a:endParaRPr>
          </a:p>
        </p:txBody>
      </p:sp>
      <p:sp>
        <p:nvSpPr>
          <p:cNvPr id="30" name="TextBox 29">
            <a:extLst>
              <a:ext uri="{FF2B5EF4-FFF2-40B4-BE49-F238E27FC236}">
                <a16:creationId xmlns:a16="http://schemas.microsoft.com/office/drawing/2014/main" id="{45410BF4-F00E-7B0E-99A8-649CF9CE3C96}"/>
              </a:ext>
            </a:extLst>
          </p:cNvPr>
          <p:cNvSpPr txBox="1"/>
          <p:nvPr/>
        </p:nvSpPr>
        <p:spPr>
          <a:xfrm>
            <a:off x="1045921" y="3904110"/>
            <a:ext cx="2950441" cy="307777"/>
          </a:xfrm>
          <a:prstGeom prst="rect">
            <a:avLst/>
          </a:prstGeom>
          <a:noFill/>
        </p:spPr>
        <p:txBody>
          <a:bodyPr wrap="square" rtlCol="0">
            <a:spAutoFit/>
          </a:bodyPr>
          <a:lstStyle/>
          <a:p>
            <a:pPr algn="r"/>
            <a:r>
              <a:rPr lang="en-IN" sz="1400" dirty="0">
                <a:solidFill>
                  <a:schemeClr val="bg1"/>
                </a:solidFill>
                <a:ea typeface="Red Hat Display" panose="02010303040201060303" pitchFamily="2" charset="0"/>
                <a:cs typeface="Red Hat Display" panose="02010303040201060303" pitchFamily="2" charset="0"/>
              </a:rPr>
              <a:t>Estadio Azteca </a:t>
            </a:r>
            <a:endParaRPr lang="en-IN" sz="2400" b="1" dirty="0">
              <a:solidFill>
                <a:schemeClr val="bg1"/>
              </a:solidFill>
              <a:ea typeface="Red Hat Display" panose="02010303040201060303" pitchFamily="2" charset="0"/>
              <a:cs typeface="Red Hat Display" panose="02010303040201060303" pitchFamily="2" charset="0"/>
            </a:endParaRPr>
          </a:p>
        </p:txBody>
      </p:sp>
      <p:sp>
        <p:nvSpPr>
          <p:cNvPr id="31" name="TextBox 30">
            <a:extLst>
              <a:ext uri="{FF2B5EF4-FFF2-40B4-BE49-F238E27FC236}">
                <a16:creationId xmlns:a16="http://schemas.microsoft.com/office/drawing/2014/main" id="{9BDAF7A3-C7EC-D324-AE37-1945D240EDE7}"/>
              </a:ext>
            </a:extLst>
          </p:cNvPr>
          <p:cNvSpPr txBox="1"/>
          <p:nvPr/>
        </p:nvSpPr>
        <p:spPr>
          <a:xfrm>
            <a:off x="8659183" y="3908361"/>
            <a:ext cx="2950441" cy="307777"/>
          </a:xfrm>
          <a:prstGeom prst="rect">
            <a:avLst/>
          </a:prstGeom>
          <a:noFill/>
        </p:spPr>
        <p:txBody>
          <a:bodyPr wrap="square" rtlCol="0">
            <a:spAutoFit/>
          </a:bodyPr>
          <a:lstStyle/>
          <a:p>
            <a:r>
              <a:rPr lang="en-IN" sz="1400" dirty="0">
                <a:solidFill>
                  <a:schemeClr val="bg1"/>
                </a:solidFill>
                <a:ea typeface="Red Hat Display" panose="02010303040201060303" pitchFamily="2" charset="0"/>
                <a:cs typeface="Red Hat Display" panose="02010303040201060303" pitchFamily="2" charset="0"/>
              </a:rPr>
              <a:t>MetLife Stadium</a:t>
            </a:r>
            <a:endParaRPr lang="en-IN" sz="2400" b="1" dirty="0">
              <a:solidFill>
                <a:schemeClr val="bg1"/>
              </a:solidFill>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46071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white dots&#10;&#10;AI-generated content may be incorrect.">
            <a:extLst>
              <a:ext uri="{FF2B5EF4-FFF2-40B4-BE49-F238E27FC236}">
                <a16:creationId xmlns:a16="http://schemas.microsoft.com/office/drawing/2014/main" id="{EDECDA02-16BC-1D22-E93C-47096720E568}"/>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91622" y="0"/>
            <a:ext cx="12375244" cy="6858001"/>
          </a:xfrm>
          <a:prstGeom prst="rect">
            <a:avLst/>
          </a:prstGeom>
          <a:solidFill>
            <a:schemeClr val="tx1"/>
          </a:solidFill>
        </p:spPr>
      </p:pic>
      <p:sp>
        <p:nvSpPr>
          <p:cNvPr id="22" name="Parallelogram 21">
            <a:extLst>
              <a:ext uri="{FF2B5EF4-FFF2-40B4-BE49-F238E27FC236}">
                <a16:creationId xmlns:a16="http://schemas.microsoft.com/office/drawing/2014/main" id="{440F7FC8-BCD9-2E44-C884-CC76077B8FE2}"/>
              </a:ext>
            </a:extLst>
          </p:cNvPr>
          <p:cNvSpPr/>
          <p:nvPr/>
        </p:nvSpPr>
        <p:spPr>
          <a:xfrm>
            <a:off x="718734" y="5203174"/>
            <a:ext cx="10319521" cy="650831"/>
          </a:xfrm>
          <a:prstGeom prst="parallelogram">
            <a:avLst>
              <a:gd name="adj" fmla="val 25564"/>
            </a:avLst>
          </a:prstGeom>
          <a:noFill/>
          <a:ln w="15875">
            <a:solidFill>
              <a:srgbClr val="FF3C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Parallelogram 13">
            <a:extLst>
              <a:ext uri="{FF2B5EF4-FFF2-40B4-BE49-F238E27FC236}">
                <a16:creationId xmlns:a16="http://schemas.microsoft.com/office/drawing/2014/main" id="{BB4E95D3-3FE4-7EED-A99A-5AFF1E45DCBD}"/>
              </a:ext>
            </a:extLst>
          </p:cNvPr>
          <p:cNvSpPr/>
          <p:nvPr/>
        </p:nvSpPr>
        <p:spPr>
          <a:xfrm>
            <a:off x="1366735" y="2813918"/>
            <a:ext cx="10319521" cy="650831"/>
          </a:xfrm>
          <a:prstGeom prst="parallelogram">
            <a:avLst>
              <a:gd name="adj" fmla="val 25564"/>
            </a:avLst>
          </a:prstGeom>
          <a:noFill/>
          <a:ln w="15875">
            <a:solidFill>
              <a:srgbClr val="FF3C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3C01"/>
              </a:solidFill>
            </a:endParaRPr>
          </a:p>
        </p:txBody>
      </p:sp>
      <p:sp>
        <p:nvSpPr>
          <p:cNvPr id="15" name="Parallelogram 14">
            <a:extLst>
              <a:ext uri="{FF2B5EF4-FFF2-40B4-BE49-F238E27FC236}">
                <a16:creationId xmlns:a16="http://schemas.microsoft.com/office/drawing/2014/main" id="{11B64802-D1D7-8538-E3CC-F9118BD36A93}"/>
              </a:ext>
            </a:extLst>
          </p:cNvPr>
          <p:cNvSpPr/>
          <p:nvPr/>
        </p:nvSpPr>
        <p:spPr>
          <a:xfrm>
            <a:off x="1146935" y="3606587"/>
            <a:ext cx="10319521" cy="650831"/>
          </a:xfrm>
          <a:prstGeom prst="parallelogram">
            <a:avLst>
              <a:gd name="adj" fmla="val 25564"/>
            </a:avLst>
          </a:prstGeom>
          <a:noFill/>
          <a:ln w="15875">
            <a:solidFill>
              <a:srgbClr val="610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Parallelogram 17">
            <a:extLst>
              <a:ext uri="{FF2B5EF4-FFF2-40B4-BE49-F238E27FC236}">
                <a16:creationId xmlns:a16="http://schemas.microsoft.com/office/drawing/2014/main" id="{CD83F30C-B070-525D-08FA-978A13B13A07}"/>
              </a:ext>
            </a:extLst>
          </p:cNvPr>
          <p:cNvSpPr/>
          <p:nvPr/>
        </p:nvSpPr>
        <p:spPr>
          <a:xfrm>
            <a:off x="936239" y="4403448"/>
            <a:ext cx="10319521" cy="650831"/>
          </a:xfrm>
          <a:prstGeom prst="parallelogram">
            <a:avLst>
              <a:gd name="adj" fmla="val 25564"/>
            </a:avLst>
          </a:prstGeom>
          <a:noFill/>
          <a:ln w="15875">
            <a:solidFill>
              <a:srgbClr val="9FEC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Parallelogram 18">
            <a:extLst>
              <a:ext uri="{FF2B5EF4-FFF2-40B4-BE49-F238E27FC236}">
                <a16:creationId xmlns:a16="http://schemas.microsoft.com/office/drawing/2014/main" id="{D91CC9D3-2BFD-BC84-9BC9-CF5DB87909E0}"/>
              </a:ext>
            </a:extLst>
          </p:cNvPr>
          <p:cNvSpPr/>
          <p:nvPr/>
        </p:nvSpPr>
        <p:spPr>
          <a:xfrm>
            <a:off x="1573041" y="1996168"/>
            <a:ext cx="10319521" cy="650831"/>
          </a:xfrm>
          <a:prstGeom prst="parallelogram">
            <a:avLst>
              <a:gd name="adj" fmla="val 25564"/>
            </a:avLst>
          </a:prstGeom>
          <a:noFill/>
          <a:ln w="15875">
            <a:solidFill>
              <a:srgbClr val="9FEC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825ADA3-7D57-131C-9667-96CCFF72232F}"/>
              </a:ext>
            </a:extLst>
          </p:cNvPr>
          <p:cNvSpPr txBox="1"/>
          <p:nvPr/>
        </p:nvSpPr>
        <p:spPr>
          <a:xfrm>
            <a:off x="2324099" y="656682"/>
            <a:ext cx="7543800" cy="707886"/>
          </a:xfrm>
          <a:prstGeom prst="rect">
            <a:avLst/>
          </a:prstGeom>
          <a:noFill/>
          <a:effectLst>
            <a:outerShdw blurRad="50800" dist="38100" dir="2700000" algn="tl" rotWithShape="0">
              <a:prstClr val="black">
                <a:alpha val="20000"/>
              </a:prstClr>
            </a:outerShdw>
          </a:effectLst>
        </p:spPr>
        <p:txBody>
          <a:bodyPr wrap="square" rtlCol="0">
            <a:spAutoFit/>
          </a:bodyPr>
          <a:lstStyle>
            <a:defPPr>
              <a:defRPr lang="en-US"/>
            </a:defPPr>
            <a:lvl1pPr>
              <a:defRPr sz="4000">
                <a:solidFill>
                  <a:schemeClr val="bg1"/>
                </a:solidFill>
                <a:effectLst>
                  <a:outerShdw dist="38100" dir="2700000" algn="tl" rotWithShape="0">
                    <a:srgbClr val="FFFF6D">
                      <a:alpha val="76000"/>
                    </a:srgbClr>
                  </a:outerShdw>
                </a:effectLst>
                <a:latin typeface="Cal Sans" pitchFamily="2" charset="0"/>
              </a:defRPr>
            </a:lvl1pPr>
          </a:lstStyle>
          <a:p>
            <a:pPr algn="ctr"/>
            <a:r>
              <a:rPr lang="en-IN">
                <a:latin typeface="+mj-lt"/>
              </a:rPr>
              <a:t>FORMATO DEL TORNEO</a:t>
            </a:r>
            <a:endParaRPr lang="en-IN" dirty="0">
              <a:latin typeface="+mj-lt"/>
            </a:endParaRPr>
          </a:p>
        </p:txBody>
      </p:sp>
      <p:grpSp>
        <p:nvGrpSpPr>
          <p:cNvPr id="7" name="Group 6">
            <a:extLst>
              <a:ext uri="{FF2B5EF4-FFF2-40B4-BE49-F238E27FC236}">
                <a16:creationId xmlns:a16="http://schemas.microsoft.com/office/drawing/2014/main" id="{84FEC295-BA20-695B-D29D-E48DD04AF69E}"/>
              </a:ext>
            </a:extLst>
          </p:cNvPr>
          <p:cNvGrpSpPr/>
          <p:nvPr/>
        </p:nvGrpSpPr>
        <p:grpSpPr>
          <a:xfrm rot="14619522">
            <a:off x="-2868143" y="-4504490"/>
            <a:ext cx="4003007" cy="10361688"/>
            <a:chOff x="-4611751" y="-4330557"/>
            <a:chExt cx="4003007" cy="10361688"/>
          </a:xfrm>
        </p:grpSpPr>
        <p:sp>
          <p:nvSpPr>
            <p:cNvPr id="8" name="Freeform: Shape 7">
              <a:extLst>
                <a:ext uri="{FF2B5EF4-FFF2-40B4-BE49-F238E27FC236}">
                  <a16:creationId xmlns:a16="http://schemas.microsoft.com/office/drawing/2014/main" id="{E1AC63CE-4793-4FAB-DB3F-E5FE9550A5D1}"/>
                </a:ext>
              </a:extLst>
            </p:cNvPr>
            <p:cNvSpPr/>
            <p:nvPr/>
          </p:nvSpPr>
          <p:spPr>
            <a:xfrm>
              <a:off x="-4586753" y="-43305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9" name="Freeform: Shape 8">
              <a:extLst>
                <a:ext uri="{FF2B5EF4-FFF2-40B4-BE49-F238E27FC236}">
                  <a16:creationId xmlns:a16="http://schemas.microsoft.com/office/drawing/2014/main" id="{A84AA919-9DF3-9D1E-27B7-E08D44CA3275}"/>
                </a:ext>
              </a:extLst>
            </p:cNvPr>
            <p:cNvSpPr/>
            <p:nvPr/>
          </p:nvSpPr>
          <p:spPr>
            <a:xfrm>
              <a:off x="-4611751" y="-30553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E91EC2FD-0FF7-A39E-3866-C83376BA5442}"/>
                </a:ext>
              </a:extLst>
            </p:cNvPr>
            <p:cNvSpPr/>
            <p:nvPr/>
          </p:nvSpPr>
          <p:spPr>
            <a:xfrm>
              <a:off x="-4462718" y="-24090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
        <p:nvSpPr>
          <p:cNvPr id="11" name="Freeform: Shape 10">
            <a:extLst>
              <a:ext uri="{FF2B5EF4-FFF2-40B4-BE49-F238E27FC236}">
                <a16:creationId xmlns:a16="http://schemas.microsoft.com/office/drawing/2014/main" id="{9808C15A-C0E4-E2D9-9FA9-3C3623086123}"/>
              </a:ext>
            </a:extLst>
          </p:cNvPr>
          <p:cNvSpPr/>
          <p:nvPr/>
        </p:nvSpPr>
        <p:spPr>
          <a:xfrm>
            <a:off x="10009642" y="-34161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2" name="Freeform: Shape 11">
            <a:extLst>
              <a:ext uri="{FF2B5EF4-FFF2-40B4-BE49-F238E27FC236}">
                <a16:creationId xmlns:a16="http://schemas.microsoft.com/office/drawing/2014/main" id="{D4E5187F-3728-A11A-428B-D42C37CD26E2}"/>
              </a:ext>
            </a:extLst>
          </p:cNvPr>
          <p:cNvSpPr/>
          <p:nvPr/>
        </p:nvSpPr>
        <p:spPr>
          <a:xfrm>
            <a:off x="9984644" y="-21409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3" name="Freeform: Shape 12">
            <a:extLst>
              <a:ext uri="{FF2B5EF4-FFF2-40B4-BE49-F238E27FC236}">
                <a16:creationId xmlns:a16="http://schemas.microsoft.com/office/drawing/2014/main" id="{019CA332-3A19-B734-0DFF-33D0E57ECAB2}"/>
              </a:ext>
            </a:extLst>
          </p:cNvPr>
          <p:cNvSpPr/>
          <p:nvPr/>
        </p:nvSpPr>
        <p:spPr>
          <a:xfrm>
            <a:off x="10133677" y="-14946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0" name="TextBox 19">
            <a:extLst>
              <a:ext uri="{FF2B5EF4-FFF2-40B4-BE49-F238E27FC236}">
                <a16:creationId xmlns:a16="http://schemas.microsoft.com/office/drawing/2014/main" id="{3BCCF001-DE79-86A4-4AA4-FD0D48F71CA0}"/>
              </a:ext>
            </a:extLst>
          </p:cNvPr>
          <p:cNvSpPr txBox="1"/>
          <p:nvPr/>
        </p:nvSpPr>
        <p:spPr>
          <a:xfrm>
            <a:off x="2295847" y="2121528"/>
            <a:ext cx="8123087" cy="400110"/>
          </a:xfrm>
          <a:prstGeom prst="rect">
            <a:avLst/>
          </a:prstGeom>
          <a:noFill/>
        </p:spPr>
        <p:txBody>
          <a:bodyPr wrap="square" rtlCol="0">
            <a:spAutoFit/>
          </a:bodyPr>
          <a:lstStyle/>
          <a:p>
            <a:pPr algn="r"/>
            <a:r>
              <a:rPr lang="en-US" sz="2000" b="1" dirty="0">
                <a:solidFill>
                  <a:srgbClr val="9FEC03"/>
                </a:solidFill>
                <a:ea typeface="Red Hat Display" panose="02010303040201060303" pitchFamily="2" charset="0"/>
                <a:cs typeface="Red Hat Display" panose="02010303040201060303" pitchFamily="2" charset="0"/>
              </a:rPr>
              <a:t>48</a:t>
            </a:r>
            <a:r>
              <a:rPr lang="en-US" sz="2000" dirty="0">
                <a:solidFill>
                  <a:schemeClr val="bg1"/>
                </a:solidFill>
                <a:ea typeface="Red Hat Display" panose="02010303040201060303" pitchFamily="2" charset="0"/>
                <a:cs typeface="Red Hat Display" panose="02010303040201060303" pitchFamily="2" charset="0"/>
              </a:rPr>
              <a:t> </a:t>
            </a:r>
            <a:r>
              <a:rPr lang="en-US" sz="2000" dirty="0" err="1">
                <a:solidFill>
                  <a:schemeClr val="bg1"/>
                </a:solidFill>
                <a:ea typeface="Red Hat Display" panose="02010303040201060303" pitchFamily="2" charset="0"/>
                <a:cs typeface="Red Hat Display" panose="02010303040201060303" pitchFamily="2" charset="0"/>
              </a:rPr>
              <a:t>Equipos</a:t>
            </a:r>
            <a:r>
              <a:rPr lang="en-US" sz="2000" dirty="0">
                <a:solidFill>
                  <a:schemeClr val="bg1"/>
                </a:solidFill>
                <a:ea typeface="Red Hat Display" panose="02010303040201060303" pitchFamily="2" charset="0"/>
                <a:cs typeface="Red Hat Display" panose="02010303040201060303" pitchFamily="2" charset="0"/>
              </a:rPr>
              <a:t> </a:t>
            </a:r>
            <a:r>
              <a:rPr lang="en-US" sz="2000" dirty="0" err="1">
                <a:solidFill>
                  <a:schemeClr val="bg1"/>
                </a:solidFill>
                <a:ea typeface="Red Hat Display" panose="02010303040201060303" pitchFamily="2" charset="0"/>
                <a:cs typeface="Red Hat Display" panose="02010303040201060303" pitchFamily="2" charset="0"/>
              </a:rPr>
              <a:t>divididos</a:t>
            </a:r>
            <a:r>
              <a:rPr lang="en-US" sz="2000" dirty="0">
                <a:solidFill>
                  <a:schemeClr val="bg1"/>
                </a:solidFill>
                <a:ea typeface="Red Hat Display" panose="02010303040201060303" pitchFamily="2" charset="0"/>
                <a:cs typeface="Red Hat Display" panose="02010303040201060303" pitchFamily="2" charset="0"/>
              </a:rPr>
              <a:t> en</a:t>
            </a:r>
            <a:r>
              <a:rPr lang="en-US" sz="2000" b="1" dirty="0">
                <a:solidFill>
                  <a:srgbClr val="9FEC03"/>
                </a:solidFill>
                <a:ea typeface="Red Hat Display" panose="02010303040201060303" pitchFamily="2" charset="0"/>
                <a:cs typeface="Red Hat Display" panose="02010303040201060303" pitchFamily="2" charset="0"/>
              </a:rPr>
              <a:t>12</a:t>
            </a:r>
            <a:r>
              <a:rPr lang="en-US" sz="2000" dirty="0">
                <a:solidFill>
                  <a:schemeClr val="bg1"/>
                </a:solidFill>
                <a:ea typeface="Red Hat Display" panose="02010303040201060303" pitchFamily="2" charset="0"/>
                <a:cs typeface="Red Hat Display" panose="02010303040201060303" pitchFamily="2" charset="0"/>
              </a:rPr>
              <a:t> </a:t>
            </a:r>
            <a:r>
              <a:rPr lang="en-US" sz="2000" dirty="0" err="1">
                <a:solidFill>
                  <a:schemeClr val="bg1"/>
                </a:solidFill>
                <a:ea typeface="Red Hat Display" panose="02010303040201060303" pitchFamily="2" charset="0"/>
                <a:cs typeface="Red Hat Display" panose="02010303040201060303" pitchFamily="2" charset="0"/>
              </a:rPr>
              <a:t>grupos</a:t>
            </a:r>
            <a:r>
              <a:rPr lang="en-US" sz="2000" dirty="0">
                <a:solidFill>
                  <a:schemeClr val="bg1"/>
                </a:solidFill>
                <a:ea typeface="Red Hat Display" panose="02010303040201060303" pitchFamily="2" charset="0"/>
                <a:cs typeface="Red Hat Display" panose="02010303040201060303" pitchFamily="2" charset="0"/>
              </a:rPr>
              <a:t> de</a:t>
            </a:r>
            <a:r>
              <a:rPr lang="en-US" sz="2000" b="1" dirty="0">
                <a:solidFill>
                  <a:srgbClr val="9FEC03"/>
                </a:solidFill>
                <a:ea typeface="Red Hat Display" panose="02010303040201060303" pitchFamily="2" charset="0"/>
                <a:cs typeface="Red Hat Display" panose="02010303040201060303" pitchFamily="2" charset="0"/>
              </a:rPr>
              <a:t>4</a:t>
            </a:r>
            <a:r>
              <a:rPr lang="en-US" sz="2000" dirty="0">
                <a:solidFill>
                  <a:schemeClr val="bg1"/>
                </a:solidFill>
                <a:ea typeface="Red Hat Display" panose="02010303040201060303" pitchFamily="2" charset="0"/>
                <a:cs typeface="Red Hat Display" panose="02010303040201060303" pitchFamily="2" charset="0"/>
              </a:rPr>
              <a:t> </a:t>
            </a:r>
            <a:r>
              <a:rPr lang="en-US" sz="2000" dirty="0" err="1">
                <a:solidFill>
                  <a:schemeClr val="bg1"/>
                </a:solidFill>
                <a:ea typeface="Red Hat Display" panose="02010303040201060303" pitchFamily="2" charset="0"/>
                <a:cs typeface="Red Hat Display" panose="02010303040201060303" pitchFamily="2" charset="0"/>
              </a:rPr>
              <a:t>Equipos</a:t>
            </a:r>
            <a:endParaRPr lang="en-IN" sz="2000" dirty="0">
              <a:solidFill>
                <a:schemeClr val="bg1"/>
              </a:solidFill>
              <a:ea typeface="Red Hat Display" panose="02010303040201060303" pitchFamily="2" charset="0"/>
              <a:cs typeface="Red Hat Display" panose="02010303040201060303" pitchFamily="2" charset="0"/>
            </a:endParaRPr>
          </a:p>
        </p:txBody>
      </p:sp>
      <p:sp>
        <p:nvSpPr>
          <p:cNvPr id="21" name="TextBox 20">
            <a:extLst>
              <a:ext uri="{FF2B5EF4-FFF2-40B4-BE49-F238E27FC236}">
                <a16:creationId xmlns:a16="http://schemas.microsoft.com/office/drawing/2014/main" id="{32F6AEC9-745A-26EC-D6A5-53E669D0683C}"/>
              </a:ext>
            </a:extLst>
          </p:cNvPr>
          <p:cNvSpPr txBox="1"/>
          <p:nvPr/>
        </p:nvSpPr>
        <p:spPr>
          <a:xfrm>
            <a:off x="1563401" y="2959177"/>
            <a:ext cx="8682315" cy="400110"/>
          </a:xfrm>
          <a:prstGeom prst="rect">
            <a:avLst/>
          </a:prstGeom>
          <a:noFill/>
        </p:spPr>
        <p:txBody>
          <a:bodyPr wrap="square" rtlCol="0">
            <a:spAutoFit/>
          </a:bodyPr>
          <a:lstStyle>
            <a:defPPr>
              <a:defRPr lang="en-US"/>
            </a:defPPr>
            <a:lvl1pPr>
              <a:defRPr sz="3200" b="1">
                <a:solidFill>
                  <a:srgbClr val="9FEC03"/>
                </a:solidFill>
                <a:latin typeface="Red Hat Display" panose="02010303040201060303" pitchFamily="2" charset="0"/>
                <a:ea typeface="Red Hat Display" panose="02010303040201060303" pitchFamily="2" charset="0"/>
                <a:cs typeface="Red Hat Display" panose="02010303040201060303" pitchFamily="2" charset="0"/>
              </a:defRPr>
            </a:lvl1pPr>
          </a:lstStyle>
          <a:p>
            <a:pPr algn="r"/>
            <a:r>
              <a:rPr lang="en-US" sz="2000" b="0" dirty="0" err="1">
                <a:solidFill>
                  <a:schemeClr val="bg1"/>
                </a:solidFill>
                <a:latin typeface="+mn-lt"/>
              </a:rPr>
              <a:t>Cada</a:t>
            </a:r>
            <a:r>
              <a:rPr lang="en-US" sz="2000" b="0" dirty="0">
                <a:solidFill>
                  <a:schemeClr val="bg1"/>
                </a:solidFill>
                <a:latin typeface="+mn-lt"/>
              </a:rPr>
              <a:t> </a:t>
            </a:r>
            <a:r>
              <a:rPr lang="es-SV" sz="2000" b="0" dirty="0">
                <a:solidFill>
                  <a:schemeClr val="bg1"/>
                </a:solidFill>
                <a:latin typeface="+mn-lt"/>
              </a:rPr>
              <a:t>equipo</a:t>
            </a:r>
            <a:r>
              <a:rPr lang="en-US" sz="2000" b="0" dirty="0">
                <a:solidFill>
                  <a:schemeClr val="bg1"/>
                </a:solidFill>
                <a:latin typeface="+mn-lt"/>
              </a:rPr>
              <a:t> juega</a:t>
            </a:r>
            <a:r>
              <a:rPr lang="en-US" sz="2000" dirty="0">
                <a:solidFill>
                  <a:srgbClr val="FF3C01"/>
                </a:solidFill>
                <a:latin typeface="+mn-lt"/>
              </a:rPr>
              <a:t>3</a:t>
            </a:r>
            <a:r>
              <a:rPr lang="en-US" sz="2000" b="0" dirty="0">
                <a:solidFill>
                  <a:schemeClr val="bg1"/>
                </a:solidFill>
                <a:latin typeface="+mn-lt"/>
              </a:rPr>
              <a:t> </a:t>
            </a:r>
            <a:r>
              <a:rPr lang="en-US" sz="2000" b="0" dirty="0" err="1">
                <a:solidFill>
                  <a:schemeClr val="bg1"/>
                </a:solidFill>
                <a:latin typeface="+mn-lt"/>
              </a:rPr>
              <a:t>Partidos</a:t>
            </a:r>
            <a:r>
              <a:rPr lang="en-US" sz="2000" b="0" dirty="0">
                <a:solidFill>
                  <a:schemeClr val="bg1"/>
                </a:solidFill>
                <a:latin typeface="+mn-lt"/>
              </a:rPr>
              <a:t> de </a:t>
            </a:r>
            <a:r>
              <a:rPr lang="en-US" sz="2000" b="0" dirty="0" err="1">
                <a:solidFill>
                  <a:schemeClr val="bg1"/>
                </a:solidFill>
                <a:latin typeface="+mn-lt"/>
              </a:rPr>
              <a:t>grupo</a:t>
            </a:r>
            <a:endParaRPr lang="en-IN" sz="2000" b="0" dirty="0">
              <a:solidFill>
                <a:schemeClr val="bg1"/>
              </a:solidFill>
              <a:latin typeface="+mn-lt"/>
            </a:endParaRPr>
          </a:p>
        </p:txBody>
      </p:sp>
      <p:sp>
        <p:nvSpPr>
          <p:cNvPr id="23" name="TextBox 22">
            <a:extLst>
              <a:ext uri="{FF2B5EF4-FFF2-40B4-BE49-F238E27FC236}">
                <a16:creationId xmlns:a16="http://schemas.microsoft.com/office/drawing/2014/main" id="{FBE1D8DB-D50C-36D5-8912-0ED3E1DDA7B1}"/>
              </a:ext>
            </a:extLst>
          </p:cNvPr>
          <p:cNvSpPr txBox="1"/>
          <p:nvPr/>
        </p:nvSpPr>
        <p:spPr>
          <a:xfrm>
            <a:off x="1146936" y="3731947"/>
            <a:ext cx="8995774" cy="400110"/>
          </a:xfrm>
          <a:prstGeom prst="rect">
            <a:avLst/>
          </a:prstGeom>
          <a:noFill/>
        </p:spPr>
        <p:txBody>
          <a:bodyPr wrap="square" rtlCol="0">
            <a:spAutoFit/>
          </a:bodyPr>
          <a:lstStyle>
            <a:defPPr>
              <a:defRPr lang="en-US"/>
            </a:defPPr>
            <a:lvl1pPr>
              <a:defRPr sz="3200" b="1">
                <a:solidFill>
                  <a:srgbClr val="9FEC03"/>
                </a:solidFill>
                <a:latin typeface="Red Hat Display" panose="02010303040201060303" pitchFamily="2" charset="0"/>
                <a:ea typeface="Red Hat Display" panose="02010303040201060303" pitchFamily="2" charset="0"/>
                <a:cs typeface="Red Hat Display" panose="02010303040201060303" pitchFamily="2" charset="0"/>
              </a:defRPr>
            </a:lvl1pPr>
          </a:lstStyle>
          <a:p>
            <a:pPr algn="r"/>
            <a:r>
              <a:rPr lang="en-US" sz="2000" b="0" dirty="0">
                <a:solidFill>
                  <a:schemeClr val="bg1"/>
                </a:solidFill>
                <a:latin typeface="+mn-lt"/>
              </a:rPr>
              <a:t>Arriba </a:t>
            </a:r>
            <a:r>
              <a:rPr lang="en-US" sz="2000" dirty="0">
                <a:solidFill>
                  <a:srgbClr val="6100E9"/>
                </a:solidFill>
                <a:latin typeface="+mn-lt"/>
              </a:rPr>
              <a:t>2</a:t>
            </a:r>
            <a:r>
              <a:rPr lang="en-US" sz="2000" b="0" dirty="0">
                <a:solidFill>
                  <a:schemeClr val="bg1"/>
                </a:solidFill>
                <a:latin typeface="+mn-lt"/>
              </a:rPr>
              <a:t> </a:t>
            </a:r>
            <a:r>
              <a:rPr lang="en-US" sz="2000" b="0" dirty="0" err="1">
                <a:solidFill>
                  <a:schemeClr val="bg1"/>
                </a:solidFill>
                <a:latin typeface="+mn-lt"/>
              </a:rPr>
              <a:t>Equipos</a:t>
            </a:r>
            <a:r>
              <a:rPr lang="en-US" sz="2000" b="0" dirty="0">
                <a:solidFill>
                  <a:schemeClr val="bg1"/>
                </a:solidFill>
                <a:latin typeface="+mn-lt"/>
              </a:rPr>
              <a:t> + </a:t>
            </a:r>
            <a:r>
              <a:rPr lang="en-US" sz="2000" dirty="0">
                <a:solidFill>
                  <a:srgbClr val="6100E9"/>
                </a:solidFill>
                <a:latin typeface="+mn-lt"/>
              </a:rPr>
              <a:t>8</a:t>
            </a:r>
            <a:r>
              <a:rPr lang="en-US" sz="2000" b="0" dirty="0">
                <a:solidFill>
                  <a:schemeClr val="bg1"/>
                </a:solidFill>
                <a:latin typeface="+mn-lt"/>
              </a:rPr>
              <a:t> </a:t>
            </a:r>
            <a:r>
              <a:rPr lang="es-SV" sz="2000" b="0" dirty="0">
                <a:solidFill>
                  <a:schemeClr val="bg1"/>
                </a:solidFill>
                <a:latin typeface="+mn-lt"/>
              </a:rPr>
              <a:t>los mejores terceros clasificados avanzan a la ronda de</a:t>
            </a:r>
            <a:r>
              <a:rPr lang="en-US" sz="2000" dirty="0">
                <a:solidFill>
                  <a:srgbClr val="6100E9"/>
                </a:solidFill>
                <a:latin typeface="+mn-lt"/>
              </a:rPr>
              <a:t>32</a:t>
            </a:r>
            <a:endParaRPr lang="en-IN" sz="2000" b="0" dirty="0">
              <a:solidFill>
                <a:schemeClr val="bg1"/>
              </a:solidFill>
              <a:latin typeface="+mn-lt"/>
            </a:endParaRPr>
          </a:p>
        </p:txBody>
      </p:sp>
      <p:sp>
        <p:nvSpPr>
          <p:cNvPr id="24" name="TextBox 23">
            <a:extLst>
              <a:ext uri="{FF2B5EF4-FFF2-40B4-BE49-F238E27FC236}">
                <a16:creationId xmlns:a16="http://schemas.microsoft.com/office/drawing/2014/main" id="{0E5E3F34-18FB-C614-8304-F7C8ABA19EB7}"/>
              </a:ext>
            </a:extLst>
          </p:cNvPr>
          <p:cNvSpPr txBox="1"/>
          <p:nvPr/>
        </p:nvSpPr>
        <p:spPr>
          <a:xfrm>
            <a:off x="1317519" y="4528808"/>
            <a:ext cx="8682315" cy="400110"/>
          </a:xfrm>
          <a:prstGeom prst="rect">
            <a:avLst/>
          </a:prstGeom>
          <a:noFill/>
        </p:spPr>
        <p:txBody>
          <a:bodyPr wrap="square" rtlCol="0">
            <a:spAutoFit/>
          </a:bodyPr>
          <a:lstStyle>
            <a:defPPr>
              <a:defRPr lang="en-US"/>
            </a:defPPr>
            <a:lvl1pPr>
              <a:defRPr sz="3200" b="1">
                <a:solidFill>
                  <a:srgbClr val="9FEC03"/>
                </a:solidFill>
                <a:latin typeface="Red Hat Display" panose="02010303040201060303" pitchFamily="2" charset="0"/>
                <a:ea typeface="Red Hat Display" panose="02010303040201060303" pitchFamily="2" charset="0"/>
                <a:cs typeface="Red Hat Display" panose="02010303040201060303" pitchFamily="2" charset="0"/>
              </a:defRPr>
            </a:lvl1pPr>
          </a:lstStyle>
          <a:p>
            <a:pPr algn="r"/>
            <a:r>
              <a:rPr lang="es-SV" sz="2000" b="0" dirty="0">
                <a:solidFill>
                  <a:schemeClr val="bg1"/>
                </a:solidFill>
                <a:latin typeface="+mn-lt"/>
              </a:rPr>
              <a:t>La fase de eliminación directa comienza desde la ronda de</a:t>
            </a:r>
            <a:r>
              <a:rPr lang="en-US" sz="2000" dirty="0">
                <a:latin typeface="+mn-lt"/>
              </a:rPr>
              <a:t>32</a:t>
            </a:r>
            <a:endParaRPr lang="en-IN" sz="2000" b="0" dirty="0">
              <a:solidFill>
                <a:schemeClr val="bg1"/>
              </a:solidFill>
              <a:latin typeface="+mn-lt"/>
            </a:endParaRPr>
          </a:p>
        </p:txBody>
      </p:sp>
      <p:sp>
        <p:nvSpPr>
          <p:cNvPr id="25" name="TextBox 24">
            <a:extLst>
              <a:ext uri="{FF2B5EF4-FFF2-40B4-BE49-F238E27FC236}">
                <a16:creationId xmlns:a16="http://schemas.microsoft.com/office/drawing/2014/main" id="{38420D10-5622-A588-04DC-0795CA40DF40}"/>
              </a:ext>
            </a:extLst>
          </p:cNvPr>
          <p:cNvSpPr txBox="1"/>
          <p:nvPr/>
        </p:nvSpPr>
        <p:spPr>
          <a:xfrm>
            <a:off x="660062" y="5356222"/>
            <a:ext cx="9585654" cy="400110"/>
          </a:xfrm>
          <a:prstGeom prst="rect">
            <a:avLst/>
          </a:prstGeom>
          <a:noFill/>
        </p:spPr>
        <p:txBody>
          <a:bodyPr wrap="square" rtlCol="0">
            <a:spAutoFit/>
          </a:bodyPr>
          <a:lstStyle>
            <a:defPPr>
              <a:defRPr lang="en-US"/>
            </a:defPPr>
            <a:lvl1pPr>
              <a:defRPr sz="3200" b="1">
                <a:solidFill>
                  <a:srgbClr val="9FEC03"/>
                </a:solidFill>
                <a:latin typeface="Red Hat Display" panose="02010303040201060303" pitchFamily="2" charset="0"/>
                <a:ea typeface="Red Hat Display" panose="02010303040201060303" pitchFamily="2" charset="0"/>
                <a:cs typeface="Red Hat Display" panose="02010303040201060303" pitchFamily="2" charset="0"/>
              </a:defRPr>
            </a:lvl1pPr>
          </a:lstStyle>
          <a:p>
            <a:pPr algn="r"/>
            <a:r>
              <a:rPr lang="en-US" sz="2000" b="0" dirty="0">
                <a:solidFill>
                  <a:schemeClr val="bg1"/>
                </a:solidFill>
                <a:latin typeface="+mn-lt"/>
              </a:rPr>
              <a:t>Total de partidos:</a:t>
            </a:r>
            <a:r>
              <a:rPr lang="en-US" sz="2000" dirty="0">
                <a:solidFill>
                  <a:srgbClr val="FF3C01"/>
                </a:solidFill>
                <a:latin typeface="+mn-lt"/>
              </a:rPr>
              <a:t>104</a:t>
            </a:r>
            <a:r>
              <a:rPr lang="en-US" sz="2000" b="0" dirty="0">
                <a:solidFill>
                  <a:schemeClr val="bg1"/>
                </a:solidFill>
                <a:latin typeface="+mn-lt"/>
              </a:rPr>
              <a:t> Matches (</a:t>
            </a:r>
            <a:r>
              <a:rPr lang="en-US" sz="2000" b="0" dirty="0" err="1">
                <a:solidFill>
                  <a:schemeClr val="bg1"/>
                </a:solidFill>
                <a:latin typeface="+mn-lt"/>
              </a:rPr>
              <a:t>hacia</a:t>
            </a:r>
            <a:r>
              <a:rPr lang="en-US" sz="2000" b="0" dirty="0">
                <a:solidFill>
                  <a:schemeClr val="bg1"/>
                </a:solidFill>
                <a:latin typeface="+mn-lt"/>
              </a:rPr>
              <a:t> </a:t>
            </a:r>
            <a:r>
              <a:rPr lang="en-US" sz="2000" b="0" dirty="0" err="1">
                <a:solidFill>
                  <a:schemeClr val="bg1"/>
                </a:solidFill>
                <a:latin typeface="+mn-lt"/>
              </a:rPr>
              <a:t>arriba</a:t>
            </a:r>
            <a:r>
              <a:rPr lang="en-US" sz="2000" b="0" dirty="0">
                <a:solidFill>
                  <a:schemeClr val="bg1"/>
                </a:solidFill>
                <a:latin typeface="+mn-lt"/>
              </a:rPr>
              <a:t> de</a:t>
            </a:r>
            <a:r>
              <a:rPr lang="en-US" sz="2000" dirty="0">
                <a:solidFill>
                  <a:srgbClr val="FF3C01"/>
                </a:solidFill>
                <a:latin typeface="+mn-lt"/>
              </a:rPr>
              <a:t>64</a:t>
            </a:r>
            <a:r>
              <a:rPr lang="en-US" sz="2000" b="0" dirty="0">
                <a:solidFill>
                  <a:schemeClr val="bg1"/>
                </a:solidFill>
                <a:latin typeface="+mn-lt"/>
              </a:rPr>
              <a:t> </a:t>
            </a:r>
            <a:r>
              <a:rPr lang="en-US" sz="2000" b="0" dirty="0" err="1">
                <a:solidFill>
                  <a:schemeClr val="bg1"/>
                </a:solidFill>
                <a:latin typeface="+mn-lt"/>
              </a:rPr>
              <a:t>partidos</a:t>
            </a:r>
            <a:r>
              <a:rPr lang="en-US" sz="2000" b="0" dirty="0">
                <a:solidFill>
                  <a:schemeClr val="bg1"/>
                </a:solidFill>
                <a:latin typeface="+mn-lt"/>
              </a:rPr>
              <a:t> </a:t>
            </a:r>
            <a:r>
              <a:rPr lang="en-US" sz="2000" b="0" dirty="0" err="1">
                <a:solidFill>
                  <a:schemeClr val="bg1"/>
                </a:solidFill>
                <a:latin typeface="+mn-lt"/>
              </a:rPr>
              <a:t>en</a:t>
            </a:r>
            <a:r>
              <a:rPr lang="en-US" sz="2000" b="0" dirty="0">
                <a:solidFill>
                  <a:schemeClr val="bg1"/>
                </a:solidFill>
                <a:latin typeface="+mn-lt"/>
              </a:rPr>
              <a:t> </a:t>
            </a:r>
            <a:r>
              <a:rPr lang="en-US" sz="2000" b="0" dirty="0" err="1">
                <a:solidFill>
                  <a:schemeClr val="bg1"/>
                </a:solidFill>
                <a:latin typeface="+mn-lt"/>
              </a:rPr>
              <a:t>ediciones</a:t>
            </a:r>
            <a:r>
              <a:rPr lang="en-US" sz="2000" b="0" dirty="0">
                <a:solidFill>
                  <a:schemeClr val="bg1"/>
                </a:solidFill>
                <a:latin typeface="+mn-lt"/>
              </a:rPr>
              <a:t> </a:t>
            </a:r>
            <a:r>
              <a:rPr lang="en-US" sz="2000" b="0" dirty="0" err="1">
                <a:solidFill>
                  <a:schemeClr val="bg1"/>
                </a:solidFill>
                <a:latin typeface="+mn-lt"/>
              </a:rPr>
              <a:t>anteriores</a:t>
            </a:r>
            <a:r>
              <a:rPr lang="en-US" sz="2000" b="0" dirty="0">
                <a:solidFill>
                  <a:schemeClr val="bg1"/>
                </a:solidFill>
                <a:latin typeface="+mn-lt"/>
              </a:rPr>
              <a:t>)</a:t>
            </a:r>
            <a:endParaRPr lang="en-IN" sz="2000" b="0" dirty="0">
              <a:solidFill>
                <a:schemeClr val="bg1"/>
              </a:solidFill>
              <a:latin typeface="+mn-lt"/>
            </a:endParaRPr>
          </a:p>
        </p:txBody>
      </p:sp>
    </p:spTree>
    <p:extLst>
      <p:ext uri="{BB962C8B-B14F-4D97-AF65-F5344CB8AC3E}">
        <p14:creationId xmlns:p14="http://schemas.microsoft.com/office/powerpoint/2010/main" val="3025521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356E53C-153A-A052-CD5A-13726B998EC7}"/>
              </a:ext>
            </a:extLst>
          </p:cNvPr>
          <p:cNvSpPr/>
          <p:nvPr/>
        </p:nvSpPr>
        <p:spPr>
          <a:xfrm>
            <a:off x="0" y="728663"/>
            <a:ext cx="7671335" cy="6590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581797E8-83DE-4261-385C-AD9AC6AAC69F}"/>
              </a:ext>
            </a:extLst>
          </p:cNvPr>
          <p:cNvSpPr/>
          <p:nvPr/>
        </p:nvSpPr>
        <p:spPr>
          <a:xfrm>
            <a:off x="266713" y="270014"/>
            <a:ext cx="11935093" cy="6582229"/>
          </a:xfrm>
          <a:prstGeom prst="rect">
            <a:avLst/>
          </a:prstGeom>
          <a:gradFill flip="none" rotWithShape="1">
            <a:gsLst>
              <a:gs pos="100000">
                <a:srgbClr val="FF3C01">
                  <a:alpha val="82000"/>
                </a:srgbClr>
              </a:gs>
              <a:gs pos="30000">
                <a:srgbClr val="761211">
                  <a:alpha val="82000"/>
                </a:srgbClr>
              </a:gs>
              <a:gs pos="69000">
                <a:srgbClr val="D30103">
                  <a:alpha val="80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245CDA6-9FA9-7A71-25A6-EBEBC0120F2B}"/>
              </a:ext>
            </a:extLst>
          </p:cNvPr>
          <p:cNvSpPr txBox="1"/>
          <p:nvPr/>
        </p:nvSpPr>
        <p:spPr>
          <a:xfrm>
            <a:off x="186541" y="693259"/>
            <a:ext cx="7886833" cy="707886"/>
          </a:xfrm>
          <a:prstGeom prst="rect">
            <a:avLst/>
          </a:prstGeom>
          <a:noFill/>
        </p:spPr>
        <p:txBody>
          <a:bodyPr wrap="square" rtlCol="0">
            <a:spAutoFit/>
          </a:bodyPr>
          <a:lstStyle>
            <a:defPPr>
              <a:defRPr lang="en-US"/>
            </a:defPPr>
            <a:lvl1pPr algn="ctr">
              <a:defRPr sz="3600">
                <a:solidFill>
                  <a:schemeClr val="bg1"/>
                </a:solidFill>
                <a:effectLst>
                  <a:outerShdw dist="38100" dir="2700000" algn="tl" rotWithShape="0">
                    <a:srgbClr val="FFFF6D">
                      <a:alpha val="76000"/>
                    </a:srgbClr>
                  </a:outerShdw>
                </a:effectLst>
                <a:latin typeface="Cal Sans" pitchFamily="2" charset="0"/>
              </a:defRPr>
            </a:lvl1pPr>
          </a:lstStyle>
          <a:p>
            <a:pPr algn="l"/>
            <a:r>
              <a:rPr lang="en-IN" sz="4000" dirty="0">
                <a:latin typeface="+mj-lt"/>
              </a:rPr>
              <a:t>RESUMEN DE PAÍSES ANFITRIONES</a:t>
            </a:r>
          </a:p>
        </p:txBody>
      </p:sp>
      <p:sp>
        <p:nvSpPr>
          <p:cNvPr id="4" name="TextBox 3">
            <a:extLst>
              <a:ext uri="{FF2B5EF4-FFF2-40B4-BE49-F238E27FC236}">
                <a16:creationId xmlns:a16="http://schemas.microsoft.com/office/drawing/2014/main" id="{57866593-0074-3F1E-9D3A-33617495AF88}"/>
              </a:ext>
            </a:extLst>
          </p:cNvPr>
          <p:cNvSpPr txBox="1"/>
          <p:nvPr/>
        </p:nvSpPr>
        <p:spPr>
          <a:xfrm>
            <a:off x="623888" y="2742357"/>
            <a:ext cx="5486400" cy="738664"/>
          </a:xfrm>
          <a:prstGeom prst="rect">
            <a:avLst/>
          </a:prstGeom>
          <a:noFill/>
        </p:spPr>
        <p:txBody>
          <a:bodyPr wrap="square" rtlCol="0">
            <a:spAutoFit/>
          </a:bodyPr>
          <a:lstStyle/>
          <a:p>
            <a:r>
              <a:rPr lang="es-SV" sz="1400">
                <a:solidFill>
                  <a:schemeClr val="bg1"/>
                </a:solidFill>
                <a:ea typeface="Red Hat Display" panose="02010303040201060303" pitchFamily="2" charset="0"/>
                <a:cs typeface="Red Hat Display" panose="02010303040201060303" pitchFamily="2" charset="0"/>
              </a:rPr>
              <a:t>Por primera vez, Canadá será sede de los partidos de la Copa Mundial Masculina de la FIFA, marcando un momento histórico en el camino del fútbol nacional.</a:t>
            </a:r>
            <a:endParaRPr lang="en-IN" sz="1400" dirty="0">
              <a:solidFill>
                <a:schemeClr val="bg1"/>
              </a:solidFill>
              <a:ea typeface="Red Hat Display" panose="02010303040201060303" pitchFamily="2" charset="0"/>
              <a:cs typeface="Red Hat Display" panose="02010303040201060303" pitchFamily="2" charset="0"/>
            </a:endParaRPr>
          </a:p>
        </p:txBody>
      </p:sp>
      <p:sp>
        <p:nvSpPr>
          <p:cNvPr id="10" name="Freeform: Shape 9">
            <a:extLst>
              <a:ext uri="{FF2B5EF4-FFF2-40B4-BE49-F238E27FC236}">
                <a16:creationId xmlns:a16="http://schemas.microsoft.com/office/drawing/2014/main" id="{D39236AB-BEAD-7CDC-8274-9A48FF511653}"/>
              </a:ext>
            </a:extLst>
          </p:cNvPr>
          <p:cNvSpPr/>
          <p:nvPr/>
        </p:nvSpPr>
        <p:spPr>
          <a:xfrm>
            <a:off x="10133677" y="-9358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pic>
        <p:nvPicPr>
          <p:cNvPr id="30" name="Picture Placeholder 29" descr="A stadium filled with people&#10;&#10;AI-generated content may be incorrect.">
            <a:extLst>
              <a:ext uri="{FF2B5EF4-FFF2-40B4-BE49-F238E27FC236}">
                <a16:creationId xmlns:a16="http://schemas.microsoft.com/office/drawing/2014/main" id="{42237AF2-AA97-C289-CEB7-584F50F7464D}"/>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effectLst>
            <a:outerShdw blurRad="63500" dist="38100" dir="10800000" algn="r" rotWithShape="0">
              <a:srgbClr val="540C0C">
                <a:alpha val="34902"/>
              </a:srgbClr>
            </a:outerShdw>
          </a:effectLst>
        </p:spPr>
      </p:pic>
      <p:pic>
        <p:nvPicPr>
          <p:cNvPr id="24" name="Picture Placeholder 23" descr="A city skyline with a stadium and a body of water&#10;&#10;AI-generated content may be incorrect.">
            <a:extLst>
              <a:ext uri="{FF2B5EF4-FFF2-40B4-BE49-F238E27FC236}">
                <a16:creationId xmlns:a16="http://schemas.microsoft.com/office/drawing/2014/main" id="{A479CD83-6FE4-2FF3-4FDE-7288017FD150}"/>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a:effectLst>
            <a:outerShdw blurRad="63500" dist="38100" dir="10800000" algn="r" rotWithShape="0">
              <a:srgbClr val="540C0C">
                <a:alpha val="34902"/>
              </a:srgbClr>
            </a:outerShdw>
          </a:effectLst>
        </p:spPr>
      </p:pic>
      <p:pic>
        <p:nvPicPr>
          <p:cNvPr id="26" name="Picture Placeholder 25" descr="A stadium with people watching a football game&#10;&#10;AI-generated content may be incorrect.">
            <a:extLst>
              <a:ext uri="{FF2B5EF4-FFF2-40B4-BE49-F238E27FC236}">
                <a16:creationId xmlns:a16="http://schemas.microsoft.com/office/drawing/2014/main" id="{B5FBA359-EBCE-7D41-6A5E-39B10BD6DC47}"/>
              </a:ext>
            </a:extLst>
          </p:cNvPr>
          <p:cNvPicPr>
            <a:picLocks noGrp="1" noChangeAspect="1"/>
          </p:cNvPicPr>
          <p:nvPr>
            <p:ph type="pic" sz="quarter" idx="10"/>
          </p:nvPr>
        </p:nvPicPr>
        <p:blipFill>
          <a:blip r:embed="rId5" cstate="screen">
            <a:extLst>
              <a:ext uri="{28A0092B-C50C-407E-A947-70E740481C1C}">
                <a14:useLocalDpi xmlns:a14="http://schemas.microsoft.com/office/drawing/2010/main"/>
              </a:ext>
            </a:extLst>
          </a:blip>
          <a:srcRect/>
          <a:stretch>
            <a:fillRect/>
          </a:stretch>
        </p:blipFill>
        <p:spPr>
          <a:effectLst>
            <a:outerShdw blurRad="63500" dist="38100" dir="10800000" algn="r" rotWithShape="0">
              <a:srgbClr val="540C0C">
                <a:alpha val="34902"/>
              </a:srgbClr>
            </a:outerShdw>
          </a:effectLst>
        </p:spPr>
      </p:pic>
      <p:sp>
        <p:nvSpPr>
          <p:cNvPr id="31" name="TextBox 30">
            <a:extLst>
              <a:ext uri="{FF2B5EF4-FFF2-40B4-BE49-F238E27FC236}">
                <a16:creationId xmlns:a16="http://schemas.microsoft.com/office/drawing/2014/main" id="{8EE884AF-D15E-F8C7-9AA7-43DC2E635330}"/>
              </a:ext>
            </a:extLst>
          </p:cNvPr>
          <p:cNvSpPr txBox="1"/>
          <p:nvPr/>
        </p:nvSpPr>
        <p:spPr>
          <a:xfrm>
            <a:off x="623888" y="3616764"/>
            <a:ext cx="5610372" cy="523220"/>
          </a:xfrm>
          <a:prstGeom prst="rect">
            <a:avLst/>
          </a:prstGeom>
          <a:noFill/>
        </p:spPr>
        <p:txBody>
          <a:bodyPr wrap="square" rtlCol="0">
            <a:spAutoFit/>
          </a:bodyPr>
          <a:lstStyle/>
          <a:p>
            <a:r>
              <a:rPr lang="en-IN" sz="1400" b="1">
                <a:solidFill>
                  <a:schemeClr val="bg1"/>
                </a:solidFill>
                <a:ea typeface="Red Hat Display" panose="02010303040201060303" pitchFamily="2" charset="0"/>
                <a:cs typeface="Red Hat Display" panose="02010303040201060303" pitchFamily="2" charset="0"/>
              </a:rPr>
              <a:t>Estadios importantes: BMO Field (Toronto), BC Place (Vancouver)</a:t>
            </a:r>
            <a:endParaRPr lang="en-IN" sz="1400" b="1" dirty="0">
              <a:solidFill>
                <a:schemeClr val="bg1"/>
              </a:solidFill>
              <a:ea typeface="Red Hat Display" panose="02010303040201060303" pitchFamily="2" charset="0"/>
              <a:cs typeface="Red Hat Display" panose="02010303040201060303" pitchFamily="2" charset="0"/>
            </a:endParaRPr>
          </a:p>
        </p:txBody>
      </p:sp>
      <p:sp>
        <p:nvSpPr>
          <p:cNvPr id="34" name="Rectangle 33">
            <a:extLst>
              <a:ext uri="{FF2B5EF4-FFF2-40B4-BE49-F238E27FC236}">
                <a16:creationId xmlns:a16="http://schemas.microsoft.com/office/drawing/2014/main" id="{8CDD90C1-9CC0-4EB0-0E66-554F5D1CB65E}"/>
              </a:ext>
            </a:extLst>
          </p:cNvPr>
          <p:cNvSpPr/>
          <p:nvPr/>
        </p:nvSpPr>
        <p:spPr>
          <a:xfrm>
            <a:off x="-582479" y="4060284"/>
            <a:ext cx="7283025" cy="1489616"/>
          </a:xfrm>
          <a:prstGeom prst="rect">
            <a:avLst/>
          </a:prstGeom>
          <a:solidFill>
            <a:schemeClr val="bg1">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9" name="TextBox 68">
            <a:extLst>
              <a:ext uri="{FF2B5EF4-FFF2-40B4-BE49-F238E27FC236}">
                <a16:creationId xmlns:a16="http://schemas.microsoft.com/office/drawing/2014/main" id="{4FEB80F8-1735-FAFC-CAB8-57852B060513}"/>
              </a:ext>
            </a:extLst>
          </p:cNvPr>
          <p:cNvSpPr txBox="1"/>
          <p:nvPr/>
        </p:nvSpPr>
        <p:spPr>
          <a:xfrm>
            <a:off x="623888" y="2058324"/>
            <a:ext cx="2844800" cy="646331"/>
          </a:xfrm>
          <a:prstGeom prst="rect">
            <a:avLst/>
          </a:prstGeom>
          <a:noFill/>
        </p:spPr>
        <p:txBody>
          <a:bodyPr wrap="square" rtlCol="0">
            <a:spAutoFit/>
          </a:bodyPr>
          <a:lstStyle/>
          <a:p>
            <a:r>
              <a:rPr lang="en-IN" sz="3600">
                <a:solidFill>
                  <a:schemeClr val="bg1"/>
                </a:solidFill>
                <a:latin typeface="+mj-lt"/>
              </a:rPr>
              <a:t>Canadá</a:t>
            </a:r>
            <a:endParaRPr lang="en-IN" sz="3600" dirty="0">
              <a:solidFill>
                <a:schemeClr val="bg1"/>
              </a:solidFill>
              <a:latin typeface="+mj-lt"/>
            </a:endParaRPr>
          </a:p>
        </p:txBody>
      </p:sp>
      <p:sp>
        <p:nvSpPr>
          <p:cNvPr id="33" name="TextBox 32">
            <a:extLst>
              <a:ext uri="{FF2B5EF4-FFF2-40B4-BE49-F238E27FC236}">
                <a16:creationId xmlns:a16="http://schemas.microsoft.com/office/drawing/2014/main" id="{4FF4B1CA-A862-C179-8EF0-3E792FE1157F}"/>
              </a:ext>
            </a:extLst>
          </p:cNvPr>
          <p:cNvSpPr txBox="1"/>
          <p:nvPr/>
        </p:nvSpPr>
        <p:spPr>
          <a:xfrm>
            <a:off x="623888" y="4249331"/>
            <a:ext cx="5936448" cy="1370055"/>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es-SV" sz="1400">
                <a:solidFill>
                  <a:srgbClr val="C00000"/>
                </a:solidFill>
                <a:ea typeface="Red Hat Display" panose="02010303040201060303" pitchFamily="2" charset="0"/>
                <a:cs typeface="Red Hat Display" panose="02010303040201060303" pitchFamily="2" charset="0"/>
              </a:rPr>
              <a:t>Canadá anteriormente fue sede de la Copa Mundial Femenina de la FIFA en 2015, que fue un gran éxito.
Esto contribuirá enormemente al aumento de la popularidad del fútbol en Canadá, especialmente con el éxito de su selección nacional masculina en los últimos años.</a:t>
            </a:r>
            <a:endParaRPr lang="en-US" sz="1400" dirty="0">
              <a:solidFill>
                <a:srgbClr val="C00000"/>
              </a:solidFill>
              <a:ea typeface="Red Hat Display" panose="02010303040201060303" pitchFamily="2" charset="0"/>
              <a:cs typeface="Red Hat Display" panose="02010303040201060303" pitchFamily="2" charset="0"/>
            </a:endParaRPr>
          </a:p>
        </p:txBody>
      </p:sp>
      <p:sp>
        <p:nvSpPr>
          <p:cNvPr id="8" name="Freeform: Shape 7">
            <a:extLst>
              <a:ext uri="{FF2B5EF4-FFF2-40B4-BE49-F238E27FC236}">
                <a16:creationId xmlns:a16="http://schemas.microsoft.com/office/drawing/2014/main" id="{B6752590-C3B9-4427-7ACB-A4B256EF1163}"/>
              </a:ext>
            </a:extLst>
          </p:cNvPr>
          <p:cNvSpPr/>
          <p:nvPr/>
        </p:nvSpPr>
        <p:spPr>
          <a:xfrm flipV="1">
            <a:off x="11295743" y="389957"/>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D60003"/>
          </a:solidFill>
          <a:ln>
            <a:noFill/>
          </a:ln>
          <a:effectLst>
            <a:outerShdw blurRad="63500" dist="38100" dir="10800000" algn="r" rotWithShape="0">
              <a:schemeClr val="tx1">
                <a:lumMod val="85000"/>
                <a:lumOff val="1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9" name="Freeform: Shape 8">
            <a:extLst>
              <a:ext uri="{FF2B5EF4-FFF2-40B4-BE49-F238E27FC236}">
                <a16:creationId xmlns:a16="http://schemas.microsoft.com/office/drawing/2014/main" id="{F0E592BD-3DC8-5AB8-0BB7-0DB3D81631F9}"/>
              </a:ext>
            </a:extLst>
          </p:cNvPr>
          <p:cNvSpPr/>
          <p:nvPr/>
        </p:nvSpPr>
        <p:spPr>
          <a:xfrm flipV="1">
            <a:off x="11349594" y="169621"/>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E3D00"/>
          </a:solidFill>
          <a:ln>
            <a:noFill/>
          </a:ln>
          <a:effectLst>
            <a:outerShdw blurRad="63500" dist="38100" dir="10800000" algn="r" rotWithShape="0">
              <a:schemeClr val="tx1">
                <a:lumMod val="85000"/>
                <a:lumOff val="1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1" name="Freeform: Shape 10">
            <a:extLst>
              <a:ext uri="{FF2B5EF4-FFF2-40B4-BE49-F238E27FC236}">
                <a16:creationId xmlns:a16="http://schemas.microsoft.com/office/drawing/2014/main" id="{385F28B5-6372-7339-8515-A7FA5E57AB2B}"/>
              </a:ext>
            </a:extLst>
          </p:cNvPr>
          <p:cNvSpPr/>
          <p:nvPr/>
        </p:nvSpPr>
        <p:spPr>
          <a:xfrm flipV="1">
            <a:off x="11403445" y="-22804"/>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761211"/>
          </a:solidFill>
          <a:ln>
            <a:noFill/>
          </a:ln>
          <a:effectLst>
            <a:outerShdw blurRad="63500" dist="38100" dir="10800000" algn="r" rotWithShape="0">
              <a:schemeClr val="tx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Tree>
    <p:extLst>
      <p:ext uri="{BB962C8B-B14F-4D97-AF65-F5344CB8AC3E}">
        <p14:creationId xmlns:p14="http://schemas.microsoft.com/office/powerpoint/2010/main" val="2958262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709CE3C-70E5-A182-8927-61ED8B7BAAB4}"/>
              </a:ext>
            </a:extLst>
          </p:cNvPr>
          <p:cNvSpPr/>
          <p:nvPr/>
        </p:nvSpPr>
        <p:spPr>
          <a:xfrm flipV="1">
            <a:off x="6496288" y="-275766"/>
            <a:ext cx="58478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 name="connsiteX0" fmla="*/ 2596856 w 5797074"/>
              <a:gd name="connsiteY0" fmla="*/ 0 h 8699466"/>
              <a:gd name="connsiteX1" fmla="*/ 3853974 w 5797074"/>
              <a:gd name="connsiteY1" fmla="*/ 0 h 8699466"/>
              <a:gd name="connsiteX2" fmla="*/ 5797074 w 5797074"/>
              <a:gd name="connsiteY2" fmla="*/ 8660195 h 8699466"/>
              <a:gd name="connsiteX3" fmla="*/ 0 w 5797074"/>
              <a:gd name="connsiteY3" fmla="*/ 8699466 h 8699466"/>
              <a:gd name="connsiteX4" fmla="*/ 2596856 w 5797074"/>
              <a:gd name="connsiteY4" fmla="*/ 0 h 8699466"/>
              <a:gd name="connsiteX0" fmla="*/ 2596856 w 5835174"/>
              <a:gd name="connsiteY0" fmla="*/ 52361 h 8751827"/>
              <a:gd name="connsiteX1" fmla="*/ 5835174 w 5835174"/>
              <a:gd name="connsiteY1" fmla="*/ 0 h 8751827"/>
              <a:gd name="connsiteX2" fmla="*/ 5797074 w 5835174"/>
              <a:gd name="connsiteY2" fmla="*/ 8712556 h 8751827"/>
              <a:gd name="connsiteX3" fmla="*/ 0 w 5835174"/>
              <a:gd name="connsiteY3" fmla="*/ 8751827 h 8751827"/>
              <a:gd name="connsiteX4" fmla="*/ 2596856 w 5835174"/>
              <a:gd name="connsiteY4" fmla="*/ 52361 h 8751827"/>
              <a:gd name="connsiteX0" fmla="*/ 2596856 w 5847874"/>
              <a:gd name="connsiteY0" fmla="*/ 0 h 8699466"/>
              <a:gd name="connsiteX1" fmla="*/ 5847874 w 5847874"/>
              <a:gd name="connsiteY1" fmla="*/ 0 h 8699466"/>
              <a:gd name="connsiteX2" fmla="*/ 5797074 w 5847874"/>
              <a:gd name="connsiteY2" fmla="*/ 8660195 h 8699466"/>
              <a:gd name="connsiteX3" fmla="*/ 0 w 5847874"/>
              <a:gd name="connsiteY3" fmla="*/ 8699466 h 8699466"/>
              <a:gd name="connsiteX4" fmla="*/ 2596856 w 5847874"/>
              <a:gd name="connsiteY4" fmla="*/ 0 h 8699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7874" h="8699466">
                <a:moveTo>
                  <a:pt x="2596856" y="0"/>
                </a:moveTo>
                <a:lnTo>
                  <a:pt x="5847874" y="0"/>
                </a:lnTo>
                <a:lnTo>
                  <a:pt x="5797074" y="8660195"/>
                </a:lnTo>
                <a:lnTo>
                  <a:pt x="0" y="8699466"/>
                </a:lnTo>
                <a:lnTo>
                  <a:pt x="2596856" y="0"/>
                </a:lnTo>
                <a:close/>
              </a:path>
            </a:pathLst>
          </a:custGeom>
          <a:solidFill>
            <a:srgbClr val="84B1FD"/>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3" name="Rectangle 12">
            <a:extLst>
              <a:ext uri="{FF2B5EF4-FFF2-40B4-BE49-F238E27FC236}">
                <a16:creationId xmlns:a16="http://schemas.microsoft.com/office/drawing/2014/main" id="{EB8C2546-7DF1-EFC2-0B60-424E21386BAA}"/>
              </a:ext>
            </a:extLst>
          </p:cNvPr>
          <p:cNvSpPr/>
          <p:nvPr/>
        </p:nvSpPr>
        <p:spPr>
          <a:xfrm>
            <a:off x="227013" y="260350"/>
            <a:ext cx="11964987" cy="6597650"/>
          </a:xfrm>
          <a:prstGeom prst="rect">
            <a:avLst/>
          </a:prstGeom>
          <a:gradFill flip="none" rotWithShape="1">
            <a:gsLst>
              <a:gs pos="100000">
                <a:srgbClr val="84B1FF">
                  <a:alpha val="82000"/>
                </a:srgbClr>
              </a:gs>
              <a:gs pos="30000">
                <a:srgbClr val="1D227E">
                  <a:alpha val="82000"/>
                </a:srgbClr>
              </a:gs>
              <a:gs pos="69000">
                <a:srgbClr val="324EFF">
                  <a:alpha val="80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9" name="Picture Placeholder 28" descr="A stadium full of people and fireworks&#10;&#10;AI-generated content may be incorrect.">
            <a:extLst>
              <a:ext uri="{FF2B5EF4-FFF2-40B4-BE49-F238E27FC236}">
                <a16:creationId xmlns:a16="http://schemas.microsoft.com/office/drawing/2014/main" id="{39F59FC1-456F-6CB6-282F-C81FCA4B55C7}"/>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a:effectLst>
            <a:outerShdw blurRad="63500" dist="38100" dir="8100000" algn="tr" rotWithShape="0">
              <a:prstClr val="black">
                <a:alpha val="25000"/>
              </a:prstClr>
            </a:outerShdw>
          </a:effectLst>
        </p:spPr>
      </p:pic>
      <p:pic>
        <p:nvPicPr>
          <p:cNvPr id="19" name="Picture Placeholder 18" descr="A football stadium with a crowd of people&#10;&#10;AI-generated content may be incorrect.">
            <a:extLst>
              <a:ext uri="{FF2B5EF4-FFF2-40B4-BE49-F238E27FC236}">
                <a16:creationId xmlns:a16="http://schemas.microsoft.com/office/drawing/2014/main" id="{1F61D565-9404-5EC2-AE44-B5C7EA2A0BD7}"/>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p:blipFill>
        <p:spPr>
          <a:effectLst>
            <a:outerShdw blurRad="50800" dist="38100" dir="10800000" algn="r" rotWithShape="0">
              <a:srgbClr val="161A60">
                <a:alpha val="40000"/>
              </a:srgbClr>
            </a:outerShdw>
          </a:effectLst>
        </p:spPr>
      </p:pic>
      <p:pic>
        <p:nvPicPr>
          <p:cNvPr id="15" name="Picture Placeholder 14" descr="An aerial view of a stadium&#10;&#10;AI-generated content may be incorrect.">
            <a:extLst>
              <a:ext uri="{FF2B5EF4-FFF2-40B4-BE49-F238E27FC236}">
                <a16:creationId xmlns:a16="http://schemas.microsoft.com/office/drawing/2014/main" id="{92A7AAB8-0285-6ED0-21A8-18FDF0B47189}"/>
              </a:ext>
            </a:extLst>
          </p:cNvPr>
          <p:cNvPicPr>
            <a:picLocks noGrp="1" noChangeAspect="1"/>
          </p:cNvPicPr>
          <p:nvPr>
            <p:ph type="pic" sz="quarter" idx="11"/>
          </p:nvPr>
        </p:nvPicPr>
        <p:blipFill>
          <a:blip r:embed="rId5" cstate="screen">
            <a:extLst>
              <a:ext uri="{28A0092B-C50C-407E-A947-70E740481C1C}">
                <a14:useLocalDpi xmlns:a14="http://schemas.microsoft.com/office/drawing/2010/main"/>
              </a:ext>
            </a:extLst>
          </a:blip>
          <a:srcRect/>
          <a:stretch/>
        </p:blipFill>
        <p:spPr>
          <a:effectLst>
            <a:outerShdw blurRad="50800" dist="38100" dir="10800000" algn="r" rotWithShape="0">
              <a:srgbClr val="161A60">
                <a:alpha val="40000"/>
              </a:srgbClr>
            </a:outerShdw>
          </a:effectLst>
        </p:spPr>
      </p:pic>
      <p:pic>
        <p:nvPicPr>
          <p:cNvPr id="17" name="Picture Placeholder 16" descr="A large stadium with a green field and a crowd of people&#10;&#10;AI-generated content may be incorrect.">
            <a:extLst>
              <a:ext uri="{FF2B5EF4-FFF2-40B4-BE49-F238E27FC236}">
                <a16:creationId xmlns:a16="http://schemas.microsoft.com/office/drawing/2014/main" id="{9602C874-4AC7-F296-C17A-D17E2A790D86}"/>
              </a:ext>
            </a:extLst>
          </p:cNvPr>
          <p:cNvPicPr>
            <a:picLocks noGrp="1" noChangeAspect="1"/>
          </p:cNvPicPr>
          <p:nvPr>
            <p:ph type="pic" sz="quarter" idx="10"/>
          </p:nvPr>
        </p:nvPicPr>
        <p:blipFill>
          <a:blip r:embed="rId6" cstate="screen">
            <a:extLst>
              <a:ext uri="{28A0092B-C50C-407E-A947-70E740481C1C}">
                <a14:useLocalDpi xmlns:a14="http://schemas.microsoft.com/office/drawing/2010/main"/>
              </a:ext>
            </a:extLst>
          </a:blip>
          <a:srcRect/>
          <a:stretch/>
        </p:blipFill>
        <p:spPr>
          <a:effectLst>
            <a:outerShdw blurRad="50800" dist="38100" dir="10800000" algn="r" rotWithShape="0">
              <a:srgbClr val="161A60">
                <a:alpha val="40000"/>
              </a:srgbClr>
            </a:outerShdw>
          </a:effectLst>
        </p:spPr>
      </p:pic>
      <p:sp>
        <p:nvSpPr>
          <p:cNvPr id="22" name="TextBox 21">
            <a:extLst>
              <a:ext uri="{FF2B5EF4-FFF2-40B4-BE49-F238E27FC236}">
                <a16:creationId xmlns:a16="http://schemas.microsoft.com/office/drawing/2014/main" id="{B5BF816F-2FAA-6E27-CE8E-7DDAC85B8ADD}"/>
              </a:ext>
            </a:extLst>
          </p:cNvPr>
          <p:cNvSpPr txBox="1"/>
          <p:nvPr/>
        </p:nvSpPr>
        <p:spPr>
          <a:xfrm>
            <a:off x="736600" y="2742357"/>
            <a:ext cx="3361870" cy="1370055"/>
          </a:xfrm>
          <a:prstGeom prst="rect">
            <a:avLst/>
          </a:prstGeom>
          <a:noFill/>
        </p:spPr>
        <p:txBody>
          <a:bodyPr wrap="square" rtlCol="0">
            <a:spAutoFit/>
          </a:bodyPr>
          <a:lstStyle/>
          <a:p>
            <a:pPr>
              <a:lnSpc>
                <a:spcPct val="120000"/>
              </a:lnSpc>
            </a:pPr>
            <a:r>
              <a:rPr lang="es-SV" sz="1400">
                <a:solidFill>
                  <a:schemeClr val="bg1"/>
                </a:solidFill>
                <a:ea typeface="Red Hat Display" panose="02010303040201060303" pitchFamily="2" charset="0"/>
                <a:cs typeface="Red Hat Display" panose="02010303040201060303" pitchFamily="2" charset="0"/>
              </a:rPr>
              <a:t>Estados Unidos es el principal anfitrión de la Copa Mundial de la FIFA 2026 y acogerá la mayoría de los partidos, incluyendo las semifinales, cuartos de final y la Gran Final.</a:t>
            </a:r>
            <a:endParaRPr lang="en-IN" sz="1400" dirty="0">
              <a:solidFill>
                <a:schemeClr val="bg1"/>
              </a:solidFill>
              <a:ea typeface="Red Hat Display" panose="02010303040201060303" pitchFamily="2" charset="0"/>
              <a:cs typeface="Red Hat Display" panose="02010303040201060303" pitchFamily="2" charset="0"/>
            </a:endParaRPr>
          </a:p>
        </p:txBody>
      </p:sp>
      <p:sp>
        <p:nvSpPr>
          <p:cNvPr id="23" name="TextBox 22">
            <a:extLst>
              <a:ext uri="{FF2B5EF4-FFF2-40B4-BE49-F238E27FC236}">
                <a16:creationId xmlns:a16="http://schemas.microsoft.com/office/drawing/2014/main" id="{3504D98C-76F7-273F-D306-DBD0F38F224D}"/>
              </a:ext>
            </a:extLst>
          </p:cNvPr>
          <p:cNvSpPr txBox="1"/>
          <p:nvPr/>
        </p:nvSpPr>
        <p:spPr>
          <a:xfrm>
            <a:off x="736600" y="2058324"/>
            <a:ext cx="3427206" cy="646331"/>
          </a:xfrm>
          <a:prstGeom prst="rect">
            <a:avLst/>
          </a:prstGeom>
          <a:noFill/>
        </p:spPr>
        <p:txBody>
          <a:bodyPr wrap="square" rtlCol="0">
            <a:spAutoFit/>
          </a:bodyPr>
          <a:lstStyle/>
          <a:p>
            <a:r>
              <a:rPr lang="en-IN" sz="3600">
                <a:solidFill>
                  <a:schemeClr val="bg1"/>
                </a:solidFill>
                <a:latin typeface="+mj-lt"/>
                <a:ea typeface="Red Hat Display" panose="02010303040201060303" pitchFamily="2" charset="0"/>
                <a:cs typeface="Red Hat Display" panose="02010303040201060303" pitchFamily="2" charset="0"/>
              </a:rPr>
              <a:t>Estados Unidos</a:t>
            </a:r>
            <a:endParaRPr lang="en-IN" sz="3600" dirty="0">
              <a:solidFill>
                <a:schemeClr val="bg1"/>
              </a:solidFill>
              <a:latin typeface="+mj-lt"/>
              <a:ea typeface="Red Hat Display" panose="02010303040201060303" pitchFamily="2" charset="0"/>
              <a:cs typeface="Red Hat Display" panose="02010303040201060303" pitchFamily="2" charset="0"/>
            </a:endParaRPr>
          </a:p>
        </p:txBody>
      </p:sp>
      <p:sp>
        <p:nvSpPr>
          <p:cNvPr id="24" name="TextBox 23">
            <a:extLst>
              <a:ext uri="{FF2B5EF4-FFF2-40B4-BE49-F238E27FC236}">
                <a16:creationId xmlns:a16="http://schemas.microsoft.com/office/drawing/2014/main" id="{3061A406-7560-3841-563E-05A3ECA004C0}"/>
              </a:ext>
            </a:extLst>
          </p:cNvPr>
          <p:cNvSpPr txBox="1"/>
          <p:nvPr/>
        </p:nvSpPr>
        <p:spPr>
          <a:xfrm>
            <a:off x="736600" y="4200964"/>
            <a:ext cx="3968750" cy="1169551"/>
          </a:xfrm>
          <a:prstGeom prst="rect">
            <a:avLst/>
          </a:prstGeom>
          <a:noFill/>
        </p:spPr>
        <p:txBody>
          <a:bodyPr wrap="square" rtlCol="0">
            <a:spAutoFit/>
          </a:bodyPr>
          <a:lstStyle/>
          <a:p>
            <a:r>
              <a:rPr lang="sv-SE" sz="1400" b="1">
                <a:solidFill>
                  <a:schemeClr val="bg1"/>
                </a:solidFill>
                <a:ea typeface="Red Hat Display" panose="02010303040201060303" pitchFamily="2" charset="0"/>
                <a:cs typeface="Red Hat Display" panose="02010303040201060303" pitchFamily="2" charset="0"/>
              </a:rPr>
              <a:t>Estadios importantes: MetLife Stadium (Nueva York/Nueva Jersey), AT&amp;T Stadium (Dallas), SoFi Stadium (Los Ángeles), Mercedes-Benz Stadium (Atlanta), Hard Rock Stadium (Miami)</a:t>
            </a:r>
            <a:endParaRPr lang="en-IN" sz="1400" b="1" dirty="0">
              <a:solidFill>
                <a:schemeClr val="bg1"/>
              </a:solidFill>
              <a:ea typeface="Red Hat Display" panose="02010303040201060303" pitchFamily="2" charset="0"/>
              <a:cs typeface="Red Hat Display" panose="02010303040201060303" pitchFamily="2" charset="0"/>
            </a:endParaRPr>
          </a:p>
        </p:txBody>
      </p:sp>
      <p:sp>
        <p:nvSpPr>
          <p:cNvPr id="26" name="TextBox 25">
            <a:extLst>
              <a:ext uri="{FF2B5EF4-FFF2-40B4-BE49-F238E27FC236}">
                <a16:creationId xmlns:a16="http://schemas.microsoft.com/office/drawing/2014/main" id="{3C21B5FD-B0E1-E32C-CEAB-9E74E9325AAA}"/>
              </a:ext>
            </a:extLst>
          </p:cNvPr>
          <p:cNvSpPr txBox="1"/>
          <p:nvPr/>
        </p:nvSpPr>
        <p:spPr>
          <a:xfrm>
            <a:off x="8096633" y="2785591"/>
            <a:ext cx="3471480" cy="1111523"/>
          </a:xfrm>
          <a:prstGeom prst="rect">
            <a:avLst/>
          </a:prstGeom>
          <a:noFill/>
        </p:spPr>
        <p:txBody>
          <a:bodyPr wrap="square" rtlCol="0">
            <a:spAutoFit/>
          </a:bodyPr>
          <a:lstStyle/>
          <a:p>
            <a:pPr>
              <a:lnSpc>
                <a:spcPct val="120000"/>
              </a:lnSpc>
            </a:pPr>
            <a:r>
              <a:rPr lang="es-SV" sz="1400">
                <a:solidFill>
                  <a:schemeClr val="bg1"/>
                </a:solidFill>
                <a:ea typeface="Red Hat Display" panose="02010303040201060303" pitchFamily="2" charset="0"/>
                <a:cs typeface="Red Hat Display" panose="02010303040201060303" pitchFamily="2" charset="0"/>
              </a:rPr>
              <a:t>Será sede del partido final el 19 de julio de 2026. Uno de los estadios más grandes, con una capacidad para más de 82.500 espectadores.</a:t>
            </a:r>
            <a:endParaRPr lang="en-IN" sz="1400" dirty="0">
              <a:solidFill>
                <a:schemeClr val="bg1"/>
              </a:solidFill>
              <a:ea typeface="Red Hat Display" panose="02010303040201060303" pitchFamily="2" charset="0"/>
              <a:cs typeface="Red Hat Display" panose="02010303040201060303" pitchFamily="2" charset="0"/>
            </a:endParaRPr>
          </a:p>
        </p:txBody>
      </p:sp>
      <p:sp>
        <p:nvSpPr>
          <p:cNvPr id="30" name="Parallelogram 29">
            <a:extLst>
              <a:ext uri="{FF2B5EF4-FFF2-40B4-BE49-F238E27FC236}">
                <a16:creationId xmlns:a16="http://schemas.microsoft.com/office/drawing/2014/main" id="{E1A1C0C7-EA03-09CA-5739-23105908602F}"/>
              </a:ext>
            </a:extLst>
          </p:cNvPr>
          <p:cNvSpPr/>
          <p:nvPr/>
        </p:nvSpPr>
        <p:spPr>
          <a:xfrm flipH="1">
            <a:off x="7759065" y="2230783"/>
            <a:ext cx="5854700" cy="536116"/>
          </a:xfrm>
          <a:prstGeom prst="parallelogram">
            <a:avLst>
              <a:gd name="adj" fmla="val 32107"/>
            </a:avLst>
          </a:prstGeom>
          <a:solidFill>
            <a:srgbClr val="84B1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6BDBDD6F-8346-4B79-2EA7-59F695223A01}"/>
              </a:ext>
            </a:extLst>
          </p:cNvPr>
          <p:cNvSpPr txBox="1"/>
          <p:nvPr/>
        </p:nvSpPr>
        <p:spPr>
          <a:xfrm>
            <a:off x="8096633" y="2330437"/>
            <a:ext cx="3622676" cy="335926"/>
          </a:xfrm>
          <a:prstGeom prst="rect">
            <a:avLst/>
          </a:prstGeom>
          <a:noFill/>
        </p:spPr>
        <p:txBody>
          <a:bodyPr wrap="square" rtlCol="0">
            <a:spAutoFit/>
          </a:bodyPr>
          <a:lstStyle/>
          <a:p>
            <a:pPr>
              <a:lnSpc>
                <a:spcPct val="120000"/>
              </a:lnSpc>
            </a:pPr>
            <a:r>
              <a:rPr lang="en-US" sz="1400" b="1" dirty="0">
                <a:solidFill>
                  <a:srgbClr val="1B2380"/>
                </a:solidFill>
                <a:ea typeface="Red Hat Display" panose="02010303040201060303" pitchFamily="2" charset="0"/>
                <a:cs typeface="Red Hat Display" panose="02010303040201060303" pitchFamily="2" charset="0"/>
              </a:rPr>
              <a:t>MetLife Stadium  </a:t>
            </a:r>
            <a:r>
              <a:rPr lang="en-US" sz="1400" dirty="0">
                <a:solidFill>
                  <a:srgbClr val="1B2380"/>
                </a:solidFill>
                <a:ea typeface="Red Hat Display" panose="02010303040201060303" pitchFamily="2" charset="0"/>
                <a:cs typeface="Red Hat Display" panose="02010303040201060303" pitchFamily="2" charset="0"/>
              </a:rPr>
              <a:t>(New York/New Jersey)</a:t>
            </a:r>
            <a:endParaRPr lang="en-IN" sz="1400" dirty="0">
              <a:solidFill>
                <a:srgbClr val="1B2380"/>
              </a:solidFill>
              <a:ea typeface="Red Hat Display" panose="02010303040201060303" pitchFamily="2" charset="0"/>
              <a:cs typeface="Red Hat Display" panose="02010303040201060303" pitchFamily="2" charset="0"/>
            </a:endParaRPr>
          </a:p>
        </p:txBody>
      </p:sp>
      <p:sp>
        <p:nvSpPr>
          <p:cNvPr id="36" name="Freeform: Shape 35">
            <a:extLst>
              <a:ext uri="{FF2B5EF4-FFF2-40B4-BE49-F238E27FC236}">
                <a16:creationId xmlns:a16="http://schemas.microsoft.com/office/drawing/2014/main" id="{5B6690AB-AD26-ADA5-2DE4-FB08C89DDA6F}"/>
              </a:ext>
            </a:extLst>
          </p:cNvPr>
          <p:cNvSpPr/>
          <p:nvPr/>
        </p:nvSpPr>
        <p:spPr>
          <a:xfrm flipV="1">
            <a:off x="11295743" y="389957"/>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324EFF"/>
          </a:solidFill>
          <a:ln>
            <a:noFill/>
          </a:ln>
          <a:effectLst>
            <a:outerShdw blurRad="63500" dist="38100" dir="10800000" algn="r" rotWithShape="0">
              <a:schemeClr val="tx1">
                <a:lumMod val="85000"/>
                <a:lumOff val="1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7" name="Freeform: Shape 36">
            <a:extLst>
              <a:ext uri="{FF2B5EF4-FFF2-40B4-BE49-F238E27FC236}">
                <a16:creationId xmlns:a16="http://schemas.microsoft.com/office/drawing/2014/main" id="{05CC262C-C551-4995-ED94-D7E0236BF24C}"/>
              </a:ext>
            </a:extLst>
          </p:cNvPr>
          <p:cNvSpPr/>
          <p:nvPr/>
        </p:nvSpPr>
        <p:spPr>
          <a:xfrm flipV="1">
            <a:off x="11349594" y="169621"/>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84B1FF"/>
          </a:solidFill>
          <a:ln>
            <a:noFill/>
          </a:ln>
          <a:effectLst>
            <a:outerShdw blurRad="63500" dist="38100" dir="10800000" algn="r" rotWithShape="0">
              <a:schemeClr val="tx1">
                <a:lumMod val="85000"/>
                <a:lumOff val="1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8" name="Freeform: Shape 37">
            <a:extLst>
              <a:ext uri="{FF2B5EF4-FFF2-40B4-BE49-F238E27FC236}">
                <a16:creationId xmlns:a16="http://schemas.microsoft.com/office/drawing/2014/main" id="{273F6F23-6206-B811-1F9C-F7F09817DC24}"/>
              </a:ext>
            </a:extLst>
          </p:cNvPr>
          <p:cNvSpPr/>
          <p:nvPr/>
        </p:nvSpPr>
        <p:spPr>
          <a:xfrm flipV="1">
            <a:off x="11403445" y="-22804"/>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1D2280"/>
          </a:solidFill>
          <a:ln>
            <a:noFill/>
          </a:ln>
          <a:effectLst>
            <a:outerShdw blurRad="63500" dist="38100" dir="10800000" algn="r" rotWithShape="0">
              <a:schemeClr val="tx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Tree>
    <p:extLst>
      <p:ext uri="{BB962C8B-B14F-4D97-AF65-F5344CB8AC3E}">
        <p14:creationId xmlns:p14="http://schemas.microsoft.com/office/powerpoint/2010/main" val="3800012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D23DE35-B8C9-E3A2-413D-06DDADCE3F72}"/>
              </a:ext>
            </a:extLst>
          </p:cNvPr>
          <p:cNvSpPr/>
          <p:nvPr/>
        </p:nvSpPr>
        <p:spPr>
          <a:xfrm flipH="1">
            <a:off x="227013" y="260350"/>
            <a:ext cx="11964987" cy="6597650"/>
          </a:xfrm>
          <a:prstGeom prst="rect">
            <a:avLst/>
          </a:prstGeom>
          <a:gradFill flip="none" rotWithShape="1">
            <a:gsLst>
              <a:gs pos="100000">
                <a:srgbClr val="9FEC03">
                  <a:alpha val="82000"/>
                </a:srgbClr>
              </a:gs>
              <a:gs pos="30000">
                <a:srgbClr val="014C3E">
                  <a:alpha val="82000"/>
                </a:srgbClr>
              </a:gs>
              <a:gs pos="69000">
                <a:srgbClr val="02CA40">
                  <a:alpha val="80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reeform: Shape 4">
            <a:extLst>
              <a:ext uri="{FF2B5EF4-FFF2-40B4-BE49-F238E27FC236}">
                <a16:creationId xmlns:a16="http://schemas.microsoft.com/office/drawing/2014/main" id="{C307B338-F69D-1DE2-6E4E-50C3489CEDB9}"/>
              </a:ext>
            </a:extLst>
          </p:cNvPr>
          <p:cNvSpPr/>
          <p:nvPr/>
        </p:nvSpPr>
        <p:spPr>
          <a:xfrm flipH="1">
            <a:off x="-2114861" y="-9358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50800" dist="38100" algn="l" rotWithShape="0">
              <a:srgbClr val="012921">
                <a:alpha val="38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pic>
        <p:nvPicPr>
          <p:cNvPr id="18" name="Picture Placeholder 17" descr="A stadium with a white roof&#10;&#10;AI-generated content may be incorrect.">
            <a:extLst>
              <a:ext uri="{FF2B5EF4-FFF2-40B4-BE49-F238E27FC236}">
                <a16:creationId xmlns:a16="http://schemas.microsoft.com/office/drawing/2014/main" id="{31BA4ED6-0079-88BC-974E-F4836A821148}"/>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effectLst>
            <a:outerShdw blurRad="50800" dist="38100" algn="l" rotWithShape="0">
              <a:srgbClr val="012921">
                <a:alpha val="38000"/>
              </a:srgbClr>
            </a:outerShdw>
          </a:effectLst>
        </p:spPr>
      </p:pic>
      <p:pic>
        <p:nvPicPr>
          <p:cNvPr id="16" name="Picture Placeholder 15" descr="A stadium with a green field and blue seats&#10;&#10;AI-generated content may be incorrect.">
            <a:extLst>
              <a:ext uri="{FF2B5EF4-FFF2-40B4-BE49-F238E27FC236}">
                <a16:creationId xmlns:a16="http://schemas.microsoft.com/office/drawing/2014/main" id="{5E71937D-59C9-EB4E-7C9D-800B49C24ED1}"/>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a:effectLst>
            <a:outerShdw blurRad="50800" dist="38100" algn="l" rotWithShape="0">
              <a:srgbClr val="012921">
                <a:alpha val="38000"/>
              </a:srgbClr>
            </a:outerShdw>
          </a:effectLst>
        </p:spPr>
      </p:pic>
      <p:pic>
        <p:nvPicPr>
          <p:cNvPr id="14" name="Picture Placeholder 13" descr="A large stadium with lights on it&#10;&#10;AI-generated content may be incorrect.">
            <a:extLst>
              <a:ext uri="{FF2B5EF4-FFF2-40B4-BE49-F238E27FC236}">
                <a16:creationId xmlns:a16="http://schemas.microsoft.com/office/drawing/2014/main" id="{0172162C-C9BB-09A7-A760-FFD65FCDD8FB}"/>
              </a:ext>
            </a:extLst>
          </p:cNvPr>
          <p:cNvPicPr>
            <a:picLocks noGrp="1" noChangeAspect="1"/>
          </p:cNvPicPr>
          <p:nvPr>
            <p:ph type="pic" sz="quarter" idx="10"/>
          </p:nvPr>
        </p:nvPicPr>
        <p:blipFill>
          <a:blip r:embed="rId5" cstate="screen">
            <a:extLst>
              <a:ext uri="{28A0092B-C50C-407E-A947-70E740481C1C}">
                <a14:useLocalDpi xmlns:a14="http://schemas.microsoft.com/office/drawing/2010/main"/>
              </a:ext>
            </a:extLst>
          </a:blip>
          <a:srcRect/>
          <a:stretch>
            <a:fillRect/>
          </a:stretch>
        </p:blipFill>
        <p:spPr>
          <a:effectLst>
            <a:outerShdw blurRad="50800" dist="38100" algn="l" rotWithShape="0">
              <a:srgbClr val="012921">
                <a:alpha val="38000"/>
              </a:srgbClr>
            </a:outerShdw>
          </a:effectLst>
        </p:spPr>
      </p:pic>
      <p:sp>
        <p:nvSpPr>
          <p:cNvPr id="21" name="TextBox 20">
            <a:extLst>
              <a:ext uri="{FF2B5EF4-FFF2-40B4-BE49-F238E27FC236}">
                <a16:creationId xmlns:a16="http://schemas.microsoft.com/office/drawing/2014/main" id="{7A5BEB85-0D08-0B6E-1D9B-DC17DB86960E}"/>
              </a:ext>
            </a:extLst>
          </p:cNvPr>
          <p:cNvSpPr txBox="1"/>
          <p:nvPr/>
        </p:nvSpPr>
        <p:spPr>
          <a:xfrm flipH="1">
            <a:off x="5677319" y="2379780"/>
            <a:ext cx="5812445" cy="738664"/>
          </a:xfrm>
          <a:prstGeom prst="rect">
            <a:avLst/>
          </a:prstGeom>
          <a:noFill/>
        </p:spPr>
        <p:txBody>
          <a:bodyPr wrap="square" rtlCol="0">
            <a:spAutoFit/>
          </a:bodyPr>
          <a:lstStyle/>
          <a:p>
            <a:pPr algn="r"/>
            <a:r>
              <a:rPr lang="es-SV" sz="1400">
                <a:solidFill>
                  <a:schemeClr val="bg1"/>
                </a:solidFill>
                <a:ea typeface="Red Hat Display" panose="02010303040201060303" pitchFamily="2" charset="0"/>
                <a:cs typeface="Red Hat Display" panose="02010303040201060303" pitchFamily="2" charset="0"/>
              </a:rPr>
              <a:t>México aporta su rica cultura e historia futbolística a este torneo, convirtiéndose en el primer país en la historia en acoger la Copa Mundial Masculina de la FIFA en tres ocasiones (anteriormente en 1970 y 1986).</a:t>
            </a:r>
            <a:endParaRPr lang="en-IN" sz="1400" dirty="0">
              <a:solidFill>
                <a:schemeClr val="bg1"/>
              </a:solidFill>
              <a:ea typeface="Red Hat Display" panose="02010303040201060303" pitchFamily="2" charset="0"/>
              <a:cs typeface="Red Hat Display" panose="02010303040201060303" pitchFamily="2" charset="0"/>
            </a:endParaRPr>
          </a:p>
        </p:txBody>
      </p:sp>
      <p:sp>
        <p:nvSpPr>
          <p:cNvPr id="22" name="TextBox 21">
            <a:extLst>
              <a:ext uri="{FF2B5EF4-FFF2-40B4-BE49-F238E27FC236}">
                <a16:creationId xmlns:a16="http://schemas.microsoft.com/office/drawing/2014/main" id="{B5D65457-F756-6E5D-D9B4-6B18FE5195F7}"/>
              </a:ext>
            </a:extLst>
          </p:cNvPr>
          <p:cNvSpPr txBox="1"/>
          <p:nvPr/>
        </p:nvSpPr>
        <p:spPr>
          <a:xfrm flipH="1">
            <a:off x="5677318" y="3254187"/>
            <a:ext cx="6287668" cy="307777"/>
          </a:xfrm>
          <a:prstGeom prst="rect">
            <a:avLst/>
          </a:prstGeom>
          <a:noFill/>
        </p:spPr>
        <p:txBody>
          <a:bodyPr wrap="square" rtlCol="0">
            <a:spAutoFit/>
          </a:bodyPr>
          <a:lstStyle/>
          <a:p>
            <a:pPr algn="r"/>
            <a:r>
              <a:rPr lang="en-IN" sz="1400" b="1" dirty="0" err="1">
                <a:solidFill>
                  <a:schemeClr val="bg1"/>
                </a:solidFill>
                <a:ea typeface="Red Hat Display" panose="02010303040201060303" pitchFamily="2" charset="0"/>
                <a:cs typeface="Red Hat Display" panose="02010303040201060303" pitchFamily="2" charset="0"/>
              </a:rPr>
              <a:t>Estadios</a:t>
            </a:r>
            <a:r>
              <a:rPr lang="en-IN" sz="1400" b="1" dirty="0">
                <a:solidFill>
                  <a:schemeClr val="bg1"/>
                </a:solidFill>
                <a:ea typeface="Red Hat Display" panose="02010303040201060303" pitchFamily="2" charset="0"/>
                <a:cs typeface="Red Hat Display" panose="02010303040201060303" pitchFamily="2" charset="0"/>
              </a:rPr>
              <a:t> </a:t>
            </a:r>
            <a:r>
              <a:rPr lang="en-IN" sz="1400" b="1" dirty="0" err="1">
                <a:solidFill>
                  <a:schemeClr val="bg1"/>
                </a:solidFill>
                <a:ea typeface="Red Hat Display" panose="02010303040201060303" pitchFamily="2" charset="0"/>
                <a:cs typeface="Red Hat Display" panose="02010303040201060303" pitchFamily="2" charset="0"/>
              </a:rPr>
              <a:t>importantes</a:t>
            </a:r>
            <a:r>
              <a:rPr lang="en-IN" sz="1400" b="1" dirty="0">
                <a:solidFill>
                  <a:schemeClr val="bg1"/>
                </a:solidFill>
                <a:ea typeface="Red Hat Display" panose="02010303040201060303" pitchFamily="2" charset="0"/>
                <a:cs typeface="Red Hat Display" panose="02010303040201060303" pitchFamily="2" charset="0"/>
              </a:rPr>
              <a:t>: Estadio Azteca(CDM), Estadio Akron (Guadalajara) </a:t>
            </a:r>
          </a:p>
        </p:txBody>
      </p:sp>
      <p:sp>
        <p:nvSpPr>
          <p:cNvPr id="23" name="Rectangle 22">
            <a:extLst>
              <a:ext uri="{FF2B5EF4-FFF2-40B4-BE49-F238E27FC236}">
                <a16:creationId xmlns:a16="http://schemas.microsoft.com/office/drawing/2014/main" id="{FD2244DF-2FAC-FF4A-9A18-160CDE397BEB}"/>
              </a:ext>
            </a:extLst>
          </p:cNvPr>
          <p:cNvSpPr/>
          <p:nvPr/>
        </p:nvSpPr>
        <p:spPr>
          <a:xfrm flipH="1">
            <a:off x="5525818" y="3697707"/>
            <a:ext cx="7283025" cy="1489616"/>
          </a:xfrm>
          <a:prstGeom prst="rect">
            <a:avLst/>
          </a:prstGeom>
          <a:solidFill>
            <a:schemeClr val="bg1">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a:endParaRPr lang="en-IN"/>
          </a:p>
        </p:txBody>
      </p:sp>
      <p:sp>
        <p:nvSpPr>
          <p:cNvPr id="24" name="TextBox 23">
            <a:extLst>
              <a:ext uri="{FF2B5EF4-FFF2-40B4-BE49-F238E27FC236}">
                <a16:creationId xmlns:a16="http://schemas.microsoft.com/office/drawing/2014/main" id="{56D3EFB5-DB6F-78F8-F633-CD477280B81F}"/>
              </a:ext>
            </a:extLst>
          </p:cNvPr>
          <p:cNvSpPr txBox="1"/>
          <p:nvPr/>
        </p:nvSpPr>
        <p:spPr>
          <a:xfrm flipH="1">
            <a:off x="8644964" y="1695747"/>
            <a:ext cx="2844800" cy="646331"/>
          </a:xfrm>
          <a:prstGeom prst="rect">
            <a:avLst/>
          </a:prstGeom>
          <a:noFill/>
        </p:spPr>
        <p:txBody>
          <a:bodyPr wrap="square" rtlCol="0">
            <a:spAutoFit/>
          </a:bodyPr>
          <a:lstStyle/>
          <a:p>
            <a:pPr algn="r"/>
            <a:r>
              <a:rPr lang="en-IN" sz="3600">
                <a:solidFill>
                  <a:schemeClr val="bg1"/>
                </a:solidFill>
                <a:latin typeface="+mj-lt"/>
              </a:rPr>
              <a:t>México</a:t>
            </a:r>
            <a:endParaRPr lang="en-IN" sz="3600" dirty="0">
              <a:solidFill>
                <a:schemeClr val="bg1"/>
              </a:solidFill>
              <a:latin typeface="+mj-lt"/>
            </a:endParaRPr>
          </a:p>
        </p:txBody>
      </p:sp>
      <p:sp>
        <p:nvSpPr>
          <p:cNvPr id="27" name="TextBox 26">
            <a:extLst>
              <a:ext uri="{FF2B5EF4-FFF2-40B4-BE49-F238E27FC236}">
                <a16:creationId xmlns:a16="http://schemas.microsoft.com/office/drawing/2014/main" id="{4262DDC1-1BBF-7D2A-DDEC-871EAF805DD3}"/>
              </a:ext>
            </a:extLst>
          </p:cNvPr>
          <p:cNvSpPr txBox="1"/>
          <p:nvPr/>
        </p:nvSpPr>
        <p:spPr>
          <a:xfrm flipH="1">
            <a:off x="6712977" y="4073183"/>
            <a:ext cx="4776787" cy="738664"/>
          </a:xfrm>
          <a:prstGeom prst="rect">
            <a:avLst/>
          </a:prstGeom>
          <a:noFill/>
        </p:spPr>
        <p:txBody>
          <a:bodyPr wrap="square" rtlCol="0">
            <a:spAutoFit/>
          </a:bodyPr>
          <a:lstStyle/>
          <a:p>
            <a:pPr algn="r"/>
            <a:r>
              <a:rPr lang="es-SV" sz="1400" dirty="0">
                <a:solidFill>
                  <a:srgbClr val="012921"/>
                </a:solidFill>
                <a:ea typeface="Red Hat Display" panose="02010303040201060303" pitchFamily="2" charset="0"/>
                <a:cs typeface="Red Hat Display" panose="02010303040201060303" pitchFamily="2" charset="0"/>
              </a:rPr>
              <a:t>El Estadio Azteca se convertirá en el único estadio que acoge tres Copas Mundiales de la FIFA diferentes, un récord extraordinario en el fútbol mundial.</a:t>
            </a:r>
            <a:endParaRPr lang="en-US" sz="1400" dirty="0">
              <a:solidFill>
                <a:srgbClr val="012921"/>
              </a:solidFill>
              <a:ea typeface="Red Hat Display" panose="02010303040201060303" pitchFamily="2" charset="0"/>
              <a:cs typeface="Red Hat Display" panose="02010303040201060303" pitchFamily="2" charset="0"/>
            </a:endParaRPr>
          </a:p>
        </p:txBody>
      </p:sp>
      <p:sp>
        <p:nvSpPr>
          <p:cNvPr id="2" name="Freeform: Shape 1">
            <a:extLst>
              <a:ext uri="{FF2B5EF4-FFF2-40B4-BE49-F238E27FC236}">
                <a16:creationId xmlns:a16="http://schemas.microsoft.com/office/drawing/2014/main" id="{6A12F0D3-118C-DADC-7447-361CDC63762D}"/>
              </a:ext>
            </a:extLst>
          </p:cNvPr>
          <p:cNvSpPr/>
          <p:nvPr/>
        </p:nvSpPr>
        <p:spPr>
          <a:xfrm flipV="1">
            <a:off x="11295743" y="389957"/>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02CA40"/>
          </a:solidFill>
          <a:ln>
            <a:noFill/>
          </a:ln>
          <a:effectLst>
            <a:outerShdw blurRad="63500" dist="38100" dir="10800000" algn="r" rotWithShape="0">
              <a:schemeClr val="tx1">
                <a:lumMod val="85000"/>
                <a:lumOff val="1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 name="Freeform: Shape 2">
            <a:extLst>
              <a:ext uri="{FF2B5EF4-FFF2-40B4-BE49-F238E27FC236}">
                <a16:creationId xmlns:a16="http://schemas.microsoft.com/office/drawing/2014/main" id="{EB4C9160-5E73-96D0-4DC7-42095866EDBF}"/>
              </a:ext>
            </a:extLst>
          </p:cNvPr>
          <p:cNvSpPr/>
          <p:nvPr/>
        </p:nvSpPr>
        <p:spPr>
          <a:xfrm flipV="1">
            <a:off x="11349594" y="169621"/>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chemeClr val="tx1">
                <a:lumMod val="85000"/>
                <a:lumOff val="1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 name="Freeform: Shape 3">
            <a:extLst>
              <a:ext uri="{FF2B5EF4-FFF2-40B4-BE49-F238E27FC236}">
                <a16:creationId xmlns:a16="http://schemas.microsoft.com/office/drawing/2014/main" id="{A032B89D-B5EE-1FD4-689A-B9522678C73E}"/>
              </a:ext>
            </a:extLst>
          </p:cNvPr>
          <p:cNvSpPr/>
          <p:nvPr/>
        </p:nvSpPr>
        <p:spPr>
          <a:xfrm flipV="1">
            <a:off x="11403445" y="-22804"/>
            <a:ext cx="1313834" cy="1940311"/>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014C3E"/>
          </a:solidFill>
          <a:ln>
            <a:noFill/>
          </a:ln>
          <a:effectLst>
            <a:outerShdw blurRad="63500" dist="38100" dir="10800000" algn="r" rotWithShape="0">
              <a:schemeClr val="tx1">
                <a:lumMod val="65000"/>
                <a:lumOff val="3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Tree>
    <p:extLst>
      <p:ext uri="{BB962C8B-B14F-4D97-AF65-F5344CB8AC3E}">
        <p14:creationId xmlns:p14="http://schemas.microsoft.com/office/powerpoint/2010/main" val="3679414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white dots&#10;&#10;AI-generated content may be incorrect.">
            <a:extLst>
              <a:ext uri="{FF2B5EF4-FFF2-40B4-BE49-F238E27FC236}">
                <a16:creationId xmlns:a16="http://schemas.microsoft.com/office/drawing/2014/main" id="{74805D78-58C5-D854-B59D-71FB48E2DF20}"/>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grpSp>
        <p:nvGrpSpPr>
          <p:cNvPr id="68" name="Group 67">
            <a:extLst>
              <a:ext uri="{FF2B5EF4-FFF2-40B4-BE49-F238E27FC236}">
                <a16:creationId xmlns:a16="http://schemas.microsoft.com/office/drawing/2014/main" id="{F6BA87DE-D35B-CFAC-B60D-EEC13231F453}"/>
              </a:ext>
            </a:extLst>
          </p:cNvPr>
          <p:cNvGrpSpPr/>
          <p:nvPr/>
        </p:nvGrpSpPr>
        <p:grpSpPr>
          <a:xfrm flipV="1">
            <a:off x="11295743" y="-22804"/>
            <a:ext cx="1421536" cy="2353072"/>
            <a:chOff x="10876736" y="-5290744"/>
            <a:chExt cx="4169906" cy="6902454"/>
          </a:xfrm>
        </p:grpSpPr>
        <p:sp>
          <p:nvSpPr>
            <p:cNvPr id="65" name="Freeform: Shape 64">
              <a:extLst>
                <a:ext uri="{FF2B5EF4-FFF2-40B4-BE49-F238E27FC236}">
                  <a16:creationId xmlns:a16="http://schemas.microsoft.com/office/drawing/2014/main" id="{A52DD4A1-5024-3BB7-FB1B-C55DD9279ABF}"/>
                </a:ext>
              </a:extLst>
            </p:cNvPr>
            <p:cNvSpPr/>
            <p:nvPr/>
          </p:nvSpPr>
          <p:spPr>
            <a:xfrm>
              <a:off x="10876736" y="-5290744"/>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66" name="Freeform: Shape 65">
              <a:extLst>
                <a:ext uri="{FF2B5EF4-FFF2-40B4-BE49-F238E27FC236}">
                  <a16:creationId xmlns:a16="http://schemas.microsoft.com/office/drawing/2014/main" id="{972F182D-C196-8F0A-A910-9614F26A70FB}"/>
                </a:ext>
              </a:extLst>
            </p:cNvPr>
            <p:cNvSpPr/>
            <p:nvPr/>
          </p:nvSpPr>
          <p:spPr>
            <a:xfrm>
              <a:off x="11034702" y="-4644413"/>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67" name="Freeform: Shape 66">
              <a:extLst>
                <a:ext uri="{FF2B5EF4-FFF2-40B4-BE49-F238E27FC236}">
                  <a16:creationId xmlns:a16="http://schemas.microsoft.com/office/drawing/2014/main" id="{2292F58E-6C69-4F46-2D00-4941A56FC80A}"/>
                </a:ext>
              </a:extLst>
            </p:cNvPr>
            <p:cNvSpPr/>
            <p:nvPr/>
          </p:nvSpPr>
          <p:spPr>
            <a:xfrm>
              <a:off x="11192668" y="-4079958"/>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
        <p:nvSpPr>
          <p:cNvPr id="28" name="Parallelogram 27">
            <a:extLst>
              <a:ext uri="{FF2B5EF4-FFF2-40B4-BE49-F238E27FC236}">
                <a16:creationId xmlns:a16="http://schemas.microsoft.com/office/drawing/2014/main" id="{ACD7239B-1734-A4B0-37C5-AC6EE9FCB847}"/>
              </a:ext>
            </a:extLst>
          </p:cNvPr>
          <p:cNvSpPr/>
          <p:nvPr/>
        </p:nvSpPr>
        <p:spPr>
          <a:xfrm>
            <a:off x="-772886" y="4702156"/>
            <a:ext cx="3089730" cy="707886"/>
          </a:xfrm>
          <a:prstGeom prst="parallelogram">
            <a:avLst/>
          </a:prstGeom>
          <a:solidFill>
            <a:srgbClr val="FFDB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Parallelogram 28">
            <a:extLst>
              <a:ext uri="{FF2B5EF4-FFF2-40B4-BE49-F238E27FC236}">
                <a16:creationId xmlns:a16="http://schemas.microsoft.com/office/drawing/2014/main" id="{09022478-2EE9-EBF4-41E5-284CD66701A4}"/>
              </a:ext>
            </a:extLst>
          </p:cNvPr>
          <p:cNvSpPr/>
          <p:nvPr/>
        </p:nvSpPr>
        <p:spPr>
          <a:xfrm>
            <a:off x="1801585" y="4702156"/>
            <a:ext cx="3089730" cy="707886"/>
          </a:xfrm>
          <a:prstGeom prst="parallelogram">
            <a:avLst/>
          </a:prstGeom>
          <a:solidFill>
            <a:srgbClr val="1753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Parallelogram 29">
            <a:extLst>
              <a:ext uri="{FF2B5EF4-FFF2-40B4-BE49-F238E27FC236}">
                <a16:creationId xmlns:a16="http://schemas.microsoft.com/office/drawing/2014/main" id="{046EA1DD-1224-746A-A085-C6A54B3E6F97}"/>
              </a:ext>
            </a:extLst>
          </p:cNvPr>
          <p:cNvSpPr/>
          <p:nvPr/>
        </p:nvSpPr>
        <p:spPr>
          <a:xfrm>
            <a:off x="4376057" y="4702156"/>
            <a:ext cx="3089730" cy="707886"/>
          </a:xfrm>
          <a:prstGeom prst="parallelogram">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Parallelogram 30">
            <a:extLst>
              <a:ext uri="{FF2B5EF4-FFF2-40B4-BE49-F238E27FC236}">
                <a16:creationId xmlns:a16="http://schemas.microsoft.com/office/drawing/2014/main" id="{F310AF0C-0018-55A4-37B4-82FE5AA8271A}"/>
              </a:ext>
            </a:extLst>
          </p:cNvPr>
          <p:cNvSpPr/>
          <p:nvPr/>
        </p:nvSpPr>
        <p:spPr>
          <a:xfrm>
            <a:off x="6950528" y="4702156"/>
            <a:ext cx="3089730" cy="707886"/>
          </a:xfrm>
          <a:prstGeom prst="parallelogram">
            <a:avLst/>
          </a:prstGeom>
          <a:solidFill>
            <a:srgbClr val="42A1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Parallelogram 31">
            <a:extLst>
              <a:ext uri="{FF2B5EF4-FFF2-40B4-BE49-F238E27FC236}">
                <a16:creationId xmlns:a16="http://schemas.microsoft.com/office/drawing/2014/main" id="{6F5A3C09-33F3-C7C0-0562-F93945E5D3A8}"/>
              </a:ext>
            </a:extLst>
          </p:cNvPr>
          <p:cNvSpPr/>
          <p:nvPr/>
        </p:nvSpPr>
        <p:spPr>
          <a:xfrm>
            <a:off x="9525000" y="4702156"/>
            <a:ext cx="3089730" cy="707886"/>
          </a:xfrm>
          <a:prstGeom prst="parallelogram">
            <a:avLst/>
          </a:prstGeom>
          <a:solidFill>
            <a:srgbClr val="CE04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Parallelogram 7">
            <a:extLst>
              <a:ext uri="{FF2B5EF4-FFF2-40B4-BE49-F238E27FC236}">
                <a16:creationId xmlns:a16="http://schemas.microsoft.com/office/drawing/2014/main" id="{C1D21B5B-090E-E41E-4B7C-96BC783C5E24}"/>
              </a:ext>
            </a:extLst>
          </p:cNvPr>
          <p:cNvSpPr/>
          <p:nvPr/>
        </p:nvSpPr>
        <p:spPr>
          <a:xfrm>
            <a:off x="-595086" y="1892359"/>
            <a:ext cx="3846286" cy="707886"/>
          </a:xfrm>
          <a:prstGeom prst="parallelogram">
            <a:avLst/>
          </a:prstGeom>
          <a:gradFill>
            <a:gsLst>
              <a:gs pos="0">
                <a:srgbClr val="FFE79D"/>
              </a:gs>
              <a:gs pos="88000">
                <a:srgbClr val="55380C"/>
              </a:gs>
            </a:gsLst>
            <a:lin ang="5400000" scaled="1"/>
          </a:gradFill>
          <a:ln w="3175">
            <a:solidFill>
              <a:srgbClr val="FFE7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24A7981-4547-6D58-634A-E77544520986}"/>
              </a:ext>
            </a:extLst>
          </p:cNvPr>
          <p:cNvSpPr txBox="1"/>
          <p:nvPr/>
        </p:nvSpPr>
        <p:spPr>
          <a:xfrm>
            <a:off x="1538345" y="609374"/>
            <a:ext cx="9840742" cy="1323439"/>
          </a:xfrm>
          <a:prstGeom prst="rect">
            <a:avLst/>
          </a:prstGeom>
          <a:noFill/>
        </p:spPr>
        <p:txBody>
          <a:bodyPr wrap="square" rtlCol="0">
            <a:spAutoFit/>
          </a:bodyPr>
          <a:lstStyle>
            <a:defPPr>
              <a:defRPr lang="en-US"/>
            </a:defPPr>
            <a:lvl1pPr algn="ctr">
              <a:defRPr sz="3600">
                <a:solidFill>
                  <a:schemeClr val="bg1"/>
                </a:solidFill>
                <a:effectLst>
                  <a:outerShdw dist="38100" dir="2700000" algn="tl" rotWithShape="0">
                    <a:srgbClr val="FFFF6D">
                      <a:alpha val="76000"/>
                    </a:srgbClr>
                  </a:outerShdw>
                </a:effectLst>
                <a:latin typeface="Cal Sans" pitchFamily="2" charset="0"/>
              </a:defRPr>
            </a:lvl1pPr>
          </a:lstStyle>
          <a:p>
            <a:r>
              <a:rPr lang="es-SV" sz="4000">
                <a:latin typeface="+mj-lt"/>
              </a:rPr>
              <a:t>FAVORITOS ESPERADOS Y JUGADORES ESTRELLA</a:t>
            </a:r>
            <a:endParaRPr lang="en-IN" sz="4000" dirty="0">
              <a:latin typeface="+mj-lt"/>
            </a:endParaRPr>
          </a:p>
        </p:txBody>
      </p:sp>
      <p:sp>
        <p:nvSpPr>
          <p:cNvPr id="7" name="TextBox 6">
            <a:extLst>
              <a:ext uri="{FF2B5EF4-FFF2-40B4-BE49-F238E27FC236}">
                <a16:creationId xmlns:a16="http://schemas.microsoft.com/office/drawing/2014/main" id="{66576EFD-78A5-B977-C8B1-8A7527B47BD7}"/>
              </a:ext>
            </a:extLst>
          </p:cNvPr>
          <p:cNvSpPr txBox="1"/>
          <p:nvPr/>
        </p:nvSpPr>
        <p:spPr>
          <a:xfrm>
            <a:off x="609374" y="1950680"/>
            <a:ext cx="3077029" cy="584775"/>
          </a:xfrm>
          <a:prstGeom prst="rect">
            <a:avLst/>
          </a:prstGeom>
          <a:noFill/>
        </p:spPr>
        <p:txBody>
          <a:bodyPr wrap="square" rtlCol="0">
            <a:spAutoFit/>
          </a:bodyPr>
          <a:lstStyle>
            <a:defPPr>
              <a:defRPr lang="en-US"/>
            </a:defPPr>
            <a:lvl1pPr>
              <a:defRPr sz="3200">
                <a:solidFill>
                  <a:schemeClr val="bg1"/>
                </a:solidFill>
                <a:effectLst>
                  <a:outerShdw blurRad="50800" dist="38100" dir="2700000" algn="tl" rotWithShape="0">
                    <a:prstClr val="black">
                      <a:alpha val="40000"/>
                    </a:prstClr>
                  </a:outerShdw>
                </a:effectLst>
                <a:latin typeface="Cal Sans" pitchFamily="2" charset="0"/>
                <a:ea typeface="Red Hat Display" panose="02010303040201060303" pitchFamily="2" charset="0"/>
                <a:cs typeface="Red Hat Display" panose="02010303040201060303" pitchFamily="2" charset="0"/>
              </a:defRPr>
            </a:lvl1pPr>
          </a:lstStyle>
          <a:p>
            <a:r>
              <a:rPr lang="en-IN" dirty="0">
                <a:latin typeface="+mj-lt"/>
              </a:rPr>
              <a:t>Top Teams</a:t>
            </a:r>
          </a:p>
        </p:txBody>
      </p:sp>
      <p:pic>
        <p:nvPicPr>
          <p:cNvPr id="51" name="Picture Placeholder 50" descr="A group of men in sports uniforms&#10;&#10;AI-generated content may be incorrect.">
            <a:extLst>
              <a:ext uri="{FF2B5EF4-FFF2-40B4-BE49-F238E27FC236}">
                <a16:creationId xmlns:a16="http://schemas.microsoft.com/office/drawing/2014/main" id="{A05E6F3A-444C-E12B-1A1F-642B72FB2C7B}"/>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effectLst>
            <a:outerShdw blurRad="63500" dist="38100" dir="2700000" algn="tl" rotWithShape="0">
              <a:prstClr val="black">
                <a:alpha val="34000"/>
              </a:prstClr>
            </a:outerShdw>
          </a:effectLst>
        </p:spPr>
      </p:pic>
      <p:pic>
        <p:nvPicPr>
          <p:cNvPr id="49" name="Picture Placeholder 48" descr="A group of men in football uniforms&#10;&#10;AI-generated content may be incorrect.">
            <a:extLst>
              <a:ext uri="{FF2B5EF4-FFF2-40B4-BE49-F238E27FC236}">
                <a16:creationId xmlns:a16="http://schemas.microsoft.com/office/drawing/2014/main" id="{A065E072-120F-51CF-2733-5D4654AEB2AA}"/>
              </a:ext>
            </a:extLst>
          </p:cNvPr>
          <p:cNvPicPr>
            <a:picLocks noGrp="1" noChangeAspect="1"/>
          </p:cNvPicPr>
          <p:nvPr>
            <p:ph type="pic" sz="quarter" idx="14"/>
          </p:nvPr>
        </p:nvPicPr>
        <p:blipFill>
          <a:blip r:embed="rId4" cstate="screen">
            <a:extLst>
              <a:ext uri="{28A0092B-C50C-407E-A947-70E740481C1C}">
                <a14:useLocalDpi xmlns:a14="http://schemas.microsoft.com/office/drawing/2010/main"/>
              </a:ext>
            </a:extLst>
          </a:blip>
          <a:srcRect/>
          <a:stretch>
            <a:fillRect/>
          </a:stretch>
        </p:blipFill>
        <p:spPr>
          <a:effectLst>
            <a:outerShdw blurRad="63500" dist="38100" dir="2700000" algn="tl" rotWithShape="0">
              <a:prstClr val="black">
                <a:alpha val="34000"/>
              </a:prstClr>
            </a:outerShdw>
          </a:effectLst>
        </p:spPr>
      </p:pic>
      <p:pic>
        <p:nvPicPr>
          <p:cNvPr id="47" name="Picture Placeholder 46" descr="A group of football players huddling on a field&#10;&#10;AI-generated content may be incorrect.">
            <a:extLst>
              <a:ext uri="{FF2B5EF4-FFF2-40B4-BE49-F238E27FC236}">
                <a16:creationId xmlns:a16="http://schemas.microsoft.com/office/drawing/2014/main" id="{58F9D821-7042-7D3D-5E22-615ED6A41F5F}"/>
              </a:ext>
            </a:extLst>
          </p:cNvPr>
          <p:cNvPicPr>
            <a:picLocks noGrp="1" noChangeAspect="1"/>
          </p:cNvPicPr>
          <p:nvPr>
            <p:ph type="pic" sz="quarter" idx="13"/>
          </p:nvPr>
        </p:nvPicPr>
        <p:blipFill>
          <a:blip r:embed="rId5" cstate="screen">
            <a:extLst>
              <a:ext uri="{28A0092B-C50C-407E-A947-70E740481C1C}">
                <a14:useLocalDpi xmlns:a14="http://schemas.microsoft.com/office/drawing/2010/main"/>
              </a:ext>
            </a:extLst>
          </a:blip>
          <a:srcRect/>
          <a:stretch>
            <a:fillRect/>
          </a:stretch>
        </p:blipFill>
        <p:spPr>
          <a:effectLst>
            <a:outerShdw blurRad="63500" dist="38100" dir="2700000" algn="tl" rotWithShape="0">
              <a:prstClr val="black">
                <a:alpha val="34000"/>
              </a:prstClr>
            </a:outerShdw>
          </a:effectLst>
        </p:spPr>
      </p:pic>
      <p:pic>
        <p:nvPicPr>
          <p:cNvPr id="45" name="Picture Placeholder 44" descr="A group of men in sports uniforms&#10;&#10;AI-generated content may be incorrect.">
            <a:extLst>
              <a:ext uri="{FF2B5EF4-FFF2-40B4-BE49-F238E27FC236}">
                <a16:creationId xmlns:a16="http://schemas.microsoft.com/office/drawing/2014/main" id="{5D875684-B7E2-1A72-C545-0FE43DBB3736}"/>
              </a:ext>
            </a:extLst>
          </p:cNvPr>
          <p:cNvPicPr>
            <a:picLocks noGrp="1" noChangeAspect="1"/>
          </p:cNvPicPr>
          <p:nvPr>
            <p:ph type="pic" sz="quarter" idx="11"/>
          </p:nvPr>
        </p:nvPicPr>
        <p:blipFill>
          <a:blip r:embed="rId6" cstate="screen">
            <a:extLst>
              <a:ext uri="{28A0092B-C50C-407E-A947-70E740481C1C}">
                <a14:useLocalDpi xmlns:a14="http://schemas.microsoft.com/office/drawing/2010/main"/>
              </a:ext>
            </a:extLst>
          </a:blip>
          <a:srcRect l="-7807"/>
          <a:stretch>
            <a:fillRect/>
          </a:stretch>
        </p:blipFill>
        <p:spPr>
          <a:xfrm>
            <a:off x="2131785" y="3429000"/>
            <a:ext cx="2881086" cy="1702830"/>
          </a:xfrm>
          <a:effectLst>
            <a:outerShdw blurRad="63500" dist="38100" dir="2700000" algn="tl" rotWithShape="0">
              <a:prstClr val="black">
                <a:alpha val="34000"/>
              </a:prstClr>
            </a:outerShdw>
          </a:effectLst>
        </p:spPr>
      </p:pic>
      <p:pic>
        <p:nvPicPr>
          <p:cNvPr id="43" name="Picture Placeholder 42" descr="A group of men in football uniforms&#10;&#10;AI-generated content may be incorrect.">
            <a:extLst>
              <a:ext uri="{FF2B5EF4-FFF2-40B4-BE49-F238E27FC236}">
                <a16:creationId xmlns:a16="http://schemas.microsoft.com/office/drawing/2014/main" id="{D0CA239B-81FD-4886-4CA8-A68BB3D09B67}"/>
              </a:ext>
            </a:extLst>
          </p:cNvPr>
          <p:cNvPicPr>
            <a:picLocks noGrp="1" noChangeAspect="1"/>
          </p:cNvPicPr>
          <p:nvPr>
            <p:ph type="pic" sz="quarter" idx="10"/>
          </p:nvPr>
        </p:nvPicPr>
        <p:blipFill>
          <a:blip r:embed="rId7" cstate="screen">
            <a:extLst>
              <a:ext uri="{28A0092B-C50C-407E-A947-70E740481C1C}">
                <a14:useLocalDpi xmlns:a14="http://schemas.microsoft.com/office/drawing/2010/main"/>
              </a:ext>
            </a:extLst>
          </a:blip>
          <a:srcRect/>
          <a:stretch>
            <a:fillRect/>
          </a:stretch>
        </p:blipFill>
        <p:spPr>
          <a:effectLst>
            <a:outerShdw blurRad="63500" dist="38100" dir="2700000" algn="tl" rotWithShape="0">
              <a:prstClr val="black">
                <a:alpha val="34000"/>
              </a:prstClr>
            </a:outerShdw>
          </a:effectLst>
        </p:spPr>
      </p:pic>
      <p:sp>
        <p:nvSpPr>
          <p:cNvPr id="60" name="TextBox 59">
            <a:extLst>
              <a:ext uri="{FF2B5EF4-FFF2-40B4-BE49-F238E27FC236}">
                <a16:creationId xmlns:a16="http://schemas.microsoft.com/office/drawing/2014/main" id="{FA1992D2-D6AB-5CD2-7189-623DEF5E04E6}"/>
              </a:ext>
            </a:extLst>
          </p:cNvPr>
          <p:cNvSpPr txBox="1"/>
          <p:nvPr/>
        </p:nvSpPr>
        <p:spPr>
          <a:xfrm>
            <a:off x="292098" y="3059668"/>
            <a:ext cx="1592944" cy="369332"/>
          </a:xfrm>
          <a:prstGeom prst="rect">
            <a:avLst/>
          </a:prstGeom>
          <a:noFill/>
        </p:spPr>
        <p:txBody>
          <a:bodyPr wrap="square" rtlCol="0">
            <a:spAutoFit/>
          </a:bodyPr>
          <a:lstStyle/>
          <a:p>
            <a:pPr algn="ctr"/>
            <a:r>
              <a:rPr lang="en-IN">
                <a:solidFill>
                  <a:srgbClr val="FFDB01"/>
                </a:solidFill>
                <a:ea typeface="Red Hat Display" panose="02010303040201060303" pitchFamily="2" charset="0"/>
                <a:cs typeface="Red Hat Display" panose="02010303040201060303" pitchFamily="2" charset="0"/>
              </a:rPr>
              <a:t>Brasil</a:t>
            </a:r>
            <a:endParaRPr lang="en-IN" dirty="0">
              <a:solidFill>
                <a:srgbClr val="FFDB01"/>
              </a:solidFill>
              <a:ea typeface="Red Hat Display" panose="02010303040201060303" pitchFamily="2" charset="0"/>
              <a:cs typeface="Red Hat Display" panose="02010303040201060303" pitchFamily="2" charset="0"/>
            </a:endParaRPr>
          </a:p>
        </p:txBody>
      </p:sp>
      <p:sp>
        <p:nvSpPr>
          <p:cNvPr id="61" name="TextBox 60">
            <a:extLst>
              <a:ext uri="{FF2B5EF4-FFF2-40B4-BE49-F238E27FC236}">
                <a16:creationId xmlns:a16="http://schemas.microsoft.com/office/drawing/2014/main" id="{AEA3AA36-CC67-8CE2-17A0-3B803CA02AB2}"/>
              </a:ext>
            </a:extLst>
          </p:cNvPr>
          <p:cNvSpPr txBox="1"/>
          <p:nvPr/>
        </p:nvSpPr>
        <p:spPr>
          <a:xfrm>
            <a:off x="2959553" y="3059668"/>
            <a:ext cx="1592944" cy="369332"/>
          </a:xfrm>
          <a:prstGeom prst="rect">
            <a:avLst/>
          </a:prstGeom>
          <a:noFill/>
        </p:spPr>
        <p:txBody>
          <a:bodyPr wrap="square" rtlCol="0">
            <a:spAutoFit/>
          </a:bodyPr>
          <a:lstStyle/>
          <a:p>
            <a:pPr algn="ctr"/>
            <a:r>
              <a:rPr lang="en-IN">
                <a:solidFill>
                  <a:srgbClr val="1F73BF"/>
                </a:solidFill>
              </a:rPr>
              <a:t>Francia</a:t>
            </a:r>
            <a:endParaRPr lang="en-IN" dirty="0">
              <a:solidFill>
                <a:srgbClr val="1F73BF"/>
              </a:solidFill>
              <a:ea typeface="Red Hat Display" panose="02010303040201060303" pitchFamily="2" charset="0"/>
              <a:cs typeface="Red Hat Display" panose="02010303040201060303" pitchFamily="2" charset="0"/>
            </a:endParaRPr>
          </a:p>
        </p:txBody>
      </p:sp>
      <p:sp>
        <p:nvSpPr>
          <p:cNvPr id="62" name="TextBox 61">
            <a:extLst>
              <a:ext uri="{FF2B5EF4-FFF2-40B4-BE49-F238E27FC236}">
                <a16:creationId xmlns:a16="http://schemas.microsoft.com/office/drawing/2014/main" id="{A1EAE5C8-EFD8-888A-711D-B076F77D2011}"/>
              </a:ext>
            </a:extLst>
          </p:cNvPr>
          <p:cNvSpPr txBox="1"/>
          <p:nvPr/>
        </p:nvSpPr>
        <p:spPr>
          <a:xfrm>
            <a:off x="5380265" y="3059668"/>
            <a:ext cx="1592944" cy="369332"/>
          </a:xfrm>
          <a:prstGeom prst="rect">
            <a:avLst/>
          </a:prstGeom>
          <a:noFill/>
        </p:spPr>
        <p:txBody>
          <a:bodyPr wrap="square" rtlCol="0">
            <a:spAutoFit/>
          </a:bodyPr>
          <a:lstStyle/>
          <a:p>
            <a:pPr algn="ctr"/>
            <a:r>
              <a:rPr lang="en-IN">
                <a:solidFill>
                  <a:schemeClr val="bg1"/>
                </a:solidFill>
              </a:rPr>
              <a:t>Alemania</a:t>
            </a:r>
            <a:endParaRPr lang="en-IN" dirty="0">
              <a:solidFill>
                <a:schemeClr val="bg1"/>
              </a:solidFill>
              <a:ea typeface="Red Hat Display" panose="02010303040201060303" pitchFamily="2" charset="0"/>
              <a:cs typeface="Red Hat Display" panose="02010303040201060303" pitchFamily="2" charset="0"/>
            </a:endParaRPr>
          </a:p>
        </p:txBody>
      </p:sp>
      <p:sp>
        <p:nvSpPr>
          <p:cNvPr id="63" name="TextBox 62">
            <a:extLst>
              <a:ext uri="{FF2B5EF4-FFF2-40B4-BE49-F238E27FC236}">
                <a16:creationId xmlns:a16="http://schemas.microsoft.com/office/drawing/2014/main" id="{EB4ACB0D-5A86-7D20-4221-F07396CB1416}"/>
              </a:ext>
            </a:extLst>
          </p:cNvPr>
          <p:cNvSpPr txBox="1"/>
          <p:nvPr/>
        </p:nvSpPr>
        <p:spPr>
          <a:xfrm>
            <a:off x="8117115" y="3059668"/>
            <a:ext cx="1592944" cy="369332"/>
          </a:xfrm>
          <a:prstGeom prst="rect">
            <a:avLst/>
          </a:prstGeom>
          <a:noFill/>
        </p:spPr>
        <p:txBody>
          <a:bodyPr wrap="square" rtlCol="0">
            <a:spAutoFit/>
          </a:bodyPr>
          <a:lstStyle/>
          <a:p>
            <a:pPr algn="ctr"/>
            <a:r>
              <a:rPr lang="en-IN">
                <a:solidFill>
                  <a:srgbClr val="42A1D5"/>
                </a:solidFill>
              </a:rPr>
              <a:t>Argentina</a:t>
            </a:r>
            <a:endParaRPr lang="en-IN" dirty="0">
              <a:solidFill>
                <a:srgbClr val="42A1D5"/>
              </a:solidFill>
              <a:ea typeface="Red Hat Display" panose="02010303040201060303" pitchFamily="2" charset="0"/>
              <a:cs typeface="Red Hat Display" panose="02010303040201060303" pitchFamily="2" charset="0"/>
            </a:endParaRPr>
          </a:p>
        </p:txBody>
      </p:sp>
      <p:sp>
        <p:nvSpPr>
          <p:cNvPr id="64" name="TextBox 63">
            <a:extLst>
              <a:ext uri="{FF2B5EF4-FFF2-40B4-BE49-F238E27FC236}">
                <a16:creationId xmlns:a16="http://schemas.microsoft.com/office/drawing/2014/main" id="{90EDECC0-F160-4BB8-88A2-FA81E6998F7F}"/>
              </a:ext>
            </a:extLst>
          </p:cNvPr>
          <p:cNvSpPr txBox="1"/>
          <p:nvPr/>
        </p:nvSpPr>
        <p:spPr>
          <a:xfrm>
            <a:off x="10499271" y="3059668"/>
            <a:ext cx="1592944" cy="369332"/>
          </a:xfrm>
          <a:prstGeom prst="rect">
            <a:avLst/>
          </a:prstGeom>
          <a:noFill/>
        </p:spPr>
        <p:txBody>
          <a:bodyPr wrap="square" rtlCol="0">
            <a:spAutoFit/>
          </a:bodyPr>
          <a:lstStyle/>
          <a:p>
            <a:pPr algn="ctr"/>
            <a:r>
              <a:rPr lang="en-IN">
                <a:solidFill>
                  <a:srgbClr val="FF0000"/>
                </a:solidFill>
              </a:rPr>
              <a:t>España</a:t>
            </a:r>
            <a:endParaRPr lang="en-IN" dirty="0">
              <a:solidFill>
                <a:srgbClr val="FF0000"/>
              </a:solidFill>
              <a:ea typeface="Red Hat Display" panose="02010303040201060303" pitchFamily="2" charset="0"/>
              <a:cs typeface="Red Hat Display" panose="02010303040201060303" pitchFamily="2" charset="0"/>
            </a:endParaRPr>
          </a:p>
        </p:txBody>
      </p:sp>
      <p:sp>
        <p:nvSpPr>
          <p:cNvPr id="70" name="TextBox 69">
            <a:extLst>
              <a:ext uri="{FF2B5EF4-FFF2-40B4-BE49-F238E27FC236}">
                <a16:creationId xmlns:a16="http://schemas.microsoft.com/office/drawing/2014/main" id="{BF59A7D4-4858-DFA4-601D-E98653FF01F3}"/>
              </a:ext>
            </a:extLst>
          </p:cNvPr>
          <p:cNvSpPr txBox="1"/>
          <p:nvPr/>
        </p:nvSpPr>
        <p:spPr>
          <a:xfrm>
            <a:off x="3552486" y="1949041"/>
            <a:ext cx="7826601" cy="594522"/>
          </a:xfrm>
          <a:prstGeom prst="rect">
            <a:avLst/>
          </a:prstGeom>
          <a:noFill/>
        </p:spPr>
        <p:txBody>
          <a:bodyPr wrap="square" rtlCol="0">
            <a:spAutoFit/>
          </a:bodyPr>
          <a:lstStyle/>
          <a:p>
            <a:pPr>
              <a:lnSpc>
                <a:spcPct val="120000"/>
              </a:lnSpc>
            </a:pPr>
            <a:r>
              <a:rPr lang="es-SV" sz="1400">
                <a:solidFill>
                  <a:schemeClr val="bg1"/>
                </a:solidFill>
                <a:ea typeface="Red Hat Display" panose="02010303040201060303" pitchFamily="2" charset="0"/>
                <a:cs typeface="Red Hat Display" panose="02010303040201060303" pitchFamily="2" charset="0"/>
              </a:rPr>
              <a:t>La Copa Mundial de la FIFA 2026 contará con equipos fuertes como Brasil con Vinicius Jr. y Francia liderada por Kylian Mbappé. Alemania también espera un regreso con su joven talento.</a:t>
            </a:r>
            <a:endParaRPr lang="en-US" sz="1400" dirty="0">
              <a:solidFill>
                <a:schemeClr val="bg1"/>
              </a:solidFill>
              <a:ea typeface="Red Hat Display" panose="02010303040201060303" pitchFamily="2" charset="0"/>
              <a:cs typeface="Red Hat Display" panose="02010303040201060303" pitchFamily="2" charset="0"/>
            </a:endParaRPr>
          </a:p>
        </p:txBody>
      </p:sp>
      <p:sp>
        <p:nvSpPr>
          <p:cNvPr id="72" name="TextBox 71">
            <a:extLst>
              <a:ext uri="{FF2B5EF4-FFF2-40B4-BE49-F238E27FC236}">
                <a16:creationId xmlns:a16="http://schemas.microsoft.com/office/drawing/2014/main" id="{E93D513D-99EA-DDB0-15ED-1F205EAA4BB2}"/>
              </a:ext>
            </a:extLst>
          </p:cNvPr>
          <p:cNvSpPr txBox="1"/>
          <p:nvPr/>
        </p:nvSpPr>
        <p:spPr>
          <a:xfrm>
            <a:off x="2065565" y="5677480"/>
            <a:ext cx="8060871" cy="852990"/>
          </a:xfrm>
          <a:prstGeom prst="rect">
            <a:avLst/>
          </a:prstGeom>
          <a:noFill/>
        </p:spPr>
        <p:txBody>
          <a:bodyPr wrap="square" rtlCol="0">
            <a:spAutoFit/>
          </a:bodyPr>
          <a:lstStyle/>
          <a:p>
            <a:pPr algn="ctr">
              <a:lnSpc>
                <a:spcPct val="120000"/>
              </a:lnSpc>
            </a:pPr>
            <a:r>
              <a:rPr lang="es-SV" sz="1400">
                <a:solidFill>
                  <a:schemeClr val="bg1"/>
                </a:solidFill>
                <a:ea typeface="Red Hat Display" panose="02010303040201060303" pitchFamily="2" charset="0"/>
                <a:cs typeface="Red Hat Display" panose="02010303040201060303" pitchFamily="2" charset="0"/>
              </a:rPr>
              <a:t>Argentina, la campeona defensora, confía en nuevas estrellas como Julián Álvarez, mientras que los jugadores emergentes de España como Pedri aportan entusiasmo. El torneo promete actuaciones emocionantes y talento fresco.</a:t>
            </a:r>
            <a:endParaRPr lang="en-US" sz="1400" dirty="0">
              <a:solidFill>
                <a:schemeClr val="bg1"/>
              </a:solidFill>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972054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B9644-391F-5DA3-5215-604CF155EB5A}"/>
            </a:ext>
          </a:extLst>
        </p:cNvPr>
        <p:cNvGrpSpPr/>
        <p:nvPr/>
      </p:nvGrpSpPr>
      <p:grpSpPr>
        <a:xfrm>
          <a:off x="0" y="0"/>
          <a:ext cx="0" cy="0"/>
          <a:chOff x="0" y="0"/>
          <a:chExt cx="0" cy="0"/>
        </a:xfrm>
      </p:grpSpPr>
      <p:pic>
        <p:nvPicPr>
          <p:cNvPr id="5" name="Picture 4" descr="A black background with white dots&#10;&#10;AI-generated content may be incorrect.">
            <a:extLst>
              <a:ext uri="{FF2B5EF4-FFF2-40B4-BE49-F238E27FC236}">
                <a16:creationId xmlns:a16="http://schemas.microsoft.com/office/drawing/2014/main" id="{F5BDF93A-77DB-26A2-8923-468C364E6E1A}"/>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sp>
        <p:nvSpPr>
          <p:cNvPr id="15" name="Oval 14">
            <a:extLst>
              <a:ext uri="{FF2B5EF4-FFF2-40B4-BE49-F238E27FC236}">
                <a16:creationId xmlns:a16="http://schemas.microsoft.com/office/drawing/2014/main" id="{B62E4742-77A2-16F6-7C32-4B5AF18784C9}"/>
              </a:ext>
            </a:extLst>
          </p:cNvPr>
          <p:cNvSpPr/>
          <p:nvPr/>
        </p:nvSpPr>
        <p:spPr>
          <a:xfrm>
            <a:off x="889422" y="771847"/>
            <a:ext cx="7492972" cy="7492972"/>
          </a:xfrm>
          <a:prstGeom prst="ellipse">
            <a:avLst/>
          </a:prstGeom>
          <a:gradFill>
            <a:gsLst>
              <a:gs pos="0">
                <a:srgbClr val="FFE79D">
                  <a:alpha val="0"/>
                </a:srgbClr>
              </a:gs>
              <a:gs pos="100000">
                <a:srgbClr val="FFE79D">
                  <a:alpha val="36000"/>
                </a:srgbClr>
              </a:gs>
            </a:gsLst>
            <a:lin ang="5400000" scaled="1"/>
          </a:gradFill>
          <a:ln w="3175">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Placeholder 30" descr="A person in a blue jersey&#10;&#10;AI-generated content may be incorrect.">
            <a:extLst>
              <a:ext uri="{FF2B5EF4-FFF2-40B4-BE49-F238E27FC236}">
                <a16:creationId xmlns:a16="http://schemas.microsoft.com/office/drawing/2014/main" id="{9E6471CE-B2FA-8701-D442-1B82B9F09999}"/>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8" name="Parallelogram 7">
            <a:extLst>
              <a:ext uri="{FF2B5EF4-FFF2-40B4-BE49-F238E27FC236}">
                <a16:creationId xmlns:a16="http://schemas.microsoft.com/office/drawing/2014/main" id="{F0ACBD8C-03C7-675A-0BDD-C23C13F23985}"/>
              </a:ext>
            </a:extLst>
          </p:cNvPr>
          <p:cNvSpPr/>
          <p:nvPr/>
        </p:nvSpPr>
        <p:spPr>
          <a:xfrm>
            <a:off x="-595086" y="669925"/>
            <a:ext cx="3846286" cy="707886"/>
          </a:xfrm>
          <a:prstGeom prst="parallelogram">
            <a:avLst/>
          </a:prstGeom>
          <a:gradFill>
            <a:gsLst>
              <a:gs pos="0">
                <a:srgbClr val="FFE79D"/>
              </a:gs>
              <a:gs pos="88000">
                <a:srgbClr val="55380C"/>
              </a:gs>
            </a:gsLst>
            <a:lin ang="5400000" scaled="1"/>
          </a:gradFill>
          <a:ln w="3175">
            <a:solidFill>
              <a:srgbClr val="FFE7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48582A64-C84A-C076-C8BA-B3CB756A42EA}"/>
              </a:ext>
            </a:extLst>
          </p:cNvPr>
          <p:cNvSpPr txBox="1"/>
          <p:nvPr/>
        </p:nvSpPr>
        <p:spPr>
          <a:xfrm>
            <a:off x="609374" y="731480"/>
            <a:ext cx="3077029" cy="584775"/>
          </a:xfrm>
          <a:prstGeom prst="rect">
            <a:avLst/>
          </a:prstGeom>
          <a:noFill/>
        </p:spPr>
        <p:txBody>
          <a:bodyPr wrap="square" rtlCol="0">
            <a:spAutoFit/>
          </a:bodyPr>
          <a:lstStyle>
            <a:defPPr>
              <a:defRPr lang="en-US"/>
            </a:defPPr>
            <a:lvl1pPr>
              <a:defRPr sz="3200">
                <a:solidFill>
                  <a:schemeClr val="bg1"/>
                </a:solidFill>
                <a:effectLst>
                  <a:outerShdw blurRad="50800" dist="38100" dir="2700000" algn="tl" rotWithShape="0">
                    <a:prstClr val="black">
                      <a:alpha val="40000"/>
                    </a:prstClr>
                  </a:outerShdw>
                </a:effectLst>
                <a:latin typeface="Cal Sans" pitchFamily="2" charset="0"/>
                <a:ea typeface="Red Hat Display" panose="02010303040201060303" pitchFamily="2" charset="0"/>
                <a:cs typeface="Red Hat Display" panose="02010303040201060303" pitchFamily="2" charset="0"/>
              </a:defRPr>
            </a:lvl1pPr>
          </a:lstStyle>
          <a:p>
            <a:r>
              <a:rPr lang="en-IN" dirty="0">
                <a:latin typeface="+mj-lt"/>
              </a:rPr>
              <a:t>Star Players</a:t>
            </a:r>
          </a:p>
        </p:txBody>
      </p:sp>
      <p:sp>
        <p:nvSpPr>
          <p:cNvPr id="26" name="TextBox 25">
            <a:extLst>
              <a:ext uri="{FF2B5EF4-FFF2-40B4-BE49-F238E27FC236}">
                <a16:creationId xmlns:a16="http://schemas.microsoft.com/office/drawing/2014/main" id="{03F147A2-C480-CA96-F0C5-642E69C83356}"/>
              </a:ext>
            </a:extLst>
          </p:cNvPr>
          <p:cNvSpPr txBox="1"/>
          <p:nvPr/>
        </p:nvSpPr>
        <p:spPr>
          <a:xfrm>
            <a:off x="3576844" y="554436"/>
            <a:ext cx="7826601" cy="1111586"/>
          </a:xfrm>
          <a:prstGeom prst="rect">
            <a:avLst/>
          </a:prstGeom>
          <a:noFill/>
        </p:spPr>
        <p:txBody>
          <a:bodyPr wrap="square" rtlCol="0">
            <a:spAutoFit/>
          </a:bodyPr>
          <a:lstStyle/>
          <a:p>
            <a:pPr>
              <a:lnSpc>
                <a:spcPct val="120000"/>
              </a:lnSpc>
            </a:pPr>
            <a:r>
              <a:rPr lang="es-SV" sz="1400">
                <a:solidFill>
                  <a:schemeClr val="bg1"/>
                </a:solidFill>
                <a:ea typeface="Red Hat Display" panose="02010303040201060303" pitchFamily="2" charset="0"/>
                <a:cs typeface="Red Hat Display" panose="02010303040201060303" pitchFamily="2" charset="0"/>
              </a:rPr>
              <a:t>Grandes estrellas del fútbol como Mbappé, Bellingham, Messi, Yamal y Ronaldo están preparadas para brillar en la Copa Mundial de la FIFA 2026. Los veteranos Messi y Ronaldo podrían disputar su último Mundial, mientras que jóvenes talentos como Bellingham y Yamal traen nueva emoción. Mbappé sigue siendo un candidato clave al título para Francia.</a:t>
            </a:r>
            <a:endParaRPr lang="en-US" sz="1400" dirty="0">
              <a:solidFill>
                <a:schemeClr val="bg1"/>
              </a:solidFill>
              <a:ea typeface="Red Hat Display" panose="02010303040201060303" pitchFamily="2" charset="0"/>
              <a:cs typeface="Red Hat Display" panose="02010303040201060303" pitchFamily="2" charset="0"/>
            </a:endParaRPr>
          </a:p>
        </p:txBody>
      </p:sp>
      <p:pic>
        <p:nvPicPr>
          <p:cNvPr id="39" name="Picture Placeholder 38" descr="A person in a red jersey&#10;&#10;AI-generated content may be incorrect.">
            <a:extLst>
              <a:ext uri="{FF2B5EF4-FFF2-40B4-BE49-F238E27FC236}">
                <a16:creationId xmlns:a16="http://schemas.microsoft.com/office/drawing/2014/main" id="{4370B62F-DEDB-B549-ED29-D1D8BB2DC1E6}"/>
              </a:ext>
            </a:extLst>
          </p:cNvPr>
          <p:cNvPicPr>
            <a:picLocks noGrp="1" noChangeAspect="1"/>
          </p:cNvPicPr>
          <p:nvPr>
            <p:ph type="pic" sz="quarter" idx="14"/>
          </p:nvPr>
        </p:nvPicPr>
        <p:blipFill>
          <a:blip r:embed="rId4" cstate="screen">
            <a:extLst>
              <a:ext uri="{28A0092B-C50C-407E-A947-70E740481C1C}">
                <a14:useLocalDpi xmlns:a14="http://schemas.microsoft.com/office/drawing/2010/main"/>
              </a:ext>
            </a:extLst>
          </a:blip>
          <a:srcRect l="20202" r="20202"/>
          <a:stretch>
            <a:fillRect/>
          </a:stretch>
        </p:blipFill>
        <p:spPr/>
      </p:pic>
      <p:pic>
        <p:nvPicPr>
          <p:cNvPr id="37" name="Picture Placeholder 36" descr="A person in a blue and white striped jersey holding up his arms&#10;&#10;AI-generated content may be incorrect.">
            <a:extLst>
              <a:ext uri="{FF2B5EF4-FFF2-40B4-BE49-F238E27FC236}">
                <a16:creationId xmlns:a16="http://schemas.microsoft.com/office/drawing/2014/main" id="{2277F1B7-9CC8-A85C-8135-ACC53267BBC8}"/>
              </a:ext>
            </a:extLst>
          </p:cNvPr>
          <p:cNvPicPr>
            <a:picLocks noGrp="1" noChangeAspect="1"/>
          </p:cNvPicPr>
          <p:nvPr>
            <p:ph type="pic" sz="quarter" idx="12"/>
          </p:nvPr>
        </p:nvPicPr>
        <p:blipFill>
          <a:blip r:embed="rId5" cstate="screen">
            <a:extLst>
              <a:ext uri="{28A0092B-C50C-407E-A947-70E740481C1C}">
                <a14:useLocalDpi xmlns:a14="http://schemas.microsoft.com/office/drawing/2010/main"/>
              </a:ext>
            </a:extLst>
          </a:blip>
          <a:srcRect/>
          <a:stretch>
            <a:fillRect/>
          </a:stretch>
        </p:blipFill>
        <p:spPr/>
      </p:pic>
      <p:pic>
        <p:nvPicPr>
          <p:cNvPr id="35" name="Picture Placeholder 34" descr="A person in a football uniform&#10;&#10;AI-generated content may be incorrect.">
            <a:extLst>
              <a:ext uri="{FF2B5EF4-FFF2-40B4-BE49-F238E27FC236}">
                <a16:creationId xmlns:a16="http://schemas.microsoft.com/office/drawing/2014/main" id="{AF6CDB67-0142-7415-55CB-7096A900F3F0}"/>
              </a:ext>
            </a:extLst>
          </p:cNvPr>
          <p:cNvPicPr>
            <a:picLocks noGrp="1" noChangeAspect="1"/>
          </p:cNvPicPr>
          <p:nvPr>
            <p:ph type="pic" sz="quarter" idx="11"/>
          </p:nvPr>
        </p:nvPicPr>
        <p:blipFill rotWithShape="1">
          <a:blip r:embed="rId6" cstate="screen">
            <a:extLst>
              <a:ext uri="{28A0092B-C50C-407E-A947-70E740481C1C}">
                <a14:useLocalDpi xmlns:a14="http://schemas.microsoft.com/office/drawing/2010/main"/>
              </a:ext>
            </a:extLst>
          </a:blip>
          <a:srcRect l="-550"/>
          <a:stretch>
            <a:fillRect/>
          </a:stretch>
        </p:blipFill>
        <p:spPr>
          <a:xfrm>
            <a:off x="2360811" y="2147888"/>
            <a:ext cx="2791308" cy="4740890"/>
          </a:xfrm>
        </p:spPr>
      </p:pic>
      <p:pic>
        <p:nvPicPr>
          <p:cNvPr id="41" name="Picture Placeholder 40" descr="A person in a red jersey with his fists in the air&#10;&#10;AI-generated content may be incorrect.">
            <a:extLst>
              <a:ext uri="{FF2B5EF4-FFF2-40B4-BE49-F238E27FC236}">
                <a16:creationId xmlns:a16="http://schemas.microsoft.com/office/drawing/2014/main" id="{E15D4455-3318-7018-601F-72EF464361E6}"/>
              </a:ext>
            </a:extLst>
          </p:cNvPr>
          <p:cNvPicPr>
            <a:picLocks noGrp="1" noChangeAspect="1"/>
          </p:cNvPicPr>
          <p:nvPr>
            <p:ph type="pic" sz="quarter" idx="13"/>
          </p:nvPr>
        </p:nvPicPr>
        <p:blipFill rotWithShape="1">
          <a:blip r:embed="rId7" cstate="screen">
            <a:extLst>
              <a:ext uri="{28A0092B-C50C-407E-A947-70E740481C1C}">
                <a14:useLocalDpi xmlns:a14="http://schemas.microsoft.com/office/drawing/2010/main"/>
              </a:ext>
            </a:extLst>
          </a:blip>
          <a:srcRect/>
          <a:stretch>
            <a:fillRect/>
          </a:stretch>
        </p:blipFill>
        <p:spPr>
          <a:xfrm>
            <a:off x="5497885" y="1871664"/>
            <a:ext cx="2430091" cy="5090375"/>
          </a:xfrm>
        </p:spPr>
      </p:pic>
      <p:sp>
        <p:nvSpPr>
          <p:cNvPr id="14" name="Rectangle 13">
            <a:extLst>
              <a:ext uri="{FF2B5EF4-FFF2-40B4-BE49-F238E27FC236}">
                <a16:creationId xmlns:a16="http://schemas.microsoft.com/office/drawing/2014/main" id="{199D9B14-1A33-4D25-50BF-689DCB3C784A}"/>
              </a:ext>
            </a:extLst>
          </p:cNvPr>
          <p:cNvSpPr/>
          <p:nvPr/>
        </p:nvSpPr>
        <p:spPr>
          <a:xfrm>
            <a:off x="-91622" y="4934857"/>
            <a:ext cx="12375244" cy="1923143"/>
          </a:xfrm>
          <a:prstGeom prst="rect">
            <a:avLst/>
          </a:prstGeom>
          <a:gradFill>
            <a:gsLst>
              <a:gs pos="0">
                <a:srgbClr val="FFE79D">
                  <a:alpha val="0"/>
                </a:srgbClr>
              </a:gs>
              <a:gs pos="100000">
                <a:srgbClr val="FFE79D">
                  <a:alpha val="36000"/>
                </a:srgbClr>
              </a:gs>
            </a:gsLst>
            <a:lin ang="5400000" scaled="1"/>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2" name="Group 21">
            <a:extLst>
              <a:ext uri="{FF2B5EF4-FFF2-40B4-BE49-F238E27FC236}">
                <a16:creationId xmlns:a16="http://schemas.microsoft.com/office/drawing/2014/main" id="{AF410105-8C42-107C-0F5E-E8E85B95C749}"/>
              </a:ext>
            </a:extLst>
          </p:cNvPr>
          <p:cNvGrpSpPr/>
          <p:nvPr/>
        </p:nvGrpSpPr>
        <p:grpSpPr>
          <a:xfrm flipV="1">
            <a:off x="11295743" y="-22804"/>
            <a:ext cx="1421536" cy="2353072"/>
            <a:chOff x="10876736" y="-5290744"/>
            <a:chExt cx="4169906" cy="6902454"/>
          </a:xfrm>
        </p:grpSpPr>
        <p:sp>
          <p:nvSpPr>
            <p:cNvPr id="23" name="Freeform: Shape 22">
              <a:extLst>
                <a:ext uri="{FF2B5EF4-FFF2-40B4-BE49-F238E27FC236}">
                  <a16:creationId xmlns:a16="http://schemas.microsoft.com/office/drawing/2014/main" id="{CCC1B654-19E0-7B68-12D9-1989163A6B63}"/>
                </a:ext>
              </a:extLst>
            </p:cNvPr>
            <p:cNvSpPr/>
            <p:nvPr/>
          </p:nvSpPr>
          <p:spPr>
            <a:xfrm>
              <a:off x="10876736" y="-5290744"/>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4" name="Freeform: Shape 23">
              <a:extLst>
                <a:ext uri="{FF2B5EF4-FFF2-40B4-BE49-F238E27FC236}">
                  <a16:creationId xmlns:a16="http://schemas.microsoft.com/office/drawing/2014/main" id="{B40B4208-7F47-E17E-C088-A943C334FC35}"/>
                </a:ext>
              </a:extLst>
            </p:cNvPr>
            <p:cNvSpPr/>
            <p:nvPr/>
          </p:nvSpPr>
          <p:spPr>
            <a:xfrm>
              <a:off x="11034702" y="-4644413"/>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5" name="Freeform: Shape 24">
              <a:extLst>
                <a:ext uri="{FF2B5EF4-FFF2-40B4-BE49-F238E27FC236}">
                  <a16:creationId xmlns:a16="http://schemas.microsoft.com/office/drawing/2014/main" id="{D087E3FF-2CCC-77D4-856F-9AA184A39FCE}"/>
                </a:ext>
              </a:extLst>
            </p:cNvPr>
            <p:cNvSpPr/>
            <p:nvPr/>
          </p:nvSpPr>
          <p:spPr>
            <a:xfrm>
              <a:off x="11192668" y="-4079958"/>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grpSp>
        <p:nvGrpSpPr>
          <p:cNvPr id="30" name="Group 29">
            <a:extLst>
              <a:ext uri="{FF2B5EF4-FFF2-40B4-BE49-F238E27FC236}">
                <a16:creationId xmlns:a16="http://schemas.microsoft.com/office/drawing/2014/main" id="{CC55004C-2324-B0B1-3796-E8BD40372672}"/>
              </a:ext>
            </a:extLst>
          </p:cNvPr>
          <p:cNvGrpSpPr/>
          <p:nvPr/>
        </p:nvGrpSpPr>
        <p:grpSpPr>
          <a:xfrm>
            <a:off x="10377796" y="-1191302"/>
            <a:ext cx="3569902" cy="9240604"/>
            <a:chOff x="10060175" y="-2588843"/>
            <a:chExt cx="4003007" cy="10361688"/>
          </a:xfrm>
        </p:grpSpPr>
        <p:sp>
          <p:nvSpPr>
            <p:cNvPr id="27" name="Freeform: Shape 26">
              <a:extLst>
                <a:ext uri="{FF2B5EF4-FFF2-40B4-BE49-F238E27FC236}">
                  <a16:creationId xmlns:a16="http://schemas.microsoft.com/office/drawing/2014/main" id="{0394022D-1712-F0BD-84CC-903C71933888}"/>
                </a:ext>
              </a:extLst>
            </p:cNvPr>
            <p:cNvSpPr/>
            <p:nvPr/>
          </p:nvSpPr>
          <p:spPr>
            <a:xfrm>
              <a:off x="10085173" y="-2588843"/>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8" name="Freeform: Shape 27">
              <a:extLst>
                <a:ext uri="{FF2B5EF4-FFF2-40B4-BE49-F238E27FC236}">
                  <a16:creationId xmlns:a16="http://schemas.microsoft.com/office/drawing/2014/main" id="{52E23BD8-5FC4-8CCE-6000-8EA91335D7E9}"/>
                </a:ext>
              </a:extLst>
            </p:cNvPr>
            <p:cNvSpPr/>
            <p:nvPr/>
          </p:nvSpPr>
          <p:spPr>
            <a:xfrm>
              <a:off x="10060175" y="-1313654"/>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9" name="Freeform: Shape 28">
              <a:extLst>
                <a:ext uri="{FF2B5EF4-FFF2-40B4-BE49-F238E27FC236}">
                  <a16:creationId xmlns:a16="http://schemas.microsoft.com/office/drawing/2014/main" id="{84AB3846-9532-FFA0-7C60-366EE3DA8485}"/>
                </a:ext>
              </a:extLst>
            </p:cNvPr>
            <p:cNvSpPr/>
            <p:nvPr/>
          </p:nvSpPr>
          <p:spPr>
            <a:xfrm>
              <a:off x="10209208" y="-667323"/>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386418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D1B9F-10AD-0B3E-5239-40C7A937D981}"/>
            </a:ext>
          </a:extLst>
        </p:cNvPr>
        <p:cNvGrpSpPr/>
        <p:nvPr/>
      </p:nvGrpSpPr>
      <p:grpSpPr>
        <a:xfrm>
          <a:off x="0" y="0"/>
          <a:ext cx="0" cy="0"/>
          <a:chOff x="0" y="0"/>
          <a:chExt cx="0" cy="0"/>
        </a:xfrm>
      </p:grpSpPr>
      <p:pic>
        <p:nvPicPr>
          <p:cNvPr id="7" name="Picture 6" descr="A black background with white dots&#10;&#10;AI-generated content may be incorrect.">
            <a:extLst>
              <a:ext uri="{FF2B5EF4-FFF2-40B4-BE49-F238E27FC236}">
                <a16:creationId xmlns:a16="http://schemas.microsoft.com/office/drawing/2014/main" id="{886B4515-09F7-3B76-5088-048437643D2B}"/>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grpSp>
        <p:nvGrpSpPr>
          <p:cNvPr id="2" name="Group 1">
            <a:extLst>
              <a:ext uri="{FF2B5EF4-FFF2-40B4-BE49-F238E27FC236}">
                <a16:creationId xmlns:a16="http://schemas.microsoft.com/office/drawing/2014/main" id="{11D67148-7BCF-0F59-257B-D03BB00440B5}"/>
              </a:ext>
            </a:extLst>
          </p:cNvPr>
          <p:cNvGrpSpPr/>
          <p:nvPr/>
        </p:nvGrpSpPr>
        <p:grpSpPr>
          <a:xfrm flipV="1">
            <a:off x="11295743" y="-22804"/>
            <a:ext cx="1421536" cy="2353072"/>
            <a:chOff x="10876736" y="-5290744"/>
            <a:chExt cx="4169906" cy="6902454"/>
          </a:xfrm>
        </p:grpSpPr>
        <p:sp>
          <p:nvSpPr>
            <p:cNvPr id="3" name="Freeform: Shape 2">
              <a:extLst>
                <a:ext uri="{FF2B5EF4-FFF2-40B4-BE49-F238E27FC236}">
                  <a16:creationId xmlns:a16="http://schemas.microsoft.com/office/drawing/2014/main" id="{5F2F3392-72C5-FBCA-17BB-3AFF4434E083}"/>
                </a:ext>
              </a:extLst>
            </p:cNvPr>
            <p:cNvSpPr/>
            <p:nvPr/>
          </p:nvSpPr>
          <p:spPr>
            <a:xfrm>
              <a:off x="10876736" y="-5290744"/>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 name="Freeform: Shape 3">
              <a:extLst>
                <a:ext uri="{FF2B5EF4-FFF2-40B4-BE49-F238E27FC236}">
                  <a16:creationId xmlns:a16="http://schemas.microsoft.com/office/drawing/2014/main" id="{83BED104-BC44-E345-F45C-C6683FCD59E3}"/>
                </a:ext>
              </a:extLst>
            </p:cNvPr>
            <p:cNvSpPr/>
            <p:nvPr/>
          </p:nvSpPr>
          <p:spPr>
            <a:xfrm>
              <a:off x="11034702" y="-4644413"/>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 name="Freeform: Shape 4">
              <a:extLst>
                <a:ext uri="{FF2B5EF4-FFF2-40B4-BE49-F238E27FC236}">
                  <a16:creationId xmlns:a16="http://schemas.microsoft.com/office/drawing/2014/main" id="{8883FAD0-A860-FC0A-1726-C501CC3BC340}"/>
                </a:ext>
              </a:extLst>
            </p:cNvPr>
            <p:cNvSpPr/>
            <p:nvPr/>
          </p:nvSpPr>
          <p:spPr>
            <a:xfrm>
              <a:off x="11192668" y="-4079958"/>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
        <p:nvSpPr>
          <p:cNvPr id="9" name="Parallelogram 8">
            <a:extLst>
              <a:ext uri="{FF2B5EF4-FFF2-40B4-BE49-F238E27FC236}">
                <a16:creationId xmlns:a16="http://schemas.microsoft.com/office/drawing/2014/main" id="{783673BA-72B7-6D52-61BF-81BA67A3B674}"/>
              </a:ext>
            </a:extLst>
          </p:cNvPr>
          <p:cNvSpPr/>
          <p:nvPr/>
        </p:nvSpPr>
        <p:spPr>
          <a:xfrm>
            <a:off x="-595086" y="1656569"/>
            <a:ext cx="3846286" cy="707886"/>
          </a:xfrm>
          <a:prstGeom prst="parallelogram">
            <a:avLst/>
          </a:prstGeom>
          <a:gradFill>
            <a:gsLst>
              <a:gs pos="0">
                <a:srgbClr val="FFE79D"/>
              </a:gs>
              <a:gs pos="88000">
                <a:srgbClr val="55380C"/>
              </a:gs>
            </a:gsLst>
            <a:lin ang="5400000" scaled="1"/>
          </a:gradFill>
          <a:ln w="3175">
            <a:solidFill>
              <a:srgbClr val="FFE7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B8D6231-A4DC-95E5-B424-BFFFC2E9E54F}"/>
              </a:ext>
            </a:extLst>
          </p:cNvPr>
          <p:cNvSpPr txBox="1"/>
          <p:nvPr/>
        </p:nvSpPr>
        <p:spPr>
          <a:xfrm>
            <a:off x="609374" y="1718125"/>
            <a:ext cx="3077029" cy="584775"/>
          </a:xfrm>
          <a:prstGeom prst="rect">
            <a:avLst/>
          </a:prstGeom>
          <a:noFill/>
        </p:spPr>
        <p:txBody>
          <a:bodyPr wrap="square" rtlCol="0">
            <a:spAutoFit/>
          </a:bodyPr>
          <a:lstStyle>
            <a:defPPr>
              <a:defRPr lang="en-US"/>
            </a:defPPr>
            <a:lvl1pPr>
              <a:defRPr sz="3200">
                <a:solidFill>
                  <a:schemeClr val="bg1"/>
                </a:solidFill>
                <a:effectLst>
                  <a:outerShdw blurRad="50800" dist="38100" dir="2700000" algn="tl" rotWithShape="0">
                    <a:prstClr val="black">
                      <a:alpha val="40000"/>
                    </a:prstClr>
                  </a:outerShdw>
                </a:effectLst>
                <a:latin typeface="Cal Sans" pitchFamily="2" charset="0"/>
                <a:ea typeface="Red Hat Display" panose="02010303040201060303" pitchFamily="2" charset="0"/>
                <a:cs typeface="Red Hat Display" panose="02010303040201060303" pitchFamily="2" charset="0"/>
              </a:defRPr>
            </a:lvl1pPr>
          </a:lstStyle>
          <a:p>
            <a:r>
              <a:rPr lang="en-IN">
                <a:effectLst/>
                <a:latin typeface="+mj-lt"/>
              </a:rPr>
              <a:t>Canadá</a:t>
            </a:r>
            <a:endParaRPr lang="en-IN" dirty="0">
              <a:effectLst/>
              <a:latin typeface="+mj-lt"/>
            </a:endParaRPr>
          </a:p>
        </p:txBody>
      </p:sp>
      <p:sp>
        <p:nvSpPr>
          <p:cNvPr id="11" name="TextBox 10">
            <a:extLst>
              <a:ext uri="{FF2B5EF4-FFF2-40B4-BE49-F238E27FC236}">
                <a16:creationId xmlns:a16="http://schemas.microsoft.com/office/drawing/2014/main" id="{2E213B24-EF08-0E69-389D-39DC444ED9AD}"/>
              </a:ext>
            </a:extLst>
          </p:cNvPr>
          <p:cNvSpPr txBox="1"/>
          <p:nvPr/>
        </p:nvSpPr>
        <p:spPr>
          <a:xfrm>
            <a:off x="3631520" y="1638359"/>
            <a:ext cx="7826601" cy="744306"/>
          </a:xfrm>
          <a:prstGeom prst="rect">
            <a:avLst/>
          </a:prstGeom>
          <a:noFill/>
        </p:spPr>
        <p:txBody>
          <a:bodyPr wrap="square" rtlCol="0">
            <a:spAutoFit/>
          </a:bodyPr>
          <a:lstStyle>
            <a:defPPr>
              <a:defRPr lang="en-US"/>
            </a:defPPr>
            <a:lvl1pPr>
              <a:lnSpc>
                <a:spcPct val="120000"/>
              </a:lnSpc>
              <a:defRPr sz="120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s-SV">
                <a:latin typeface="+mn-lt"/>
              </a:rPr>
              <a:t>Canadá debuta como sede de la Copa del Mundo masculina, con dos ciudades seleccionadas como sedes. Al igual que México, los estadios canadienses acogerán aproximadamente 10 partidos durante el torneo, principalmente partidos de fase de grupos.</a:t>
            </a:r>
            <a:endParaRPr lang="en-US" dirty="0">
              <a:latin typeface="+mn-lt"/>
            </a:endParaRPr>
          </a:p>
        </p:txBody>
      </p:sp>
      <p:sp>
        <p:nvSpPr>
          <p:cNvPr id="13" name="TextBox 12">
            <a:extLst>
              <a:ext uri="{FF2B5EF4-FFF2-40B4-BE49-F238E27FC236}">
                <a16:creationId xmlns:a16="http://schemas.microsoft.com/office/drawing/2014/main" id="{EA2A8C3A-8912-CEAD-0D7F-1DFEF8B447DF}"/>
              </a:ext>
            </a:extLst>
          </p:cNvPr>
          <p:cNvSpPr txBox="1"/>
          <p:nvPr/>
        </p:nvSpPr>
        <p:spPr>
          <a:xfrm>
            <a:off x="2256518" y="5367649"/>
            <a:ext cx="2937782" cy="461665"/>
          </a:xfrm>
          <a:prstGeom prst="rect">
            <a:avLst/>
          </a:prstGeom>
          <a:noFill/>
        </p:spPr>
        <p:txBody>
          <a:bodyPr wrap="square" rtlCol="0">
            <a:spAutoFit/>
          </a:bodyPr>
          <a:lstStyle/>
          <a:p>
            <a:pPr algn="ctr"/>
            <a:r>
              <a:rPr lang="en-IN" sz="1200" b="1" dirty="0">
                <a:solidFill>
                  <a:schemeClr val="bg1"/>
                </a:solidFill>
                <a:ea typeface="Red Hat Display" panose="02010303040201060303" pitchFamily="2" charset="0"/>
                <a:cs typeface="Red Hat Display" panose="02010303040201060303" pitchFamily="2" charset="0"/>
              </a:rPr>
              <a:t>BMO Field</a:t>
            </a:r>
          </a:p>
          <a:p>
            <a:pPr algn="ctr"/>
            <a:r>
              <a:rPr lang="en-IN" sz="1200" b="1" dirty="0">
                <a:solidFill>
                  <a:schemeClr val="bg1"/>
                </a:solidFill>
                <a:ea typeface="Red Hat Display" panose="02010303040201060303" pitchFamily="2" charset="0"/>
                <a:cs typeface="Red Hat Display" panose="02010303040201060303" pitchFamily="2" charset="0"/>
              </a:rPr>
              <a:t> </a:t>
            </a:r>
            <a:r>
              <a:rPr lang="en-IN" sz="1200" dirty="0">
                <a:solidFill>
                  <a:schemeClr val="bg1"/>
                </a:solidFill>
                <a:ea typeface="Red Hat Display" panose="02010303040201060303" pitchFamily="2" charset="0"/>
                <a:cs typeface="Red Hat Display" panose="02010303040201060303" pitchFamily="2" charset="0"/>
              </a:rPr>
              <a:t>(Toronto)</a:t>
            </a:r>
          </a:p>
        </p:txBody>
      </p:sp>
      <p:sp>
        <p:nvSpPr>
          <p:cNvPr id="14" name="TextBox 13">
            <a:extLst>
              <a:ext uri="{FF2B5EF4-FFF2-40B4-BE49-F238E27FC236}">
                <a16:creationId xmlns:a16="http://schemas.microsoft.com/office/drawing/2014/main" id="{D513648C-63EF-506E-1D1F-460F6817AE6B}"/>
              </a:ext>
            </a:extLst>
          </p:cNvPr>
          <p:cNvSpPr txBox="1"/>
          <p:nvPr/>
        </p:nvSpPr>
        <p:spPr>
          <a:xfrm>
            <a:off x="6231618" y="5357546"/>
            <a:ext cx="2937781"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BC Place </a:t>
            </a:r>
          </a:p>
          <a:p>
            <a:r>
              <a:rPr lang="en-IN" sz="1200" b="0" dirty="0">
                <a:latin typeface="+mn-lt"/>
              </a:rPr>
              <a:t>(Vancouver)</a:t>
            </a:r>
          </a:p>
        </p:txBody>
      </p:sp>
      <p:sp>
        <p:nvSpPr>
          <p:cNvPr id="16" name="TextBox 15">
            <a:extLst>
              <a:ext uri="{FF2B5EF4-FFF2-40B4-BE49-F238E27FC236}">
                <a16:creationId xmlns:a16="http://schemas.microsoft.com/office/drawing/2014/main" id="{F75618EF-EB5D-B4FF-39FD-3244414FEF1D}"/>
              </a:ext>
            </a:extLst>
          </p:cNvPr>
          <p:cNvSpPr txBox="1"/>
          <p:nvPr/>
        </p:nvSpPr>
        <p:spPr>
          <a:xfrm>
            <a:off x="3644900" y="633413"/>
            <a:ext cx="4902200" cy="646331"/>
          </a:xfrm>
          <a:prstGeom prst="rect">
            <a:avLst/>
          </a:prstGeom>
          <a:noFill/>
        </p:spPr>
        <p:txBody>
          <a:bodyPr wrap="square" rtlCol="0">
            <a:spAutoFit/>
          </a:bodyPr>
          <a:lstStyle>
            <a:defPPr>
              <a:defRPr lang="en-US"/>
            </a:defPPr>
            <a:lvl1pPr algn="ctr">
              <a:defRPr sz="3600">
                <a:solidFill>
                  <a:schemeClr val="bg1"/>
                </a:solidFill>
                <a:effectLst>
                  <a:outerShdw dist="38100" dir="2700000" algn="tl" rotWithShape="0">
                    <a:srgbClr val="FFFF6D">
                      <a:alpha val="76000"/>
                    </a:srgbClr>
                  </a:outerShdw>
                </a:effectLst>
                <a:latin typeface="Cal Sans" pitchFamily="2" charset="0"/>
              </a:defRPr>
            </a:lvl1pPr>
          </a:lstStyle>
          <a:p>
            <a:r>
              <a:rPr lang="en-IN">
                <a:latin typeface="+mj-lt"/>
              </a:rPr>
              <a:t>ESTADIOS Y RECINTOS</a:t>
            </a:r>
            <a:endParaRPr lang="en-IN" dirty="0">
              <a:latin typeface="+mj-lt"/>
            </a:endParaRPr>
          </a:p>
        </p:txBody>
      </p:sp>
      <p:pic>
        <p:nvPicPr>
          <p:cNvPr id="20" name="Picture Placeholder 19" descr="A stadium with a crowd of people&#10;&#10;AI-generated content may be incorrect.">
            <a:extLst>
              <a:ext uri="{FF2B5EF4-FFF2-40B4-BE49-F238E27FC236}">
                <a16:creationId xmlns:a16="http://schemas.microsoft.com/office/drawing/2014/main" id="{DE208CF4-D9FC-07E5-1EBA-5D7AEE9309AC}"/>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D60003"/>
            </a:outerShdw>
          </a:effectLst>
        </p:spPr>
      </p:pic>
      <p:pic>
        <p:nvPicPr>
          <p:cNvPr id="22" name="Picture Placeholder 21" descr="A large screen above a football field&#10;&#10;AI-generated content may be incorrect.">
            <a:extLst>
              <a:ext uri="{FF2B5EF4-FFF2-40B4-BE49-F238E27FC236}">
                <a16:creationId xmlns:a16="http://schemas.microsoft.com/office/drawing/2014/main" id="{8C308431-1879-C6BC-CA16-D538EA10C035}"/>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D60003"/>
            </a:outerShdw>
          </a:effectLst>
        </p:spPr>
      </p:pic>
      <p:grpSp>
        <p:nvGrpSpPr>
          <p:cNvPr id="23" name="Group 22">
            <a:extLst>
              <a:ext uri="{FF2B5EF4-FFF2-40B4-BE49-F238E27FC236}">
                <a16:creationId xmlns:a16="http://schemas.microsoft.com/office/drawing/2014/main" id="{75792EB6-C48B-5F43-4A80-B3454E21E91D}"/>
              </a:ext>
            </a:extLst>
          </p:cNvPr>
          <p:cNvGrpSpPr/>
          <p:nvPr/>
        </p:nvGrpSpPr>
        <p:grpSpPr>
          <a:xfrm rot="4311408" flipV="1">
            <a:off x="8873884" y="3544636"/>
            <a:ext cx="2952506" cy="4887290"/>
            <a:chOff x="10876736" y="-5290744"/>
            <a:chExt cx="4169906" cy="6902454"/>
          </a:xfrm>
        </p:grpSpPr>
        <p:sp>
          <p:nvSpPr>
            <p:cNvPr id="24" name="Freeform: Shape 23">
              <a:extLst>
                <a:ext uri="{FF2B5EF4-FFF2-40B4-BE49-F238E27FC236}">
                  <a16:creationId xmlns:a16="http://schemas.microsoft.com/office/drawing/2014/main" id="{B28721FB-FB1D-B015-F3DA-285B0CD1B27F}"/>
                </a:ext>
              </a:extLst>
            </p:cNvPr>
            <p:cNvSpPr/>
            <p:nvPr/>
          </p:nvSpPr>
          <p:spPr>
            <a:xfrm>
              <a:off x="10876736" y="-5290744"/>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5" name="Freeform: Shape 24">
              <a:extLst>
                <a:ext uri="{FF2B5EF4-FFF2-40B4-BE49-F238E27FC236}">
                  <a16:creationId xmlns:a16="http://schemas.microsoft.com/office/drawing/2014/main" id="{DD35D45B-3E95-AC47-D6AA-AC87C8EC22C8}"/>
                </a:ext>
              </a:extLst>
            </p:cNvPr>
            <p:cNvSpPr/>
            <p:nvPr/>
          </p:nvSpPr>
          <p:spPr>
            <a:xfrm>
              <a:off x="11034702" y="-4644413"/>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6" name="Freeform: Shape 25">
              <a:extLst>
                <a:ext uri="{FF2B5EF4-FFF2-40B4-BE49-F238E27FC236}">
                  <a16:creationId xmlns:a16="http://schemas.microsoft.com/office/drawing/2014/main" id="{EDD4CCFA-25A1-B1C2-71E2-F2E158120644}"/>
                </a:ext>
              </a:extLst>
            </p:cNvPr>
            <p:cNvSpPr/>
            <p:nvPr/>
          </p:nvSpPr>
          <p:spPr>
            <a:xfrm>
              <a:off x="11192668" y="-4079958"/>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2132217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background with white dots&#10;&#10;AI-generated content may be incorrect.">
            <a:extLst>
              <a:ext uri="{FF2B5EF4-FFF2-40B4-BE49-F238E27FC236}">
                <a16:creationId xmlns:a16="http://schemas.microsoft.com/office/drawing/2014/main" id="{5BA3686C-1598-F18B-14EC-9B7D19B54B8E}"/>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grpSp>
        <p:nvGrpSpPr>
          <p:cNvPr id="12" name="Group 11">
            <a:extLst>
              <a:ext uri="{FF2B5EF4-FFF2-40B4-BE49-F238E27FC236}">
                <a16:creationId xmlns:a16="http://schemas.microsoft.com/office/drawing/2014/main" id="{2978605C-60FE-CD89-7FA4-3DD2B7C77C8B}"/>
              </a:ext>
            </a:extLst>
          </p:cNvPr>
          <p:cNvGrpSpPr/>
          <p:nvPr/>
        </p:nvGrpSpPr>
        <p:grpSpPr>
          <a:xfrm flipV="1">
            <a:off x="11295743" y="-22804"/>
            <a:ext cx="1421536" cy="2353072"/>
            <a:chOff x="10876736" y="-5290744"/>
            <a:chExt cx="4169906" cy="6902454"/>
          </a:xfrm>
        </p:grpSpPr>
        <p:sp>
          <p:nvSpPr>
            <p:cNvPr id="13" name="Freeform: Shape 12">
              <a:extLst>
                <a:ext uri="{FF2B5EF4-FFF2-40B4-BE49-F238E27FC236}">
                  <a16:creationId xmlns:a16="http://schemas.microsoft.com/office/drawing/2014/main" id="{151C3B49-1FFE-6514-BEDF-51118BFE153F}"/>
                </a:ext>
              </a:extLst>
            </p:cNvPr>
            <p:cNvSpPr/>
            <p:nvPr/>
          </p:nvSpPr>
          <p:spPr>
            <a:xfrm>
              <a:off x="10876736" y="-5290744"/>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4" name="Freeform: Shape 13">
              <a:extLst>
                <a:ext uri="{FF2B5EF4-FFF2-40B4-BE49-F238E27FC236}">
                  <a16:creationId xmlns:a16="http://schemas.microsoft.com/office/drawing/2014/main" id="{B3532EC3-2A4D-CF63-447E-8856CBA5F14A}"/>
                </a:ext>
              </a:extLst>
            </p:cNvPr>
            <p:cNvSpPr/>
            <p:nvPr/>
          </p:nvSpPr>
          <p:spPr>
            <a:xfrm>
              <a:off x="11034702" y="-4644413"/>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5" name="Freeform: Shape 14">
              <a:extLst>
                <a:ext uri="{FF2B5EF4-FFF2-40B4-BE49-F238E27FC236}">
                  <a16:creationId xmlns:a16="http://schemas.microsoft.com/office/drawing/2014/main" id="{EADFE03F-5AA3-D813-504F-EEDE2E717D94}"/>
                </a:ext>
              </a:extLst>
            </p:cNvPr>
            <p:cNvSpPr/>
            <p:nvPr/>
          </p:nvSpPr>
          <p:spPr>
            <a:xfrm>
              <a:off x="11192668" y="-4079958"/>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
        <p:nvSpPr>
          <p:cNvPr id="9" name="Parallelogram 8">
            <a:extLst>
              <a:ext uri="{FF2B5EF4-FFF2-40B4-BE49-F238E27FC236}">
                <a16:creationId xmlns:a16="http://schemas.microsoft.com/office/drawing/2014/main" id="{783AABB3-AF28-F89F-EB2B-01932C5B057C}"/>
              </a:ext>
            </a:extLst>
          </p:cNvPr>
          <p:cNvSpPr/>
          <p:nvPr/>
        </p:nvSpPr>
        <p:spPr>
          <a:xfrm>
            <a:off x="-595086" y="792969"/>
            <a:ext cx="3846286" cy="707886"/>
          </a:xfrm>
          <a:prstGeom prst="parallelogram">
            <a:avLst/>
          </a:prstGeom>
          <a:gradFill>
            <a:gsLst>
              <a:gs pos="0">
                <a:srgbClr val="FFE79D"/>
              </a:gs>
              <a:gs pos="88000">
                <a:srgbClr val="55380C"/>
              </a:gs>
            </a:gsLst>
            <a:lin ang="5400000" scaled="1"/>
          </a:gradFill>
          <a:ln w="3175">
            <a:solidFill>
              <a:srgbClr val="FFE7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FDA21FF-39DB-931C-7672-D747579548FC}"/>
              </a:ext>
            </a:extLst>
          </p:cNvPr>
          <p:cNvSpPr txBox="1"/>
          <p:nvPr/>
        </p:nvSpPr>
        <p:spPr>
          <a:xfrm>
            <a:off x="609374" y="854525"/>
            <a:ext cx="3077029" cy="584775"/>
          </a:xfrm>
          <a:prstGeom prst="rect">
            <a:avLst/>
          </a:prstGeom>
          <a:noFill/>
        </p:spPr>
        <p:txBody>
          <a:bodyPr wrap="square" rtlCol="0">
            <a:spAutoFit/>
          </a:bodyPr>
          <a:lstStyle>
            <a:defPPr>
              <a:defRPr lang="en-US"/>
            </a:defPPr>
            <a:lvl1pPr>
              <a:defRPr sz="3200">
                <a:solidFill>
                  <a:schemeClr val="bg1"/>
                </a:solidFill>
                <a:effectLst>
                  <a:outerShdw blurRad="50800" dist="38100" dir="2700000" algn="tl" rotWithShape="0">
                    <a:prstClr val="black">
                      <a:alpha val="40000"/>
                    </a:prstClr>
                  </a:outerShdw>
                </a:effectLst>
                <a:latin typeface="Cal Sans" pitchFamily="2" charset="0"/>
                <a:ea typeface="Red Hat Display" panose="02010303040201060303" pitchFamily="2" charset="0"/>
                <a:cs typeface="Red Hat Display" panose="02010303040201060303" pitchFamily="2" charset="0"/>
              </a:defRPr>
            </a:lvl1pPr>
          </a:lstStyle>
          <a:p>
            <a:r>
              <a:rPr lang="en-IN">
                <a:latin typeface="+mj-lt"/>
              </a:rPr>
              <a:t>México</a:t>
            </a:r>
            <a:endParaRPr lang="en-IN" dirty="0">
              <a:latin typeface="+mj-lt"/>
            </a:endParaRPr>
          </a:p>
        </p:txBody>
      </p:sp>
      <p:sp>
        <p:nvSpPr>
          <p:cNvPr id="11" name="TextBox 10">
            <a:extLst>
              <a:ext uri="{FF2B5EF4-FFF2-40B4-BE49-F238E27FC236}">
                <a16:creationId xmlns:a16="http://schemas.microsoft.com/office/drawing/2014/main" id="{B53DF191-5C89-E1CB-08DC-49CCEBD45CD1}"/>
              </a:ext>
            </a:extLst>
          </p:cNvPr>
          <p:cNvSpPr txBox="1"/>
          <p:nvPr/>
        </p:nvSpPr>
        <p:spPr>
          <a:xfrm>
            <a:off x="3631520" y="774759"/>
            <a:ext cx="7826601" cy="744306"/>
          </a:xfrm>
          <a:prstGeom prst="rect">
            <a:avLst/>
          </a:prstGeom>
          <a:noFill/>
        </p:spPr>
        <p:txBody>
          <a:bodyPr wrap="square" rtlCol="0">
            <a:spAutoFit/>
          </a:bodyPr>
          <a:lstStyle/>
          <a:p>
            <a:pPr>
              <a:lnSpc>
                <a:spcPct val="120000"/>
              </a:lnSpc>
            </a:pPr>
            <a:r>
              <a:rPr lang="es-SV" sz="1200">
                <a:solidFill>
                  <a:schemeClr val="bg1"/>
                </a:solidFill>
                <a:ea typeface="Red Hat Display" panose="02010303040201060303" pitchFamily="2" charset="0"/>
                <a:cs typeface="Red Hat Display" panose="02010303040201060303" pitchFamily="2" charset="0"/>
              </a:rPr>
              <a:t>México aporta tres ciudades anfitrionas—Ciudad de México, Monterrey y Guadalajara—cada una acogiendo varios partidos de la fase de grupos. Lo más destacado es que el icónico Estadio Azteca de Ciudad de México acogerá el partido inaugural del torneo el 11 de junio de 2026.</a:t>
            </a:r>
            <a:endParaRPr lang="en-US" sz="1050" dirty="0">
              <a:solidFill>
                <a:schemeClr val="bg1"/>
              </a:solidFill>
              <a:ea typeface="Red Hat Display" panose="02010303040201060303" pitchFamily="2" charset="0"/>
              <a:cs typeface="Red Hat Display" panose="02010303040201060303" pitchFamily="2" charset="0"/>
            </a:endParaRPr>
          </a:p>
        </p:txBody>
      </p:sp>
      <p:sp>
        <p:nvSpPr>
          <p:cNvPr id="19" name="TextBox 18">
            <a:extLst>
              <a:ext uri="{FF2B5EF4-FFF2-40B4-BE49-F238E27FC236}">
                <a16:creationId xmlns:a16="http://schemas.microsoft.com/office/drawing/2014/main" id="{2432BC44-0FFD-B0DF-8519-72C33CE1CF96}"/>
              </a:ext>
            </a:extLst>
          </p:cNvPr>
          <p:cNvSpPr txBox="1"/>
          <p:nvPr/>
        </p:nvSpPr>
        <p:spPr>
          <a:xfrm>
            <a:off x="636588" y="4812054"/>
            <a:ext cx="3262312" cy="461665"/>
          </a:xfrm>
          <a:prstGeom prst="rect">
            <a:avLst/>
          </a:prstGeom>
          <a:noFill/>
        </p:spPr>
        <p:txBody>
          <a:bodyPr wrap="square" rtlCol="0">
            <a:spAutoFit/>
          </a:bodyPr>
          <a:lstStyle/>
          <a:p>
            <a:pPr algn="ctr"/>
            <a:r>
              <a:rPr lang="en-IN" sz="1200" b="1" dirty="0">
                <a:solidFill>
                  <a:schemeClr val="bg1"/>
                </a:solidFill>
                <a:ea typeface="Red Hat Display" panose="02010303040201060303" pitchFamily="2" charset="0"/>
                <a:cs typeface="Red Hat Display" panose="02010303040201060303" pitchFamily="2" charset="0"/>
              </a:rPr>
              <a:t>Estadio Azteca </a:t>
            </a:r>
          </a:p>
          <a:p>
            <a:pPr algn="ctr"/>
            <a:r>
              <a:rPr lang="en-IN" sz="1200" dirty="0">
                <a:solidFill>
                  <a:schemeClr val="bg1"/>
                </a:solidFill>
                <a:ea typeface="Red Hat Display" panose="02010303040201060303" pitchFamily="2" charset="0"/>
                <a:cs typeface="Red Hat Display" panose="02010303040201060303" pitchFamily="2" charset="0"/>
              </a:rPr>
              <a:t>(Ciudad de México)</a:t>
            </a:r>
          </a:p>
        </p:txBody>
      </p:sp>
      <p:sp>
        <p:nvSpPr>
          <p:cNvPr id="20" name="TextBox 19">
            <a:extLst>
              <a:ext uri="{FF2B5EF4-FFF2-40B4-BE49-F238E27FC236}">
                <a16:creationId xmlns:a16="http://schemas.microsoft.com/office/drawing/2014/main" id="{B4D1F811-E0AF-02D7-1A67-15F5492586CF}"/>
              </a:ext>
            </a:extLst>
          </p:cNvPr>
          <p:cNvSpPr txBox="1"/>
          <p:nvPr/>
        </p:nvSpPr>
        <p:spPr>
          <a:xfrm>
            <a:off x="4119291" y="4812054"/>
            <a:ext cx="3262312" cy="461665"/>
          </a:xfrm>
          <a:prstGeom prst="rect">
            <a:avLst/>
          </a:prstGeom>
          <a:noFill/>
        </p:spPr>
        <p:txBody>
          <a:bodyPr wrap="square" rtlCol="0">
            <a:spAutoFit/>
          </a:bodyPr>
          <a:lstStyle/>
          <a:p>
            <a:pPr algn="ctr"/>
            <a:r>
              <a:rPr lang="en-IN" sz="1200" b="1" dirty="0">
                <a:solidFill>
                  <a:schemeClr val="bg1"/>
                </a:solidFill>
                <a:ea typeface="Red Hat Display" panose="02010303040201060303" pitchFamily="2" charset="0"/>
                <a:cs typeface="Red Hat Display" panose="02010303040201060303" pitchFamily="2" charset="0"/>
              </a:rPr>
              <a:t>Estadio BBVA </a:t>
            </a:r>
          </a:p>
          <a:p>
            <a:pPr algn="ctr"/>
            <a:r>
              <a:rPr lang="en-IN" sz="1200" dirty="0">
                <a:solidFill>
                  <a:schemeClr val="bg1"/>
                </a:solidFill>
                <a:ea typeface="Red Hat Display" panose="02010303040201060303" pitchFamily="2" charset="0"/>
                <a:cs typeface="Red Hat Display" panose="02010303040201060303" pitchFamily="2" charset="0"/>
              </a:rPr>
              <a:t>(Monterrey)</a:t>
            </a:r>
          </a:p>
        </p:txBody>
      </p:sp>
      <p:sp>
        <p:nvSpPr>
          <p:cNvPr id="21" name="TextBox 20">
            <a:extLst>
              <a:ext uri="{FF2B5EF4-FFF2-40B4-BE49-F238E27FC236}">
                <a16:creationId xmlns:a16="http://schemas.microsoft.com/office/drawing/2014/main" id="{006919CD-D251-7AD8-F66E-A458C67E050C}"/>
              </a:ext>
            </a:extLst>
          </p:cNvPr>
          <p:cNvSpPr txBox="1"/>
          <p:nvPr/>
        </p:nvSpPr>
        <p:spPr>
          <a:xfrm>
            <a:off x="7601994" y="4812054"/>
            <a:ext cx="3262312" cy="461665"/>
          </a:xfrm>
          <a:prstGeom prst="rect">
            <a:avLst/>
          </a:prstGeom>
          <a:noFill/>
        </p:spPr>
        <p:txBody>
          <a:bodyPr wrap="square" rtlCol="0">
            <a:spAutoFit/>
          </a:bodyPr>
          <a:lstStyle/>
          <a:p>
            <a:pPr algn="ctr"/>
            <a:r>
              <a:rPr lang="en-IN" sz="1200" b="1" dirty="0">
                <a:solidFill>
                  <a:schemeClr val="bg1"/>
                </a:solidFill>
                <a:ea typeface="Red Hat Display" panose="02010303040201060303" pitchFamily="2" charset="0"/>
                <a:cs typeface="Red Hat Display" panose="02010303040201060303" pitchFamily="2" charset="0"/>
              </a:rPr>
              <a:t>Estadio Akron </a:t>
            </a:r>
          </a:p>
          <a:p>
            <a:pPr algn="ctr"/>
            <a:r>
              <a:rPr lang="en-IN" sz="1200" dirty="0">
                <a:solidFill>
                  <a:schemeClr val="bg1"/>
                </a:solidFill>
                <a:ea typeface="Red Hat Display" panose="02010303040201060303" pitchFamily="2" charset="0"/>
                <a:cs typeface="Red Hat Display" panose="02010303040201060303" pitchFamily="2" charset="0"/>
              </a:rPr>
              <a:t>(Guadalajara)</a:t>
            </a:r>
          </a:p>
        </p:txBody>
      </p:sp>
      <p:pic>
        <p:nvPicPr>
          <p:cNvPr id="35" name="Picture Placeholder 34" descr="A stadium with fireworks in the sky&#10;&#10;AI-generated content may be incorrect.">
            <a:extLst>
              <a:ext uri="{FF2B5EF4-FFF2-40B4-BE49-F238E27FC236}">
                <a16:creationId xmlns:a16="http://schemas.microsoft.com/office/drawing/2014/main" id="{45F6DDD6-825A-BB3C-8E63-28377A5ED309}"/>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02CA40"/>
            </a:outerShdw>
          </a:effectLst>
        </p:spPr>
      </p:pic>
      <p:pic>
        <p:nvPicPr>
          <p:cNvPr id="33" name="Picture Placeholder 32" descr="A football stadium with a field and a large crowd&#10;&#10;AI-generated content may be incorrect.">
            <a:extLst>
              <a:ext uri="{FF2B5EF4-FFF2-40B4-BE49-F238E27FC236}">
                <a16:creationId xmlns:a16="http://schemas.microsoft.com/office/drawing/2014/main" id="{DA7A34C0-0D8E-141C-1FFA-4FD24F3A03CD}"/>
              </a:ext>
            </a:extLst>
          </p:cNvPr>
          <p:cNvPicPr>
            <a:picLocks noGrp="1" noChangeAspect="1"/>
          </p:cNvPicPr>
          <p:nvPr>
            <p:ph type="pic" sz="quarter" idx="11"/>
          </p:nvPr>
        </p:nvPicPr>
        <p:blipFill>
          <a:blip r:embed="rId4"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02CA40"/>
            </a:outerShdw>
          </a:effectLst>
        </p:spPr>
      </p:pic>
      <p:pic>
        <p:nvPicPr>
          <p:cNvPr id="31" name="Picture Placeholder 30" descr="A stadium with a green field and people watching&#10;&#10;AI-generated content may be incorrect.">
            <a:extLst>
              <a:ext uri="{FF2B5EF4-FFF2-40B4-BE49-F238E27FC236}">
                <a16:creationId xmlns:a16="http://schemas.microsoft.com/office/drawing/2014/main" id="{B48FA04B-C2D3-3E3D-EC9D-48C41B411EED}"/>
              </a:ext>
            </a:extLst>
          </p:cNvPr>
          <p:cNvPicPr>
            <a:picLocks noGrp="1" noChangeAspect="1"/>
          </p:cNvPicPr>
          <p:nvPr>
            <p:ph type="pic" sz="quarter" idx="10"/>
          </p:nvPr>
        </p:nvPicPr>
        <p:blipFill>
          <a:blip r:embed="rId5"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02CA40"/>
            </a:outerShdw>
          </a:effectLst>
        </p:spPr>
      </p:pic>
      <p:grpSp>
        <p:nvGrpSpPr>
          <p:cNvPr id="36" name="Group 35">
            <a:extLst>
              <a:ext uri="{FF2B5EF4-FFF2-40B4-BE49-F238E27FC236}">
                <a16:creationId xmlns:a16="http://schemas.microsoft.com/office/drawing/2014/main" id="{3258B438-2AC0-506D-F7C6-9EA8E03DB1F7}"/>
              </a:ext>
            </a:extLst>
          </p:cNvPr>
          <p:cNvGrpSpPr/>
          <p:nvPr/>
        </p:nvGrpSpPr>
        <p:grpSpPr>
          <a:xfrm rot="4419121" flipV="1">
            <a:off x="10049589" y="4698588"/>
            <a:ext cx="1859116" cy="3077398"/>
            <a:chOff x="10876736" y="-5290744"/>
            <a:chExt cx="4169906" cy="6902454"/>
          </a:xfrm>
        </p:grpSpPr>
        <p:sp>
          <p:nvSpPr>
            <p:cNvPr id="37" name="Freeform: Shape 36">
              <a:extLst>
                <a:ext uri="{FF2B5EF4-FFF2-40B4-BE49-F238E27FC236}">
                  <a16:creationId xmlns:a16="http://schemas.microsoft.com/office/drawing/2014/main" id="{7D4CE0C5-1525-001A-A08E-34BCF815ED43}"/>
                </a:ext>
              </a:extLst>
            </p:cNvPr>
            <p:cNvSpPr/>
            <p:nvPr/>
          </p:nvSpPr>
          <p:spPr>
            <a:xfrm>
              <a:off x="10876736" y="-5290744"/>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8" name="Freeform: Shape 37">
              <a:extLst>
                <a:ext uri="{FF2B5EF4-FFF2-40B4-BE49-F238E27FC236}">
                  <a16:creationId xmlns:a16="http://schemas.microsoft.com/office/drawing/2014/main" id="{6BE2E29D-7F51-7B5A-748B-5A48BEC0086A}"/>
                </a:ext>
              </a:extLst>
            </p:cNvPr>
            <p:cNvSpPr/>
            <p:nvPr/>
          </p:nvSpPr>
          <p:spPr>
            <a:xfrm>
              <a:off x="11034702" y="-4644413"/>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9" name="Freeform: Shape 38">
              <a:extLst>
                <a:ext uri="{FF2B5EF4-FFF2-40B4-BE49-F238E27FC236}">
                  <a16:creationId xmlns:a16="http://schemas.microsoft.com/office/drawing/2014/main" id="{05F23129-B2FF-80DC-22DB-C5689B241814}"/>
                </a:ext>
              </a:extLst>
            </p:cNvPr>
            <p:cNvSpPr/>
            <p:nvPr/>
          </p:nvSpPr>
          <p:spPr>
            <a:xfrm>
              <a:off x="11192668" y="-4079958"/>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Tree>
    <p:extLst>
      <p:ext uri="{BB962C8B-B14F-4D97-AF65-F5344CB8AC3E}">
        <p14:creationId xmlns:p14="http://schemas.microsoft.com/office/powerpoint/2010/main" val="3836576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99929-D5B2-678A-0241-866421D97901}"/>
            </a:ext>
          </a:extLst>
        </p:cNvPr>
        <p:cNvGrpSpPr/>
        <p:nvPr/>
      </p:nvGrpSpPr>
      <p:grpSpPr>
        <a:xfrm>
          <a:off x="0" y="0"/>
          <a:ext cx="0" cy="0"/>
          <a:chOff x="0" y="0"/>
          <a:chExt cx="0" cy="0"/>
        </a:xfrm>
      </p:grpSpPr>
      <p:pic>
        <p:nvPicPr>
          <p:cNvPr id="7" name="Picture 6" descr="A black background with white dots&#10;&#10;AI-generated content may be incorrect.">
            <a:extLst>
              <a:ext uri="{FF2B5EF4-FFF2-40B4-BE49-F238E27FC236}">
                <a16:creationId xmlns:a16="http://schemas.microsoft.com/office/drawing/2014/main" id="{D19DACF7-A7C4-5E64-6AC7-A0A9C109185D}"/>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sp>
        <p:nvSpPr>
          <p:cNvPr id="9" name="Parallelogram 8">
            <a:extLst>
              <a:ext uri="{FF2B5EF4-FFF2-40B4-BE49-F238E27FC236}">
                <a16:creationId xmlns:a16="http://schemas.microsoft.com/office/drawing/2014/main" id="{620A3D37-CE2B-9A83-84D6-68045B1B1033}"/>
              </a:ext>
            </a:extLst>
          </p:cNvPr>
          <p:cNvSpPr/>
          <p:nvPr/>
        </p:nvSpPr>
        <p:spPr>
          <a:xfrm>
            <a:off x="-595086" y="792969"/>
            <a:ext cx="3846286" cy="707886"/>
          </a:xfrm>
          <a:prstGeom prst="parallelogram">
            <a:avLst/>
          </a:prstGeom>
          <a:gradFill>
            <a:gsLst>
              <a:gs pos="0">
                <a:srgbClr val="FFE79D"/>
              </a:gs>
              <a:gs pos="88000">
                <a:srgbClr val="55380C"/>
              </a:gs>
            </a:gsLst>
            <a:lin ang="5400000" scaled="1"/>
          </a:gradFill>
          <a:ln w="3175">
            <a:solidFill>
              <a:srgbClr val="FFE7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7B42FFBE-DE9B-6B6F-B9A3-2F6CAD8288A5}"/>
              </a:ext>
            </a:extLst>
          </p:cNvPr>
          <p:cNvSpPr txBox="1"/>
          <p:nvPr/>
        </p:nvSpPr>
        <p:spPr>
          <a:xfrm>
            <a:off x="218558" y="854524"/>
            <a:ext cx="3077029" cy="584775"/>
          </a:xfrm>
          <a:prstGeom prst="rect">
            <a:avLst/>
          </a:prstGeom>
          <a:noFill/>
        </p:spPr>
        <p:txBody>
          <a:bodyPr wrap="square" rtlCol="0">
            <a:spAutoFit/>
          </a:bodyPr>
          <a:lstStyle>
            <a:defPPr>
              <a:defRPr lang="en-US"/>
            </a:defPPr>
            <a:lvl1pPr>
              <a:defRPr sz="3200">
                <a:solidFill>
                  <a:schemeClr val="bg1"/>
                </a:solidFill>
                <a:effectLst>
                  <a:outerShdw blurRad="50800" dist="38100" dir="2700000" algn="tl" rotWithShape="0">
                    <a:prstClr val="black">
                      <a:alpha val="40000"/>
                    </a:prstClr>
                  </a:outerShdw>
                </a:effectLst>
                <a:latin typeface="Cal Sans" pitchFamily="2" charset="0"/>
                <a:ea typeface="Red Hat Display" panose="02010303040201060303" pitchFamily="2" charset="0"/>
                <a:cs typeface="Red Hat Display" panose="02010303040201060303" pitchFamily="2" charset="0"/>
              </a:defRPr>
            </a:lvl1pPr>
          </a:lstStyle>
          <a:p>
            <a:r>
              <a:rPr lang="en-IN">
                <a:effectLst/>
                <a:latin typeface="+mj-lt"/>
              </a:rPr>
              <a:t>Estados Unidos</a:t>
            </a:r>
            <a:endParaRPr lang="en-IN" dirty="0">
              <a:effectLst/>
              <a:latin typeface="+mj-lt"/>
            </a:endParaRPr>
          </a:p>
        </p:txBody>
      </p:sp>
      <p:sp>
        <p:nvSpPr>
          <p:cNvPr id="11" name="TextBox 10">
            <a:extLst>
              <a:ext uri="{FF2B5EF4-FFF2-40B4-BE49-F238E27FC236}">
                <a16:creationId xmlns:a16="http://schemas.microsoft.com/office/drawing/2014/main" id="{38F27EBC-989E-4EC0-EDF5-90203D10435F}"/>
              </a:ext>
            </a:extLst>
          </p:cNvPr>
          <p:cNvSpPr txBox="1"/>
          <p:nvPr/>
        </p:nvSpPr>
        <p:spPr>
          <a:xfrm>
            <a:off x="3631520" y="774759"/>
            <a:ext cx="7826601" cy="744306"/>
          </a:xfrm>
          <a:prstGeom prst="rect">
            <a:avLst/>
          </a:prstGeom>
          <a:noFill/>
        </p:spPr>
        <p:txBody>
          <a:bodyPr wrap="square" rtlCol="0">
            <a:spAutoFit/>
          </a:bodyPr>
          <a:lstStyle>
            <a:defPPr>
              <a:defRPr lang="en-US"/>
            </a:defPPr>
            <a:lvl1pPr>
              <a:lnSpc>
                <a:spcPct val="120000"/>
              </a:lnSpc>
              <a:defRPr sz="120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s-SV">
                <a:latin typeface="+mn-lt"/>
              </a:rPr>
              <a:t>Estados Unidos ocupa el protagonismo con 11 ciudades anfitrionas y estadios, representando aproximadamente tres cuartas partes de todos los partidos (60 partidos). Estos recintos se extienden por todo el país de costa a costa, mostrando la impresionante variedad de instalaciones deportivas de clase mundial en Estados Unidos.</a:t>
            </a:r>
            <a:endParaRPr lang="en-US" dirty="0">
              <a:latin typeface="+mn-lt"/>
            </a:endParaRPr>
          </a:p>
        </p:txBody>
      </p:sp>
      <p:grpSp>
        <p:nvGrpSpPr>
          <p:cNvPr id="2" name="Group 1">
            <a:extLst>
              <a:ext uri="{FF2B5EF4-FFF2-40B4-BE49-F238E27FC236}">
                <a16:creationId xmlns:a16="http://schemas.microsoft.com/office/drawing/2014/main" id="{98A1BFB8-C6B6-1E89-73B6-A67DCD2A9AB1}"/>
              </a:ext>
            </a:extLst>
          </p:cNvPr>
          <p:cNvGrpSpPr/>
          <p:nvPr/>
        </p:nvGrpSpPr>
        <p:grpSpPr>
          <a:xfrm flipV="1">
            <a:off x="11295743" y="-22804"/>
            <a:ext cx="1421536" cy="2353072"/>
            <a:chOff x="10876736" y="-5290744"/>
            <a:chExt cx="4169906" cy="6902454"/>
          </a:xfrm>
        </p:grpSpPr>
        <p:sp>
          <p:nvSpPr>
            <p:cNvPr id="3" name="Freeform: Shape 2">
              <a:extLst>
                <a:ext uri="{FF2B5EF4-FFF2-40B4-BE49-F238E27FC236}">
                  <a16:creationId xmlns:a16="http://schemas.microsoft.com/office/drawing/2014/main" id="{6B93EAA7-F52D-76A9-B46F-5147F532E90C}"/>
                </a:ext>
              </a:extLst>
            </p:cNvPr>
            <p:cNvSpPr/>
            <p:nvPr/>
          </p:nvSpPr>
          <p:spPr>
            <a:xfrm>
              <a:off x="10876736" y="-5290744"/>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 name="Freeform: Shape 3">
              <a:extLst>
                <a:ext uri="{FF2B5EF4-FFF2-40B4-BE49-F238E27FC236}">
                  <a16:creationId xmlns:a16="http://schemas.microsoft.com/office/drawing/2014/main" id="{90273CBC-5DF3-E018-20FF-45BED9A4F4C0}"/>
                </a:ext>
              </a:extLst>
            </p:cNvPr>
            <p:cNvSpPr/>
            <p:nvPr/>
          </p:nvSpPr>
          <p:spPr>
            <a:xfrm>
              <a:off x="11034702" y="-4644413"/>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 name="Freeform: Shape 4">
              <a:extLst>
                <a:ext uri="{FF2B5EF4-FFF2-40B4-BE49-F238E27FC236}">
                  <a16:creationId xmlns:a16="http://schemas.microsoft.com/office/drawing/2014/main" id="{4CF8AA67-B8D8-4215-0609-849D524487DD}"/>
                </a:ext>
              </a:extLst>
            </p:cNvPr>
            <p:cNvSpPr/>
            <p:nvPr/>
          </p:nvSpPr>
          <p:spPr>
            <a:xfrm>
              <a:off x="11192668" y="-4079958"/>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
        <p:nvSpPr>
          <p:cNvPr id="52" name="TextBox 51">
            <a:extLst>
              <a:ext uri="{FF2B5EF4-FFF2-40B4-BE49-F238E27FC236}">
                <a16:creationId xmlns:a16="http://schemas.microsoft.com/office/drawing/2014/main" id="{C2890B49-3D41-4BEA-9DB2-BA4482C835CC}"/>
              </a:ext>
            </a:extLst>
          </p:cNvPr>
          <p:cNvSpPr txBox="1"/>
          <p:nvPr/>
        </p:nvSpPr>
        <p:spPr>
          <a:xfrm>
            <a:off x="696847" y="3459724"/>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US" sz="1200" dirty="0">
                <a:latin typeface="+mn-lt"/>
              </a:rPr>
              <a:t>MetLife Stadium </a:t>
            </a:r>
          </a:p>
          <a:p>
            <a:r>
              <a:rPr lang="en-US" sz="1200" b="0" dirty="0">
                <a:latin typeface="+mn-lt"/>
              </a:rPr>
              <a:t>(</a:t>
            </a:r>
            <a:r>
              <a:rPr lang="en-IN" sz="1200" b="0" dirty="0">
                <a:latin typeface="+mn-lt"/>
              </a:rPr>
              <a:t>New York/New Jersey</a:t>
            </a:r>
            <a:r>
              <a:rPr lang="en-US" sz="1200" b="0" dirty="0">
                <a:latin typeface="+mn-lt"/>
              </a:rPr>
              <a:t>)</a:t>
            </a:r>
          </a:p>
        </p:txBody>
      </p:sp>
      <p:sp>
        <p:nvSpPr>
          <p:cNvPr id="53" name="TextBox 52">
            <a:extLst>
              <a:ext uri="{FF2B5EF4-FFF2-40B4-BE49-F238E27FC236}">
                <a16:creationId xmlns:a16="http://schemas.microsoft.com/office/drawing/2014/main" id="{B00E63E1-492A-E42C-37A4-3610CFC7D675}"/>
              </a:ext>
            </a:extLst>
          </p:cNvPr>
          <p:cNvSpPr txBox="1"/>
          <p:nvPr/>
        </p:nvSpPr>
        <p:spPr>
          <a:xfrm>
            <a:off x="2344399" y="3459724"/>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AT&amp;T Stadium</a:t>
            </a:r>
          </a:p>
          <a:p>
            <a:r>
              <a:rPr lang="en-IN" sz="1200" b="0" dirty="0">
                <a:latin typeface="+mn-lt"/>
              </a:rPr>
              <a:t>(Dallas)</a:t>
            </a:r>
          </a:p>
        </p:txBody>
      </p:sp>
      <p:sp>
        <p:nvSpPr>
          <p:cNvPr id="54" name="TextBox 53">
            <a:extLst>
              <a:ext uri="{FF2B5EF4-FFF2-40B4-BE49-F238E27FC236}">
                <a16:creationId xmlns:a16="http://schemas.microsoft.com/office/drawing/2014/main" id="{8DFB0067-D5A8-8920-CCEF-789923C28598}"/>
              </a:ext>
            </a:extLst>
          </p:cNvPr>
          <p:cNvSpPr txBox="1"/>
          <p:nvPr/>
        </p:nvSpPr>
        <p:spPr>
          <a:xfrm>
            <a:off x="4082889" y="3459724"/>
            <a:ext cx="1940085"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Mercedes-Benz Stadium </a:t>
            </a:r>
          </a:p>
          <a:p>
            <a:r>
              <a:rPr lang="en-IN" sz="1200" b="0" dirty="0">
                <a:latin typeface="+mn-lt"/>
              </a:rPr>
              <a:t>(Atlanta)</a:t>
            </a:r>
          </a:p>
        </p:txBody>
      </p:sp>
      <p:sp>
        <p:nvSpPr>
          <p:cNvPr id="55" name="TextBox 54">
            <a:extLst>
              <a:ext uri="{FF2B5EF4-FFF2-40B4-BE49-F238E27FC236}">
                <a16:creationId xmlns:a16="http://schemas.microsoft.com/office/drawing/2014/main" id="{B3A70F07-316B-AB2B-B3BB-07EC61EA3DE5}"/>
              </a:ext>
            </a:extLst>
          </p:cNvPr>
          <p:cNvSpPr txBox="1"/>
          <p:nvPr/>
        </p:nvSpPr>
        <p:spPr>
          <a:xfrm>
            <a:off x="5832911" y="3459724"/>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SoFi Stadium </a:t>
            </a:r>
          </a:p>
          <a:p>
            <a:r>
              <a:rPr lang="en-IN" sz="1200" b="0" dirty="0">
                <a:latin typeface="+mn-lt"/>
              </a:rPr>
              <a:t>(Los Angeles)</a:t>
            </a:r>
          </a:p>
        </p:txBody>
      </p:sp>
      <p:sp>
        <p:nvSpPr>
          <p:cNvPr id="56" name="TextBox 55">
            <a:extLst>
              <a:ext uri="{FF2B5EF4-FFF2-40B4-BE49-F238E27FC236}">
                <a16:creationId xmlns:a16="http://schemas.microsoft.com/office/drawing/2014/main" id="{43C0DEDF-8998-CD39-0C70-6915C9184B6D}"/>
              </a:ext>
            </a:extLst>
          </p:cNvPr>
          <p:cNvSpPr txBox="1"/>
          <p:nvPr/>
        </p:nvSpPr>
        <p:spPr>
          <a:xfrm>
            <a:off x="7569616" y="3459724"/>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Lumen Field </a:t>
            </a:r>
          </a:p>
          <a:p>
            <a:r>
              <a:rPr lang="en-IN" sz="1200" b="0" dirty="0">
                <a:latin typeface="+mn-lt"/>
              </a:rPr>
              <a:t>(Seattle)</a:t>
            </a:r>
          </a:p>
        </p:txBody>
      </p:sp>
      <p:sp>
        <p:nvSpPr>
          <p:cNvPr id="57" name="TextBox 56">
            <a:extLst>
              <a:ext uri="{FF2B5EF4-FFF2-40B4-BE49-F238E27FC236}">
                <a16:creationId xmlns:a16="http://schemas.microsoft.com/office/drawing/2014/main" id="{B913E165-FE69-DAED-B6A4-CBF931F82918}"/>
              </a:ext>
            </a:extLst>
          </p:cNvPr>
          <p:cNvSpPr txBox="1"/>
          <p:nvPr/>
        </p:nvSpPr>
        <p:spPr>
          <a:xfrm>
            <a:off x="9343216" y="3461873"/>
            <a:ext cx="1923952"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US" sz="1200" dirty="0">
                <a:latin typeface="+mn-lt"/>
              </a:rPr>
              <a:t>Levi’s Stadium </a:t>
            </a:r>
          </a:p>
          <a:p>
            <a:r>
              <a:rPr lang="en-US" sz="1200" b="0" dirty="0">
                <a:latin typeface="+mn-lt"/>
              </a:rPr>
              <a:t>(San Francisco Bay Area)</a:t>
            </a:r>
          </a:p>
        </p:txBody>
      </p:sp>
      <p:sp>
        <p:nvSpPr>
          <p:cNvPr id="58" name="TextBox 57">
            <a:extLst>
              <a:ext uri="{FF2B5EF4-FFF2-40B4-BE49-F238E27FC236}">
                <a16:creationId xmlns:a16="http://schemas.microsoft.com/office/drawing/2014/main" id="{8C265E12-7371-7E66-B523-681C5FD1399D}"/>
              </a:ext>
            </a:extLst>
          </p:cNvPr>
          <p:cNvSpPr txBox="1"/>
          <p:nvPr/>
        </p:nvSpPr>
        <p:spPr>
          <a:xfrm>
            <a:off x="1517833" y="5343881"/>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Hard Rock Stadium </a:t>
            </a:r>
            <a:r>
              <a:rPr lang="en-IN" sz="1200" b="0" dirty="0">
                <a:latin typeface="+mn-lt"/>
              </a:rPr>
              <a:t>(Miami)</a:t>
            </a:r>
          </a:p>
        </p:txBody>
      </p:sp>
      <p:sp>
        <p:nvSpPr>
          <p:cNvPr id="59" name="TextBox 58">
            <a:extLst>
              <a:ext uri="{FF2B5EF4-FFF2-40B4-BE49-F238E27FC236}">
                <a16:creationId xmlns:a16="http://schemas.microsoft.com/office/drawing/2014/main" id="{2F958D86-635D-C018-4C7D-CC2CF08E8D5D}"/>
              </a:ext>
            </a:extLst>
          </p:cNvPr>
          <p:cNvSpPr txBox="1"/>
          <p:nvPr/>
        </p:nvSpPr>
        <p:spPr>
          <a:xfrm>
            <a:off x="3254538" y="5343881"/>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Arrowhead Stadium </a:t>
            </a:r>
            <a:r>
              <a:rPr lang="en-IN" sz="1200" b="0" dirty="0">
                <a:latin typeface="+mn-lt"/>
              </a:rPr>
              <a:t>(Kansas City)</a:t>
            </a:r>
          </a:p>
        </p:txBody>
      </p:sp>
      <p:sp>
        <p:nvSpPr>
          <p:cNvPr id="60" name="TextBox 59">
            <a:extLst>
              <a:ext uri="{FF2B5EF4-FFF2-40B4-BE49-F238E27FC236}">
                <a16:creationId xmlns:a16="http://schemas.microsoft.com/office/drawing/2014/main" id="{8249394F-3838-E1B8-9154-FA814DD0F52C}"/>
              </a:ext>
            </a:extLst>
          </p:cNvPr>
          <p:cNvSpPr txBox="1"/>
          <p:nvPr/>
        </p:nvSpPr>
        <p:spPr>
          <a:xfrm>
            <a:off x="5004910" y="5343881"/>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NRG Stadium </a:t>
            </a:r>
            <a:r>
              <a:rPr lang="en-IN" sz="1200" b="0" dirty="0">
                <a:latin typeface="+mn-lt"/>
              </a:rPr>
              <a:t>(Houston)</a:t>
            </a:r>
          </a:p>
        </p:txBody>
      </p:sp>
      <p:sp>
        <p:nvSpPr>
          <p:cNvPr id="61" name="TextBox 60">
            <a:extLst>
              <a:ext uri="{FF2B5EF4-FFF2-40B4-BE49-F238E27FC236}">
                <a16:creationId xmlns:a16="http://schemas.microsoft.com/office/drawing/2014/main" id="{B20FD1FE-21A7-8836-69DF-5B03CF53A84D}"/>
              </a:ext>
            </a:extLst>
          </p:cNvPr>
          <p:cNvSpPr txBox="1"/>
          <p:nvPr/>
        </p:nvSpPr>
        <p:spPr>
          <a:xfrm>
            <a:off x="6727948" y="5353762"/>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Lincoln Financial Field </a:t>
            </a:r>
            <a:r>
              <a:rPr lang="en-IN" sz="1200" b="0" dirty="0">
                <a:latin typeface="+mn-lt"/>
              </a:rPr>
              <a:t>(Philadelphia)</a:t>
            </a:r>
          </a:p>
        </p:txBody>
      </p:sp>
      <p:sp>
        <p:nvSpPr>
          <p:cNvPr id="62" name="TextBox 61">
            <a:extLst>
              <a:ext uri="{FF2B5EF4-FFF2-40B4-BE49-F238E27FC236}">
                <a16:creationId xmlns:a16="http://schemas.microsoft.com/office/drawing/2014/main" id="{AC93903E-F616-B112-4E21-6BA88CFA6F5E}"/>
              </a:ext>
            </a:extLst>
          </p:cNvPr>
          <p:cNvSpPr txBox="1"/>
          <p:nvPr/>
        </p:nvSpPr>
        <p:spPr>
          <a:xfrm>
            <a:off x="8519915" y="5343881"/>
            <a:ext cx="1867644" cy="461665"/>
          </a:xfrm>
          <a:prstGeom prst="rect">
            <a:avLst/>
          </a:prstGeom>
          <a:noFill/>
        </p:spPr>
        <p:txBody>
          <a:bodyPr wrap="square" rtlCol="0">
            <a:spAutoFit/>
          </a:bodyPr>
          <a:lstStyle>
            <a:defPPr>
              <a:defRPr lang="en-US"/>
            </a:defPPr>
            <a:lvl1pPr algn="ctr">
              <a:defRPr sz="1400" b="1">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IN" sz="1200" dirty="0">
                <a:latin typeface="+mn-lt"/>
              </a:rPr>
              <a:t>Gillette Stadium </a:t>
            </a:r>
            <a:r>
              <a:rPr lang="en-IN" sz="1200" b="0" dirty="0">
                <a:latin typeface="+mn-lt"/>
              </a:rPr>
              <a:t>(Boston/Foxborough)</a:t>
            </a:r>
          </a:p>
        </p:txBody>
      </p:sp>
      <p:pic>
        <p:nvPicPr>
          <p:cNvPr id="91" name="Picture Placeholder 90" descr="A large stadium with a large advertisement&#10;&#10;AI-generated content may be incorrect.">
            <a:extLst>
              <a:ext uri="{FF2B5EF4-FFF2-40B4-BE49-F238E27FC236}">
                <a16:creationId xmlns:a16="http://schemas.microsoft.com/office/drawing/2014/main" id="{87CE917F-C1D0-9028-61E1-BD80CDC3C786}"/>
              </a:ext>
            </a:extLst>
          </p:cNvPr>
          <p:cNvPicPr>
            <a:picLocks noGrp="1" noChangeAspect="1"/>
          </p:cNvPicPr>
          <p:nvPr>
            <p:ph type="pic" sz="quarter" idx="20"/>
          </p:nvPr>
        </p:nvPicPr>
        <p:blipFill>
          <a:blip r:embed="rId3"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81" name="Picture Placeholder 80" descr="A stadium with a green field and a large screen&#10;&#10;AI-generated content may be incorrect.">
            <a:extLst>
              <a:ext uri="{FF2B5EF4-FFF2-40B4-BE49-F238E27FC236}">
                <a16:creationId xmlns:a16="http://schemas.microsoft.com/office/drawing/2014/main" id="{9F577780-BC87-E8C0-121E-325C7C8223D9}"/>
              </a:ext>
            </a:extLst>
          </p:cNvPr>
          <p:cNvPicPr>
            <a:picLocks noGrp="1" noChangeAspect="1"/>
          </p:cNvPicPr>
          <p:nvPr>
            <p:ph type="pic" sz="quarter" idx="18"/>
          </p:nvPr>
        </p:nvPicPr>
        <p:blipFill>
          <a:blip r:embed="rId4"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89" name="Picture Placeholder 88" descr="A stadium with a field and grass field&#10;&#10;AI-generated content may be incorrect.">
            <a:extLst>
              <a:ext uri="{FF2B5EF4-FFF2-40B4-BE49-F238E27FC236}">
                <a16:creationId xmlns:a16="http://schemas.microsoft.com/office/drawing/2014/main" id="{3D5C9341-655E-E3EB-0D1A-4CFD995B4DF4}"/>
              </a:ext>
            </a:extLst>
          </p:cNvPr>
          <p:cNvPicPr>
            <a:picLocks noGrp="1" noChangeAspect="1"/>
          </p:cNvPicPr>
          <p:nvPr>
            <p:ph type="pic" sz="quarter" idx="19"/>
          </p:nvPr>
        </p:nvPicPr>
        <p:blipFill>
          <a:blip r:embed="rId5"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79" name="Picture Placeholder 78" descr="A large building with blue lights&#10;&#10;AI-generated content may be incorrect.">
            <a:extLst>
              <a:ext uri="{FF2B5EF4-FFF2-40B4-BE49-F238E27FC236}">
                <a16:creationId xmlns:a16="http://schemas.microsoft.com/office/drawing/2014/main" id="{AB41B8C6-8405-03A1-3696-D4B40347BC45}"/>
              </a:ext>
            </a:extLst>
          </p:cNvPr>
          <p:cNvPicPr>
            <a:picLocks noGrp="1" noChangeAspect="1"/>
          </p:cNvPicPr>
          <p:nvPr>
            <p:ph type="pic" sz="quarter" idx="15"/>
          </p:nvPr>
        </p:nvPicPr>
        <p:blipFill>
          <a:blip r:embed="rId6"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93" name="Picture Placeholder 92" descr="A stadium with a green field&#10;&#10;AI-generated content may be incorrect.">
            <a:extLst>
              <a:ext uri="{FF2B5EF4-FFF2-40B4-BE49-F238E27FC236}">
                <a16:creationId xmlns:a16="http://schemas.microsoft.com/office/drawing/2014/main" id="{F55FD64C-B3FA-726C-436E-F22C39CF015E}"/>
              </a:ext>
            </a:extLst>
          </p:cNvPr>
          <p:cNvPicPr>
            <a:picLocks noGrp="1" noChangeAspect="1"/>
          </p:cNvPicPr>
          <p:nvPr>
            <p:ph type="pic" sz="quarter" idx="16"/>
          </p:nvPr>
        </p:nvPicPr>
        <p:blipFill>
          <a:blip r:embed="rId7"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83" name="Picture Placeholder 82" descr="A stadium with empty seats with CenturyLink Field in the background&#10;&#10;AI-generated content may be incorrect.">
            <a:extLst>
              <a:ext uri="{FF2B5EF4-FFF2-40B4-BE49-F238E27FC236}">
                <a16:creationId xmlns:a16="http://schemas.microsoft.com/office/drawing/2014/main" id="{C1F45F8F-3B81-2BDB-139F-90E11758BD4A}"/>
              </a:ext>
            </a:extLst>
          </p:cNvPr>
          <p:cNvPicPr>
            <a:picLocks noGrp="1" noChangeAspect="1"/>
          </p:cNvPicPr>
          <p:nvPr>
            <p:ph type="pic" sz="quarter" idx="17"/>
          </p:nvPr>
        </p:nvPicPr>
        <p:blipFill>
          <a:blip r:embed="rId8"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77" name="Picture Placeholder 76" descr="A large stadium with a large screen&#10;&#10;AI-generated content may be incorrect.">
            <a:extLst>
              <a:ext uri="{FF2B5EF4-FFF2-40B4-BE49-F238E27FC236}">
                <a16:creationId xmlns:a16="http://schemas.microsoft.com/office/drawing/2014/main" id="{30E4FD3A-8A52-825E-1D9C-D0C890187BF7}"/>
              </a:ext>
            </a:extLst>
          </p:cNvPr>
          <p:cNvPicPr>
            <a:picLocks noGrp="1" noChangeAspect="1"/>
          </p:cNvPicPr>
          <p:nvPr>
            <p:ph type="pic" sz="quarter" idx="11"/>
          </p:nvPr>
        </p:nvPicPr>
        <p:blipFill>
          <a:blip r:embed="rId9"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87" name="Picture Placeholder 86" descr="A large stadium with a large roof&#10;&#10;AI-generated content may be incorrect.">
            <a:extLst>
              <a:ext uri="{FF2B5EF4-FFF2-40B4-BE49-F238E27FC236}">
                <a16:creationId xmlns:a16="http://schemas.microsoft.com/office/drawing/2014/main" id="{4285C137-833F-009A-5C55-92D8677078F5}"/>
              </a:ext>
            </a:extLst>
          </p:cNvPr>
          <p:cNvPicPr>
            <a:picLocks noGrp="1" noChangeAspect="1"/>
          </p:cNvPicPr>
          <p:nvPr>
            <p:ph type="pic" sz="quarter" idx="12"/>
          </p:nvPr>
        </p:nvPicPr>
        <p:blipFill>
          <a:blip r:embed="rId10"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95" name="Picture Placeholder 94" descr="A stadium full of people&#10;&#10;AI-generated content may be incorrect.">
            <a:extLst>
              <a:ext uri="{FF2B5EF4-FFF2-40B4-BE49-F238E27FC236}">
                <a16:creationId xmlns:a16="http://schemas.microsoft.com/office/drawing/2014/main" id="{E56C6B1F-E693-E381-1323-C22F9C966E2E}"/>
              </a:ext>
            </a:extLst>
          </p:cNvPr>
          <p:cNvPicPr>
            <a:picLocks noGrp="1" noChangeAspect="1"/>
          </p:cNvPicPr>
          <p:nvPr>
            <p:ph type="pic" sz="quarter" idx="13"/>
          </p:nvPr>
        </p:nvPicPr>
        <p:blipFill>
          <a:blip r:embed="rId11"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85" name="Picture Placeholder 84" descr="A stadium with a green field and a football field with Levi's Stadium in the background&#10;&#10;AI-generated content may be incorrect.">
            <a:extLst>
              <a:ext uri="{FF2B5EF4-FFF2-40B4-BE49-F238E27FC236}">
                <a16:creationId xmlns:a16="http://schemas.microsoft.com/office/drawing/2014/main" id="{70F72E4C-62BE-EDF1-9640-4DB70518CFFE}"/>
              </a:ext>
            </a:extLst>
          </p:cNvPr>
          <p:cNvPicPr>
            <a:picLocks noGrp="1" noChangeAspect="1"/>
          </p:cNvPicPr>
          <p:nvPr>
            <p:ph type="pic" sz="quarter" idx="14"/>
          </p:nvPr>
        </p:nvPicPr>
        <p:blipFill>
          <a:blip r:embed="rId12"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pic>
        <p:nvPicPr>
          <p:cNvPr id="75" name="Picture Placeholder 74" descr="A stadium with a green field with MetLife Stadium in the background&#10;&#10;AI-generated content may be incorrect.">
            <a:extLst>
              <a:ext uri="{FF2B5EF4-FFF2-40B4-BE49-F238E27FC236}">
                <a16:creationId xmlns:a16="http://schemas.microsoft.com/office/drawing/2014/main" id="{A74FDDE3-081E-A6C2-D5A8-670B243B9D62}"/>
              </a:ext>
            </a:extLst>
          </p:cNvPr>
          <p:cNvPicPr>
            <a:picLocks noGrp="1" noChangeAspect="1"/>
          </p:cNvPicPr>
          <p:nvPr>
            <p:ph type="pic" sz="quarter" idx="10"/>
          </p:nvPr>
        </p:nvPicPr>
        <p:blipFill>
          <a:blip r:embed="rId13" cstate="screen">
            <a:extLst>
              <a:ext uri="{28A0092B-C50C-407E-A947-70E740481C1C}">
                <a14:useLocalDpi xmlns:a14="http://schemas.microsoft.com/office/drawing/2010/main"/>
              </a:ext>
            </a:extLst>
          </a:blip>
          <a:srcRect/>
          <a:stretch>
            <a:fillRect/>
          </a:stretch>
        </p:blipFill>
        <p:spPr>
          <a:effectLst>
            <a:outerShdw dist="38100" dir="18900000" sx="101000" sy="101000" algn="bl" rotWithShape="0">
              <a:srgbClr val="324EFF"/>
            </a:outerShdw>
          </a:effectLst>
        </p:spPr>
      </p:pic>
    </p:spTree>
    <p:extLst>
      <p:ext uri="{BB962C8B-B14F-4D97-AF65-F5344CB8AC3E}">
        <p14:creationId xmlns:p14="http://schemas.microsoft.com/office/powerpoint/2010/main" val="2984161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F2952-45CA-207E-B8D4-19CD47C3F87B}"/>
            </a:ext>
          </a:extLst>
        </p:cNvPr>
        <p:cNvGrpSpPr/>
        <p:nvPr/>
      </p:nvGrpSpPr>
      <p:grpSpPr>
        <a:xfrm>
          <a:off x="0" y="0"/>
          <a:ext cx="0" cy="0"/>
          <a:chOff x="0" y="0"/>
          <a:chExt cx="0" cy="0"/>
        </a:xfrm>
      </p:grpSpPr>
      <p:pic>
        <p:nvPicPr>
          <p:cNvPr id="5" name="Picture 4" descr="A black background with white dots&#10;&#10;AI-generated content may be incorrect.">
            <a:extLst>
              <a:ext uri="{FF2B5EF4-FFF2-40B4-BE49-F238E27FC236}">
                <a16:creationId xmlns:a16="http://schemas.microsoft.com/office/drawing/2014/main" id="{42BC479F-F497-0AA9-DBB7-81F036ED1882}"/>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0" y="-241160"/>
            <a:ext cx="12375244" cy="6858001"/>
          </a:xfrm>
          <a:prstGeom prst="rect">
            <a:avLst/>
          </a:prstGeom>
          <a:solidFill>
            <a:schemeClr val="tx1"/>
          </a:solidFill>
        </p:spPr>
      </p:pic>
      <p:sp>
        <p:nvSpPr>
          <p:cNvPr id="6" name="TextBox 5">
            <a:extLst>
              <a:ext uri="{FF2B5EF4-FFF2-40B4-BE49-F238E27FC236}">
                <a16:creationId xmlns:a16="http://schemas.microsoft.com/office/drawing/2014/main" id="{905E6978-B4D5-E37B-773B-D0327DA1208A}"/>
              </a:ext>
            </a:extLst>
          </p:cNvPr>
          <p:cNvSpPr txBox="1"/>
          <p:nvPr/>
        </p:nvSpPr>
        <p:spPr>
          <a:xfrm>
            <a:off x="2324100" y="609600"/>
            <a:ext cx="7543800" cy="707886"/>
          </a:xfrm>
          <a:prstGeom prst="rect">
            <a:avLst/>
          </a:prstGeom>
          <a:noFill/>
          <a:effectLst>
            <a:outerShdw blurRad="50800" dist="38100" dir="2700000" algn="tl" rotWithShape="0">
              <a:prstClr val="black">
                <a:alpha val="20000"/>
              </a:prstClr>
            </a:outerShdw>
          </a:effectLst>
        </p:spPr>
        <p:txBody>
          <a:bodyPr wrap="square" rtlCol="0">
            <a:spAutoFit/>
          </a:bodyPr>
          <a:lstStyle>
            <a:defPPr>
              <a:defRPr lang="en-US"/>
            </a:defPPr>
            <a:lvl1pPr>
              <a:defRPr sz="4000">
                <a:solidFill>
                  <a:schemeClr val="bg1"/>
                </a:solidFill>
                <a:effectLst>
                  <a:outerShdw dist="38100" dir="2700000" algn="tl" rotWithShape="0">
                    <a:srgbClr val="FFFF6D">
                      <a:alpha val="76000"/>
                    </a:srgbClr>
                  </a:outerShdw>
                </a:effectLst>
                <a:latin typeface="Cal Sans" pitchFamily="2" charset="0"/>
              </a:defRPr>
            </a:lvl1pPr>
          </a:lstStyle>
          <a:p>
            <a:pPr algn="ctr"/>
            <a:r>
              <a:rPr lang="en-IN">
                <a:latin typeface="+mj-lt"/>
              </a:rPr>
              <a:t>EQUIPOS CLASIFICADOS</a:t>
            </a:r>
            <a:endParaRPr lang="en-IN" dirty="0">
              <a:latin typeface="+mj-lt"/>
            </a:endParaRPr>
          </a:p>
        </p:txBody>
      </p:sp>
      <p:grpSp>
        <p:nvGrpSpPr>
          <p:cNvPr id="146" name="Group 145">
            <a:extLst>
              <a:ext uri="{FF2B5EF4-FFF2-40B4-BE49-F238E27FC236}">
                <a16:creationId xmlns:a16="http://schemas.microsoft.com/office/drawing/2014/main" id="{F5661F00-1C70-2ADE-BA36-049649FFB65E}"/>
              </a:ext>
            </a:extLst>
          </p:cNvPr>
          <p:cNvGrpSpPr/>
          <p:nvPr/>
        </p:nvGrpSpPr>
        <p:grpSpPr>
          <a:xfrm flipV="1">
            <a:off x="11295743" y="-22804"/>
            <a:ext cx="1421536" cy="2353072"/>
            <a:chOff x="10876736" y="-5290744"/>
            <a:chExt cx="4169906" cy="6902454"/>
          </a:xfrm>
        </p:grpSpPr>
        <p:sp>
          <p:nvSpPr>
            <p:cNvPr id="147" name="Freeform: Shape 146">
              <a:extLst>
                <a:ext uri="{FF2B5EF4-FFF2-40B4-BE49-F238E27FC236}">
                  <a16:creationId xmlns:a16="http://schemas.microsoft.com/office/drawing/2014/main" id="{EF25BB86-F465-C16B-5507-E81F8039C0E9}"/>
                </a:ext>
              </a:extLst>
            </p:cNvPr>
            <p:cNvSpPr/>
            <p:nvPr/>
          </p:nvSpPr>
          <p:spPr>
            <a:xfrm>
              <a:off x="10876736" y="-5290744"/>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48" name="Freeform: Shape 147">
              <a:extLst>
                <a:ext uri="{FF2B5EF4-FFF2-40B4-BE49-F238E27FC236}">
                  <a16:creationId xmlns:a16="http://schemas.microsoft.com/office/drawing/2014/main" id="{AE8704B3-E948-6F1E-D5E6-BC0F436F0EF3}"/>
                </a:ext>
              </a:extLst>
            </p:cNvPr>
            <p:cNvSpPr/>
            <p:nvPr/>
          </p:nvSpPr>
          <p:spPr>
            <a:xfrm>
              <a:off x="11034702" y="-4644413"/>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49" name="Freeform: Shape 148">
              <a:extLst>
                <a:ext uri="{FF2B5EF4-FFF2-40B4-BE49-F238E27FC236}">
                  <a16:creationId xmlns:a16="http://schemas.microsoft.com/office/drawing/2014/main" id="{B71233ED-E5FD-947F-B5AA-4A09E162B927}"/>
                </a:ext>
              </a:extLst>
            </p:cNvPr>
            <p:cNvSpPr/>
            <p:nvPr/>
          </p:nvSpPr>
          <p:spPr>
            <a:xfrm>
              <a:off x="11192668" y="-4079958"/>
              <a:ext cx="3853974" cy="56916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pic>
        <p:nvPicPr>
          <p:cNvPr id="1030" name="Picture 6" descr="Estos son los grupos para el próximo Mundial en 2026, ¿qué opinan? :  r/asklatinamerica">
            <a:extLst>
              <a:ext uri="{FF2B5EF4-FFF2-40B4-BE49-F238E27FC236}">
                <a16:creationId xmlns:a16="http://schemas.microsoft.com/office/drawing/2014/main" id="{55A61D37-E65E-41F5-82C1-31AD786E5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1782" y="1297473"/>
            <a:ext cx="9847330" cy="5162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687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548DA-584B-612F-0253-332A104DE02B}"/>
            </a:ext>
          </a:extLst>
        </p:cNvPr>
        <p:cNvGrpSpPr/>
        <p:nvPr/>
      </p:nvGrpSpPr>
      <p:grpSpPr>
        <a:xfrm>
          <a:off x="0" y="0"/>
          <a:ext cx="0" cy="0"/>
          <a:chOff x="0" y="0"/>
          <a:chExt cx="0" cy="0"/>
        </a:xfrm>
      </p:grpSpPr>
      <p:pic>
        <p:nvPicPr>
          <p:cNvPr id="7" name="Picture 6" descr="A black background with white dots&#10;&#10;AI-generated content may be incorrect.">
            <a:extLst>
              <a:ext uri="{FF2B5EF4-FFF2-40B4-BE49-F238E27FC236}">
                <a16:creationId xmlns:a16="http://schemas.microsoft.com/office/drawing/2014/main" id="{8FB023AE-9FDC-97A1-8748-DC47F10E8E45}"/>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sp>
        <p:nvSpPr>
          <p:cNvPr id="8" name="TextBox 7">
            <a:extLst>
              <a:ext uri="{FF2B5EF4-FFF2-40B4-BE49-F238E27FC236}">
                <a16:creationId xmlns:a16="http://schemas.microsoft.com/office/drawing/2014/main" id="{7727C896-1523-8B87-ADCC-53DB5CD10F8A}"/>
              </a:ext>
            </a:extLst>
          </p:cNvPr>
          <p:cNvSpPr txBox="1"/>
          <p:nvPr/>
        </p:nvSpPr>
        <p:spPr>
          <a:xfrm>
            <a:off x="1538345" y="609374"/>
            <a:ext cx="9115311" cy="707886"/>
          </a:xfrm>
          <a:prstGeom prst="rect">
            <a:avLst/>
          </a:prstGeom>
          <a:noFill/>
        </p:spPr>
        <p:txBody>
          <a:bodyPr wrap="square" rtlCol="0">
            <a:spAutoFit/>
          </a:bodyPr>
          <a:lstStyle>
            <a:defPPr>
              <a:defRPr lang="en-US"/>
            </a:defPPr>
            <a:lvl1pPr algn="ctr">
              <a:defRPr sz="4000">
                <a:solidFill>
                  <a:schemeClr val="bg1"/>
                </a:solidFill>
                <a:effectLst>
                  <a:outerShdw dist="38100" dir="2700000" algn="tl" rotWithShape="0">
                    <a:srgbClr val="FFFF6D">
                      <a:alpha val="76000"/>
                    </a:srgbClr>
                  </a:outerShdw>
                </a:effectLst>
                <a:latin typeface="Cal Sans" pitchFamily="2" charset="0"/>
              </a:defRPr>
            </a:lvl1pPr>
          </a:lstStyle>
          <a:p>
            <a:r>
              <a:rPr lang="en-IN">
                <a:latin typeface="+mj-lt"/>
              </a:rPr>
              <a:t>SOCIOS FIFA</a:t>
            </a:r>
            <a:endParaRPr lang="en-IN" dirty="0">
              <a:latin typeface="+mj-lt"/>
            </a:endParaRPr>
          </a:p>
        </p:txBody>
      </p:sp>
      <p:grpSp>
        <p:nvGrpSpPr>
          <p:cNvPr id="471" name="Group 470">
            <a:extLst>
              <a:ext uri="{FF2B5EF4-FFF2-40B4-BE49-F238E27FC236}">
                <a16:creationId xmlns:a16="http://schemas.microsoft.com/office/drawing/2014/main" id="{22E52A2A-BEB2-A745-37D2-72F390FFD6C6}"/>
              </a:ext>
            </a:extLst>
          </p:cNvPr>
          <p:cNvGrpSpPr/>
          <p:nvPr/>
        </p:nvGrpSpPr>
        <p:grpSpPr>
          <a:xfrm>
            <a:off x="10377796" y="-1191302"/>
            <a:ext cx="3569902" cy="9240604"/>
            <a:chOff x="10060175" y="-2588843"/>
            <a:chExt cx="4003007" cy="10361688"/>
          </a:xfrm>
        </p:grpSpPr>
        <p:sp>
          <p:nvSpPr>
            <p:cNvPr id="472" name="Freeform: Shape 471">
              <a:extLst>
                <a:ext uri="{FF2B5EF4-FFF2-40B4-BE49-F238E27FC236}">
                  <a16:creationId xmlns:a16="http://schemas.microsoft.com/office/drawing/2014/main" id="{B2FCF79D-947B-358F-9BE2-2617660276F5}"/>
                </a:ext>
              </a:extLst>
            </p:cNvPr>
            <p:cNvSpPr/>
            <p:nvPr/>
          </p:nvSpPr>
          <p:spPr>
            <a:xfrm>
              <a:off x="10085173" y="-2588843"/>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73" name="Freeform: Shape 472">
              <a:extLst>
                <a:ext uri="{FF2B5EF4-FFF2-40B4-BE49-F238E27FC236}">
                  <a16:creationId xmlns:a16="http://schemas.microsoft.com/office/drawing/2014/main" id="{E421521D-38D9-4DC1-7445-E82CDECDC1B8}"/>
                </a:ext>
              </a:extLst>
            </p:cNvPr>
            <p:cNvSpPr/>
            <p:nvPr/>
          </p:nvSpPr>
          <p:spPr>
            <a:xfrm>
              <a:off x="10060175" y="-1313654"/>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74" name="Freeform: Shape 473">
              <a:extLst>
                <a:ext uri="{FF2B5EF4-FFF2-40B4-BE49-F238E27FC236}">
                  <a16:creationId xmlns:a16="http://schemas.microsoft.com/office/drawing/2014/main" id="{21A83316-BA43-4DD4-B5B0-A90E4ADF93F2}"/>
                </a:ext>
              </a:extLst>
            </p:cNvPr>
            <p:cNvSpPr/>
            <p:nvPr/>
          </p:nvSpPr>
          <p:spPr>
            <a:xfrm>
              <a:off x="10209208" y="-667323"/>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grpSp>
        <p:nvGrpSpPr>
          <p:cNvPr id="452" name="Graphic 9">
            <a:extLst>
              <a:ext uri="{FF2B5EF4-FFF2-40B4-BE49-F238E27FC236}">
                <a16:creationId xmlns:a16="http://schemas.microsoft.com/office/drawing/2014/main" id="{2F480171-AD43-B76B-D8DC-2EE547EBCCB7}"/>
              </a:ext>
            </a:extLst>
          </p:cNvPr>
          <p:cNvGrpSpPr/>
          <p:nvPr/>
        </p:nvGrpSpPr>
        <p:grpSpPr>
          <a:xfrm>
            <a:off x="3586790" y="1803510"/>
            <a:ext cx="658214" cy="376746"/>
            <a:chOff x="7396844" y="26720"/>
            <a:chExt cx="4876800" cy="2791358"/>
          </a:xfrm>
          <a:solidFill>
            <a:schemeClr val="bg1"/>
          </a:solidFill>
        </p:grpSpPr>
        <p:sp>
          <p:nvSpPr>
            <p:cNvPr id="453" name="Freeform: Shape 452">
              <a:extLst>
                <a:ext uri="{FF2B5EF4-FFF2-40B4-BE49-F238E27FC236}">
                  <a16:creationId xmlns:a16="http://schemas.microsoft.com/office/drawing/2014/main" id="{FB37872F-F7AF-F4F8-336D-E312C971140C}"/>
                </a:ext>
              </a:extLst>
            </p:cNvPr>
            <p:cNvSpPr/>
            <p:nvPr/>
          </p:nvSpPr>
          <p:spPr>
            <a:xfrm>
              <a:off x="9657850" y="26720"/>
              <a:ext cx="2615793" cy="2791358"/>
            </a:xfrm>
            <a:custGeom>
              <a:avLst/>
              <a:gdLst>
                <a:gd name="connsiteX0" fmla="*/ 1819351 w 2615793"/>
                <a:gd name="connsiteY0" fmla="*/ 1464564 h 2791358"/>
                <a:gd name="connsiteX1" fmla="*/ 2615794 w 2615793"/>
                <a:gd name="connsiteY1" fmla="*/ 2791359 h 2791358"/>
                <a:gd name="connsiteX2" fmla="*/ 1819351 w 2615793"/>
                <a:gd name="connsiteY2" fmla="*/ 2791359 h 2791358"/>
                <a:gd name="connsiteX3" fmla="*/ 1336548 w 2615793"/>
                <a:gd name="connsiteY3" fmla="*/ 2791359 h 2791358"/>
                <a:gd name="connsiteX4" fmla="*/ 576072 w 2615793"/>
                <a:gd name="connsiteY4" fmla="*/ 1523695 h 2791358"/>
                <a:gd name="connsiteX5" fmla="*/ 0 w 2615793"/>
                <a:gd name="connsiteY5" fmla="*/ 564490 h 2791358"/>
                <a:gd name="connsiteX6" fmla="*/ 576072 w 2615793"/>
                <a:gd name="connsiteY6" fmla="*/ 218237 h 2791358"/>
                <a:gd name="connsiteX7" fmla="*/ 938784 w 2615793"/>
                <a:gd name="connsiteY7" fmla="*/ 0 h 279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5793" h="2791358">
                  <a:moveTo>
                    <a:pt x="1819351" y="1464564"/>
                  </a:moveTo>
                  <a:lnTo>
                    <a:pt x="2615794" y="2791359"/>
                  </a:lnTo>
                  <a:lnTo>
                    <a:pt x="1819351" y="2791359"/>
                  </a:lnTo>
                  <a:lnTo>
                    <a:pt x="1336548" y="2791359"/>
                  </a:lnTo>
                  <a:lnTo>
                    <a:pt x="576072" y="1523695"/>
                  </a:lnTo>
                  <a:lnTo>
                    <a:pt x="0" y="564490"/>
                  </a:lnTo>
                  <a:lnTo>
                    <a:pt x="576072" y="218237"/>
                  </a:lnTo>
                  <a:lnTo>
                    <a:pt x="938784" y="0"/>
                  </a:lnTo>
                  <a:close/>
                </a:path>
              </a:pathLst>
            </a:custGeom>
            <a:grpFill/>
            <a:ln w="9525" cap="flat">
              <a:noFill/>
              <a:prstDash val="solid"/>
              <a:miter/>
            </a:ln>
          </p:spPr>
          <p:txBody>
            <a:bodyPr rtlCol="0" anchor="ctr"/>
            <a:lstStyle/>
            <a:p>
              <a:endParaRPr lang="en-IN"/>
            </a:p>
          </p:txBody>
        </p:sp>
        <p:sp>
          <p:nvSpPr>
            <p:cNvPr id="454" name="Freeform: Shape 453">
              <a:extLst>
                <a:ext uri="{FF2B5EF4-FFF2-40B4-BE49-F238E27FC236}">
                  <a16:creationId xmlns:a16="http://schemas.microsoft.com/office/drawing/2014/main" id="{B8ABC968-1AA9-7B84-DBDA-30B61AB061AC}"/>
                </a:ext>
              </a:extLst>
            </p:cNvPr>
            <p:cNvSpPr/>
            <p:nvPr/>
          </p:nvSpPr>
          <p:spPr>
            <a:xfrm>
              <a:off x="8526737" y="1019759"/>
              <a:ext cx="2019299" cy="1798320"/>
            </a:xfrm>
            <a:custGeom>
              <a:avLst/>
              <a:gdLst>
                <a:gd name="connsiteX0" fmla="*/ 1707185 w 2019299"/>
                <a:gd name="connsiteY0" fmla="*/ 1276502 h 1798320"/>
                <a:gd name="connsiteX1" fmla="*/ 2019300 w 2019299"/>
                <a:gd name="connsiteY1" fmla="*/ 1798320 h 1798320"/>
                <a:gd name="connsiteX2" fmla="*/ 1707185 w 2019299"/>
                <a:gd name="connsiteY2" fmla="*/ 1798320 h 1798320"/>
                <a:gd name="connsiteX3" fmla="*/ 740969 w 2019299"/>
                <a:gd name="connsiteY3" fmla="*/ 1798320 h 1798320"/>
                <a:gd name="connsiteX4" fmla="*/ 31090 w 2019299"/>
                <a:gd name="connsiteY4" fmla="*/ 616915 h 1798320"/>
                <a:gd name="connsiteX5" fmla="*/ 0 w 2019299"/>
                <a:gd name="connsiteY5" fmla="*/ 565404 h 1798320"/>
                <a:gd name="connsiteX6" fmla="*/ 31090 w 2019299"/>
                <a:gd name="connsiteY6" fmla="*/ 547116 h 1798320"/>
                <a:gd name="connsiteX7" fmla="*/ 940003 w 2019299"/>
                <a:gd name="connsiteY7" fmla="*/ 0 h 179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9299" h="1798320">
                  <a:moveTo>
                    <a:pt x="1707185" y="1276502"/>
                  </a:moveTo>
                  <a:lnTo>
                    <a:pt x="2019300" y="1798320"/>
                  </a:lnTo>
                  <a:lnTo>
                    <a:pt x="1707185" y="1798320"/>
                  </a:lnTo>
                  <a:lnTo>
                    <a:pt x="740969" y="1798320"/>
                  </a:lnTo>
                  <a:lnTo>
                    <a:pt x="31090" y="616915"/>
                  </a:lnTo>
                  <a:lnTo>
                    <a:pt x="0" y="565404"/>
                  </a:lnTo>
                  <a:lnTo>
                    <a:pt x="31090" y="547116"/>
                  </a:lnTo>
                  <a:lnTo>
                    <a:pt x="940003" y="0"/>
                  </a:lnTo>
                  <a:close/>
                </a:path>
              </a:pathLst>
            </a:custGeom>
            <a:grpFill/>
            <a:ln w="9525" cap="flat">
              <a:noFill/>
              <a:prstDash val="solid"/>
              <a:miter/>
            </a:ln>
          </p:spPr>
          <p:txBody>
            <a:bodyPr rtlCol="0" anchor="ctr"/>
            <a:lstStyle/>
            <a:p>
              <a:endParaRPr lang="en-IN"/>
            </a:p>
          </p:txBody>
        </p:sp>
        <p:sp>
          <p:nvSpPr>
            <p:cNvPr id="455" name="Freeform: Shape 454">
              <a:extLst>
                <a:ext uri="{FF2B5EF4-FFF2-40B4-BE49-F238E27FC236}">
                  <a16:creationId xmlns:a16="http://schemas.microsoft.com/office/drawing/2014/main" id="{5F3FAFC9-195C-C04E-2CFE-B8ABD23A2C3E}"/>
                </a:ext>
              </a:extLst>
            </p:cNvPr>
            <p:cNvSpPr/>
            <p:nvPr/>
          </p:nvSpPr>
          <p:spPr>
            <a:xfrm>
              <a:off x="7396844" y="2014016"/>
              <a:ext cx="1422806" cy="804062"/>
            </a:xfrm>
            <a:custGeom>
              <a:avLst/>
              <a:gdLst>
                <a:gd name="connsiteX0" fmla="*/ 1160983 w 1422806"/>
                <a:gd name="connsiteY0" fmla="*/ 367589 h 804062"/>
                <a:gd name="connsiteX1" fmla="*/ 1422807 w 1422806"/>
                <a:gd name="connsiteY1" fmla="*/ 804063 h 804062"/>
                <a:gd name="connsiteX2" fmla="*/ 1160983 w 1422806"/>
                <a:gd name="connsiteY2" fmla="*/ 804063 h 804062"/>
                <a:gd name="connsiteX3" fmla="*/ 143561 w 1422806"/>
                <a:gd name="connsiteY3" fmla="*/ 804063 h 804062"/>
                <a:gd name="connsiteX4" fmla="*/ 0 w 1422806"/>
                <a:gd name="connsiteY4" fmla="*/ 564490 h 804062"/>
                <a:gd name="connsiteX5" fmla="*/ 939698 w 1422806"/>
                <a:gd name="connsiteY5" fmla="*/ 0 h 80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2806" h="804062">
                  <a:moveTo>
                    <a:pt x="1160983" y="367589"/>
                  </a:moveTo>
                  <a:lnTo>
                    <a:pt x="1422807" y="804063"/>
                  </a:lnTo>
                  <a:lnTo>
                    <a:pt x="1160983" y="804063"/>
                  </a:lnTo>
                  <a:lnTo>
                    <a:pt x="143561" y="804063"/>
                  </a:lnTo>
                  <a:lnTo>
                    <a:pt x="0" y="564490"/>
                  </a:lnTo>
                  <a:lnTo>
                    <a:pt x="939698" y="0"/>
                  </a:lnTo>
                  <a:close/>
                </a:path>
              </a:pathLst>
            </a:custGeom>
            <a:grpFill/>
            <a:ln w="9525" cap="flat">
              <a:noFill/>
              <a:prstDash val="solid"/>
              <a:miter/>
            </a:ln>
          </p:spPr>
          <p:txBody>
            <a:bodyPr rtlCol="0" anchor="ctr"/>
            <a:lstStyle/>
            <a:p>
              <a:endParaRPr lang="en-IN"/>
            </a:p>
          </p:txBody>
        </p:sp>
      </p:grpSp>
      <p:sp>
        <p:nvSpPr>
          <p:cNvPr id="444" name="Graphic 11">
            <a:extLst>
              <a:ext uri="{FF2B5EF4-FFF2-40B4-BE49-F238E27FC236}">
                <a16:creationId xmlns:a16="http://schemas.microsoft.com/office/drawing/2014/main" id="{7CB5EF1D-CFCC-51F7-9A5A-6749682C778D}"/>
              </a:ext>
            </a:extLst>
          </p:cNvPr>
          <p:cNvSpPr/>
          <p:nvPr/>
        </p:nvSpPr>
        <p:spPr>
          <a:xfrm>
            <a:off x="4546984" y="1814361"/>
            <a:ext cx="1091018" cy="355043"/>
          </a:xfrm>
          <a:custGeom>
            <a:avLst/>
            <a:gdLst>
              <a:gd name="connsiteX0" fmla="*/ 1642781 w 4381247"/>
              <a:gd name="connsiteY0" fmla="*/ 1199016 h 1425759"/>
              <a:gd name="connsiteX1" fmla="*/ 1029466 w 4381247"/>
              <a:gd name="connsiteY1" fmla="*/ 1193415 h 1425759"/>
              <a:gd name="connsiteX2" fmla="*/ 829051 w 4381247"/>
              <a:gd name="connsiteY2" fmla="*/ 1252870 h 1425759"/>
              <a:gd name="connsiteX3" fmla="*/ 724790 w 4381247"/>
              <a:gd name="connsiteY3" fmla="*/ 1284912 h 1425759"/>
              <a:gd name="connsiteX4" fmla="*/ 351620 w 4381247"/>
              <a:gd name="connsiteY4" fmla="*/ 1296390 h 1425759"/>
              <a:gd name="connsiteX5" fmla="*/ 218955 w 4381247"/>
              <a:gd name="connsiteY5" fmla="*/ 1007153 h 1425759"/>
              <a:gd name="connsiteX6" fmla="*/ 375518 w 4381247"/>
              <a:gd name="connsiteY6" fmla="*/ 563384 h 1425759"/>
              <a:gd name="connsiteX7" fmla="*/ 725352 w 4381247"/>
              <a:gd name="connsiteY7" fmla="*/ 134121 h 1425759"/>
              <a:gd name="connsiteX8" fmla="*/ 855111 w 4381247"/>
              <a:gd name="connsiteY8" fmla="*/ 80790 h 1425759"/>
              <a:gd name="connsiteX9" fmla="*/ 880524 w 4381247"/>
              <a:gd name="connsiteY9" fmla="*/ 100545 h 1425759"/>
              <a:gd name="connsiteX10" fmla="*/ 878124 w 4381247"/>
              <a:gd name="connsiteY10" fmla="*/ 122519 h 1425759"/>
              <a:gd name="connsiteX11" fmla="*/ 778854 w 4381247"/>
              <a:gd name="connsiteY11" fmla="*/ 220512 h 1425759"/>
              <a:gd name="connsiteX12" fmla="*/ 790808 w 4381247"/>
              <a:gd name="connsiteY12" fmla="*/ 281891 h 1425759"/>
              <a:gd name="connsiteX13" fmla="*/ 819640 w 4381247"/>
              <a:gd name="connsiteY13" fmla="*/ 294150 h 1425759"/>
              <a:gd name="connsiteX14" fmla="*/ 934712 w 4381247"/>
              <a:gd name="connsiteY14" fmla="*/ 158009 h 1425759"/>
              <a:gd name="connsiteX15" fmla="*/ 896993 w 4381247"/>
              <a:gd name="connsiteY15" fmla="*/ 27117 h 1425759"/>
              <a:gd name="connsiteX16" fmla="*/ 727486 w 4381247"/>
              <a:gd name="connsiteY16" fmla="*/ 19011 h 1425759"/>
              <a:gd name="connsiteX17" fmla="*/ 127830 w 4381247"/>
              <a:gd name="connsiteY17" fmla="*/ 590311 h 1425759"/>
              <a:gd name="connsiteX18" fmla="*/ 49687 w 4381247"/>
              <a:gd name="connsiteY18" fmla="*/ 764219 h 1425759"/>
              <a:gd name="connsiteX19" fmla="*/ 106808 w 4381247"/>
              <a:gd name="connsiteY19" fmla="*/ 1319821 h 1425759"/>
              <a:gd name="connsiteX20" fmla="*/ 459414 w 4381247"/>
              <a:gd name="connsiteY20" fmla="*/ 1409604 h 1425759"/>
              <a:gd name="connsiteX21" fmla="*/ 1197544 w 4381247"/>
              <a:gd name="connsiteY21" fmla="*/ 1277292 h 1425759"/>
              <a:gd name="connsiteX22" fmla="*/ 1408857 w 4381247"/>
              <a:gd name="connsiteY22" fmla="*/ 1412880 h 1425759"/>
              <a:gd name="connsiteX23" fmla="*/ 1416391 w 4381247"/>
              <a:gd name="connsiteY23" fmla="*/ 1414576 h 1425759"/>
              <a:gd name="connsiteX24" fmla="*/ 1939923 w 4381247"/>
              <a:gd name="connsiteY24" fmla="*/ 1425692 h 1425759"/>
              <a:gd name="connsiteX25" fmla="*/ 1943466 w 4381247"/>
              <a:gd name="connsiteY25" fmla="*/ 1419938 h 1425759"/>
              <a:gd name="connsiteX26" fmla="*/ 1642781 w 4381247"/>
              <a:gd name="connsiteY26" fmla="*/ 1199016 h 1425759"/>
              <a:gd name="connsiteX27" fmla="*/ 1908338 w 4381247"/>
              <a:gd name="connsiteY27" fmla="*/ 356367 h 1425759"/>
              <a:gd name="connsiteX28" fmla="*/ 1874153 w 4381247"/>
              <a:gd name="connsiteY28" fmla="*/ 380551 h 1425759"/>
              <a:gd name="connsiteX29" fmla="*/ 1845806 w 4381247"/>
              <a:gd name="connsiteY29" fmla="*/ 369455 h 1425759"/>
              <a:gd name="connsiteX30" fmla="*/ 1673918 w 4381247"/>
              <a:gd name="connsiteY30" fmla="*/ 397211 h 1425759"/>
              <a:gd name="connsiteX31" fmla="*/ 1345534 w 4381247"/>
              <a:gd name="connsiteY31" fmla="*/ 816139 h 1425759"/>
              <a:gd name="connsiteX32" fmla="*/ 1172684 w 4381247"/>
              <a:gd name="connsiteY32" fmla="*/ 948565 h 1425759"/>
              <a:gd name="connsiteX33" fmla="*/ 1114858 w 4381247"/>
              <a:gd name="connsiteY33" fmla="*/ 928687 h 1425759"/>
              <a:gd name="connsiteX34" fmla="*/ 1112924 w 4381247"/>
              <a:gd name="connsiteY34" fmla="*/ 829779 h 1425759"/>
              <a:gd name="connsiteX35" fmla="*/ 1225938 w 4381247"/>
              <a:gd name="connsiteY35" fmla="*/ 588892 h 1425759"/>
              <a:gd name="connsiteX36" fmla="*/ 1373490 w 4381247"/>
              <a:gd name="connsiteY36" fmla="*/ 437244 h 1425759"/>
              <a:gd name="connsiteX37" fmla="*/ 1401808 w 4381247"/>
              <a:gd name="connsiteY37" fmla="*/ 448322 h 1425759"/>
              <a:gd name="connsiteX38" fmla="*/ 1366385 w 4381247"/>
              <a:gd name="connsiteY38" fmla="*/ 476563 h 1425759"/>
              <a:gd name="connsiteX39" fmla="*/ 1309311 w 4381247"/>
              <a:gd name="connsiteY39" fmla="*/ 594397 h 1425759"/>
              <a:gd name="connsiteX40" fmla="*/ 1332361 w 4381247"/>
              <a:gd name="connsiteY40" fmla="*/ 618772 h 1425759"/>
              <a:gd name="connsiteX41" fmla="*/ 1398970 w 4381247"/>
              <a:gd name="connsiteY41" fmla="*/ 596436 h 1425759"/>
              <a:gd name="connsiteX42" fmla="*/ 1445318 w 4381247"/>
              <a:gd name="connsiteY42" fmla="*/ 399887 h 1425759"/>
              <a:gd name="connsiteX43" fmla="*/ 1381863 w 4381247"/>
              <a:gd name="connsiteY43" fmla="*/ 357425 h 1425759"/>
              <a:gd name="connsiteX44" fmla="*/ 1072748 w 4381247"/>
              <a:gd name="connsiteY44" fmla="*/ 558840 h 1425759"/>
              <a:gd name="connsiteX45" fmla="*/ 936617 w 4381247"/>
              <a:gd name="connsiteY45" fmla="*/ 622582 h 1425759"/>
              <a:gd name="connsiteX46" fmla="*/ 929082 w 4381247"/>
              <a:gd name="connsiteY46" fmla="*/ 613285 h 1425759"/>
              <a:gd name="connsiteX47" fmla="*/ 912518 w 4381247"/>
              <a:gd name="connsiteY47" fmla="*/ 378380 h 1425759"/>
              <a:gd name="connsiteX48" fmla="*/ 805534 w 4381247"/>
              <a:gd name="connsiteY48" fmla="*/ 358311 h 1425759"/>
              <a:gd name="connsiteX49" fmla="*/ 496666 w 4381247"/>
              <a:gd name="connsiteY49" fmla="*/ 673731 h 1425759"/>
              <a:gd name="connsiteX50" fmla="*/ 425410 w 4381247"/>
              <a:gd name="connsiteY50" fmla="*/ 879462 h 1425759"/>
              <a:gd name="connsiteX51" fmla="*/ 479788 w 4381247"/>
              <a:gd name="connsiteY51" fmla="*/ 1052073 h 1425759"/>
              <a:gd name="connsiteX52" fmla="*/ 649343 w 4381247"/>
              <a:gd name="connsiteY52" fmla="*/ 1026623 h 1425759"/>
              <a:gd name="connsiteX53" fmla="*/ 891173 w 4381247"/>
              <a:gd name="connsiteY53" fmla="*/ 702887 h 1425759"/>
              <a:gd name="connsiteX54" fmla="*/ 900479 w 4381247"/>
              <a:gd name="connsiteY54" fmla="*/ 692476 h 1425759"/>
              <a:gd name="connsiteX55" fmla="*/ 981498 w 4381247"/>
              <a:gd name="connsiteY55" fmla="*/ 681770 h 1425759"/>
              <a:gd name="connsiteX56" fmla="*/ 986109 w 4381247"/>
              <a:gd name="connsiteY56" fmla="*/ 693934 h 1425759"/>
              <a:gd name="connsiteX57" fmla="*/ 961829 w 4381247"/>
              <a:gd name="connsiteY57" fmla="*/ 1023641 h 1425759"/>
              <a:gd name="connsiteX58" fmla="*/ 1081978 w 4381247"/>
              <a:gd name="connsiteY58" fmla="*/ 1065713 h 1425759"/>
              <a:gd name="connsiteX59" fmla="*/ 1345268 w 4381247"/>
              <a:gd name="connsiteY59" fmla="*/ 901750 h 1425759"/>
              <a:gd name="connsiteX60" fmla="*/ 1355040 w 4381247"/>
              <a:gd name="connsiteY60" fmla="*/ 902893 h 1425759"/>
              <a:gd name="connsiteX61" fmla="*/ 1365680 w 4381247"/>
              <a:gd name="connsiteY61" fmla="*/ 1023308 h 1425759"/>
              <a:gd name="connsiteX62" fmla="*/ 1418191 w 4381247"/>
              <a:gd name="connsiteY62" fmla="*/ 1065713 h 1425759"/>
              <a:gd name="connsiteX63" fmla="*/ 1592022 w 4381247"/>
              <a:gd name="connsiteY63" fmla="*/ 983551 h 1425759"/>
              <a:gd name="connsiteX64" fmla="*/ 1601871 w 4381247"/>
              <a:gd name="connsiteY64" fmla="*/ 985961 h 1425759"/>
              <a:gd name="connsiteX65" fmla="*/ 1632256 w 4381247"/>
              <a:gd name="connsiteY65" fmla="*/ 1056074 h 1425759"/>
              <a:gd name="connsiteX66" fmla="*/ 1691244 w 4381247"/>
              <a:gd name="connsiteY66" fmla="*/ 1066647 h 1425759"/>
              <a:gd name="connsiteX67" fmla="*/ 1958840 w 4381247"/>
              <a:gd name="connsiteY67" fmla="*/ 822226 h 1425759"/>
              <a:gd name="connsiteX68" fmla="*/ 2018838 w 4381247"/>
              <a:gd name="connsiteY68" fmla="*/ 706754 h 1425759"/>
              <a:gd name="connsiteX69" fmla="*/ 1978899 w 4381247"/>
              <a:gd name="connsiteY69" fmla="*/ 701420 h 1425759"/>
              <a:gd name="connsiteX70" fmla="*/ 1952277 w 4381247"/>
              <a:gd name="connsiteY70" fmla="*/ 720394 h 1425759"/>
              <a:gd name="connsiteX71" fmla="*/ 1897546 w 4381247"/>
              <a:gd name="connsiteY71" fmla="*/ 811053 h 1425759"/>
              <a:gd name="connsiteX72" fmla="*/ 1812736 w 4381247"/>
              <a:gd name="connsiteY72" fmla="*/ 897549 h 1425759"/>
              <a:gd name="connsiteX73" fmla="*/ 1793724 w 4381247"/>
              <a:gd name="connsiteY73" fmla="*/ 893454 h 1425759"/>
              <a:gd name="connsiteX74" fmla="*/ 1795505 w 4381247"/>
              <a:gd name="connsiteY74" fmla="*/ 875499 h 1425759"/>
              <a:gd name="connsiteX75" fmla="*/ 2033182 w 4381247"/>
              <a:gd name="connsiteY75" fmla="*/ 392639 h 1425759"/>
              <a:gd name="connsiteX76" fmla="*/ 2045469 w 4381247"/>
              <a:gd name="connsiteY76" fmla="*/ 363187 h 1425759"/>
              <a:gd name="connsiteX77" fmla="*/ 2042612 w 4381247"/>
              <a:gd name="connsiteY77" fmla="*/ 359130 h 1425759"/>
              <a:gd name="connsiteX78" fmla="*/ 1908338 w 4381247"/>
              <a:gd name="connsiteY78" fmla="*/ 356367 h 1425759"/>
              <a:gd name="connsiteX79" fmla="*/ 824050 w 4381247"/>
              <a:gd name="connsiteY79" fmla="*/ 703220 h 1425759"/>
              <a:gd name="connsiteX80" fmla="*/ 679899 w 4381247"/>
              <a:gd name="connsiteY80" fmla="*/ 900597 h 1425759"/>
              <a:gd name="connsiteX81" fmla="*/ 634684 w 4381247"/>
              <a:gd name="connsiteY81" fmla="*/ 913732 h 1425759"/>
              <a:gd name="connsiteX82" fmla="*/ 606461 w 4381247"/>
              <a:gd name="connsiteY82" fmla="*/ 878338 h 1425759"/>
              <a:gd name="connsiteX83" fmla="*/ 673688 w 4381247"/>
              <a:gd name="connsiteY83" fmla="*/ 668016 h 1425759"/>
              <a:gd name="connsiteX84" fmla="*/ 705159 w 4381247"/>
              <a:gd name="connsiteY84" fmla="*/ 615466 h 1425759"/>
              <a:gd name="connsiteX85" fmla="*/ 717361 w 4381247"/>
              <a:gd name="connsiteY85" fmla="*/ 604522 h 1425759"/>
              <a:gd name="connsiteX86" fmla="*/ 723704 w 4381247"/>
              <a:gd name="connsiteY86" fmla="*/ 605694 h 1425759"/>
              <a:gd name="connsiteX87" fmla="*/ 828203 w 4381247"/>
              <a:gd name="connsiteY87" fmla="*/ 680113 h 1425759"/>
              <a:gd name="connsiteX88" fmla="*/ 824050 w 4381247"/>
              <a:gd name="connsiteY88" fmla="*/ 703220 h 1425759"/>
              <a:gd name="connsiteX89" fmla="*/ 888839 w 4381247"/>
              <a:gd name="connsiteY89" fmla="*/ 539124 h 1425759"/>
              <a:gd name="connsiteX90" fmla="*/ 864341 w 4381247"/>
              <a:gd name="connsiteY90" fmla="*/ 609656 h 1425759"/>
              <a:gd name="connsiteX91" fmla="*/ 838271 w 4381247"/>
              <a:gd name="connsiteY91" fmla="*/ 610704 h 1425759"/>
              <a:gd name="connsiteX92" fmla="*/ 773158 w 4381247"/>
              <a:gd name="connsiteY92" fmla="*/ 534113 h 1425759"/>
              <a:gd name="connsiteX93" fmla="*/ 831889 w 4381247"/>
              <a:gd name="connsiteY93" fmla="*/ 442321 h 1425759"/>
              <a:gd name="connsiteX94" fmla="*/ 868903 w 4381247"/>
              <a:gd name="connsiteY94" fmla="*/ 443588 h 1425759"/>
              <a:gd name="connsiteX95" fmla="*/ 888839 w 4381247"/>
              <a:gd name="connsiteY95" fmla="*/ 539124 h 1425759"/>
              <a:gd name="connsiteX96" fmla="*/ 1807049 w 4381247"/>
              <a:gd name="connsiteY96" fmla="*/ 531904 h 1425759"/>
              <a:gd name="connsiteX97" fmla="*/ 1620188 w 4381247"/>
              <a:gd name="connsiteY97" fmla="*/ 866831 h 1425759"/>
              <a:gd name="connsiteX98" fmla="*/ 1559866 w 4381247"/>
              <a:gd name="connsiteY98" fmla="*/ 908284 h 1425759"/>
              <a:gd name="connsiteX99" fmla="*/ 1543740 w 4381247"/>
              <a:gd name="connsiteY99" fmla="*/ 895482 h 1425759"/>
              <a:gd name="connsiteX100" fmla="*/ 1556770 w 4381247"/>
              <a:gd name="connsiteY100" fmla="*/ 803557 h 1425759"/>
              <a:gd name="connsiteX101" fmla="*/ 1577192 w 4381247"/>
              <a:gd name="connsiteY101" fmla="*/ 752122 h 1425759"/>
              <a:gd name="connsiteX102" fmla="*/ 1786523 w 4381247"/>
              <a:gd name="connsiteY102" fmla="*/ 452570 h 1425759"/>
              <a:gd name="connsiteX103" fmla="*/ 1818355 w 4381247"/>
              <a:gd name="connsiteY103" fmla="*/ 445160 h 1425759"/>
              <a:gd name="connsiteX104" fmla="*/ 1829319 w 4381247"/>
              <a:gd name="connsiteY104" fmla="*/ 457932 h 1425759"/>
              <a:gd name="connsiteX105" fmla="*/ 1807049 w 4381247"/>
              <a:gd name="connsiteY105" fmla="*/ 531904 h 1425759"/>
              <a:gd name="connsiteX106" fmla="*/ 2190107 w 4381247"/>
              <a:gd name="connsiteY106" fmla="*/ 523407 h 1425759"/>
              <a:gd name="connsiteX107" fmla="*/ 2221453 w 4381247"/>
              <a:gd name="connsiteY107" fmla="*/ 499204 h 1425759"/>
              <a:gd name="connsiteX108" fmla="*/ 2285519 w 4381247"/>
              <a:gd name="connsiteY108" fmla="*/ 364635 h 1425759"/>
              <a:gd name="connsiteX109" fmla="*/ 2280918 w 4381247"/>
              <a:gd name="connsiteY109" fmla="*/ 359968 h 1425759"/>
              <a:gd name="connsiteX110" fmla="*/ 2166989 w 4381247"/>
              <a:gd name="connsiteY110" fmla="*/ 358415 h 1425759"/>
              <a:gd name="connsiteX111" fmla="*/ 2121803 w 4381247"/>
              <a:gd name="connsiteY111" fmla="*/ 372160 h 1425759"/>
              <a:gd name="connsiteX112" fmla="*/ 2051327 w 4381247"/>
              <a:gd name="connsiteY112" fmla="*/ 506701 h 1425759"/>
              <a:gd name="connsiteX113" fmla="*/ 2050661 w 4381247"/>
              <a:gd name="connsiteY113" fmla="*/ 522912 h 1425759"/>
              <a:gd name="connsiteX114" fmla="*/ 2190107 w 4381247"/>
              <a:gd name="connsiteY114" fmla="*/ 523407 h 1425759"/>
              <a:gd name="connsiteX115" fmla="*/ 2779876 w 4381247"/>
              <a:gd name="connsiteY115" fmla="*/ 796784 h 1425759"/>
              <a:gd name="connsiteX116" fmla="*/ 2706104 w 4381247"/>
              <a:gd name="connsiteY116" fmla="*/ 706278 h 1425759"/>
              <a:gd name="connsiteX117" fmla="*/ 2480752 w 4381247"/>
              <a:gd name="connsiteY117" fmla="*/ 810796 h 1425759"/>
              <a:gd name="connsiteX118" fmla="*/ 2363805 w 4381247"/>
              <a:gd name="connsiteY118" fmla="*/ 1163373 h 1425759"/>
              <a:gd name="connsiteX119" fmla="*/ 2369548 w 4381247"/>
              <a:gd name="connsiteY119" fmla="*/ 1169145 h 1425759"/>
              <a:gd name="connsiteX120" fmla="*/ 2485658 w 4381247"/>
              <a:gd name="connsiteY120" fmla="*/ 1063066 h 1425759"/>
              <a:gd name="connsiteX121" fmla="*/ 2553495 w 4381247"/>
              <a:gd name="connsiteY121" fmla="*/ 1018184 h 1425759"/>
              <a:gd name="connsiteX122" fmla="*/ 2628771 w 4381247"/>
              <a:gd name="connsiteY122" fmla="*/ 821140 h 1425759"/>
              <a:gd name="connsiteX123" fmla="*/ 2704133 w 4381247"/>
              <a:gd name="connsiteY123" fmla="*/ 789003 h 1425759"/>
              <a:gd name="connsiteX124" fmla="*/ 2723421 w 4381247"/>
              <a:gd name="connsiteY124" fmla="*/ 900178 h 1425759"/>
              <a:gd name="connsiteX125" fmla="*/ 2544637 w 4381247"/>
              <a:gd name="connsiteY125" fmla="*/ 1223562 h 1425759"/>
              <a:gd name="connsiteX126" fmla="*/ 2326914 w 4381247"/>
              <a:gd name="connsiteY126" fmla="*/ 1287570 h 1425759"/>
              <a:gd name="connsiteX127" fmla="*/ 2286833 w 4381247"/>
              <a:gd name="connsiteY127" fmla="*/ 997552 h 1425759"/>
              <a:gd name="connsiteX128" fmla="*/ 2643144 w 4381247"/>
              <a:gd name="connsiteY128" fmla="*/ 341556 h 1425759"/>
              <a:gd name="connsiteX129" fmla="*/ 2956488 w 4381247"/>
              <a:gd name="connsiteY129" fmla="*/ 88077 h 1425759"/>
              <a:gd name="connsiteX130" fmla="*/ 2986025 w 4381247"/>
              <a:gd name="connsiteY130" fmla="*/ 89344 h 1425759"/>
              <a:gd name="connsiteX131" fmla="*/ 2983110 w 4381247"/>
              <a:gd name="connsiteY131" fmla="*/ 98573 h 1425759"/>
              <a:gd name="connsiteX132" fmla="*/ 2791344 w 4381247"/>
              <a:gd name="connsiteY132" fmla="*/ 310838 h 1425759"/>
              <a:gd name="connsiteX133" fmla="*/ 2758140 w 4381247"/>
              <a:gd name="connsiteY133" fmla="*/ 567032 h 1425759"/>
              <a:gd name="connsiteX134" fmla="*/ 2841312 w 4381247"/>
              <a:gd name="connsiteY134" fmla="*/ 596236 h 1425759"/>
              <a:gd name="connsiteX135" fmla="*/ 3009647 w 4381247"/>
              <a:gd name="connsiteY135" fmla="*/ 446398 h 1425759"/>
              <a:gd name="connsiteX136" fmla="*/ 3102078 w 4381247"/>
              <a:gd name="connsiteY136" fmla="*/ 144131 h 1425759"/>
              <a:gd name="connsiteX137" fmla="*/ 3110317 w 4381247"/>
              <a:gd name="connsiteY137" fmla="*/ 111165 h 1425759"/>
              <a:gd name="connsiteX138" fmla="*/ 3403382 w 4381247"/>
              <a:gd name="connsiteY138" fmla="*/ 190871 h 1425759"/>
              <a:gd name="connsiteX139" fmla="*/ 3585214 w 4381247"/>
              <a:gd name="connsiteY139" fmla="*/ 315896 h 1425759"/>
              <a:gd name="connsiteX140" fmla="*/ 3599654 w 4381247"/>
              <a:gd name="connsiteY140" fmla="*/ 315943 h 1425759"/>
              <a:gd name="connsiteX141" fmla="*/ 3707725 w 4381247"/>
              <a:gd name="connsiteY141" fmla="*/ 181507 h 1425759"/>
              <a:gd name="connsiteX142" fmla="*/ 3707820 w 4381247"/>
              <a:gd name="connsiteY142" fmla="*/ 162410 h 1425759"/>
              <a:gd name="connsiteX143" fmla="*/ 3499366 w 4381247"/>
              <a:gd name="connsiteY143" fmla="*/ 39614 h 1425759"/>
              <a:gd name="connsiteX144" fmla="*/ 3081065 w 4381247"/>
              <a:gd name="connsiteY144" fmla="*/ 44538 h 1425759"/>
              <a:gd name="connsiteX145" fmla="*/ 3056243 w 4381247"/>
              <a:gd name="connsiteY145" fmla="*/ 36356 h 1425759"/>
              <a:gd name="connsiteX146" fmla="*/ 2920931 w 4381247"/>
              <a:gd name="connsiteY146" fmla="*/ 6952 h 1425759"/>
              <a:gd name="connsiteX147" fmla="*/ 2475590 w 4381247"/>
              <a:gd name="connsiteY147" fmla="*/ 276196 h 1425759"/>
              <a:gd name="connsiteX148" fmla="*/ 2165647 w 4381247"/>
              <a:gd name="connsiteY148" fmla="*/ 737968 h 1425759"/>
              <a:gd name="connsiteX149" fmla="*/ 2122451 w 4381247"/>
              <a:gd name="connsiteY149" fmla="*/ 840247 h 1425759"/>
              <a:gd name="connsiteX150" fmla="*/ 2097181 w 4381247"/>
              <a:gd name="connsiteY150" fmla="*/ 1290865 h 1425759"/>
              <a:gd name="connsiteX151" fmla="*/ 2263392 w 4381247"/>
              <a:gd name="connsiteY151" fmla="*/ 1408871 h 1425759"/>
              <a:gd name="connsiteX152" fmla="*/ 2684368 w 4381247"/>
              <a:gd name="connsiteY152" fmla="*/ 1136084 h 1425759"/>
              <a:gd name="connsiteX153" fmla="*/ 2779876 w 4381247"/>
              <a:gd name="connsiteY153" fmla="*/ 796784 h 1425759"/>
              <a:gd name="connsiteX154" fmla="*/ 3038460 w 4381247"/>
              <a:gd name="connsiteY154" fmla="*/ 142741 h 1425759"/>
              <a:gd name="connsiteX155" fmla="*/ 3042356 w 4381247"/>
              <a:gd name="connsiteY155" fmla="*/ 197148 h 1425759"/>
              <a:gd name="connsiteX156" fmla="*/ 2894871 w 4381247"/>
              <a:gd name="connsiteY156" fmla="*/ 505024 h 1425759"/>
              <a:gd name="connsiteX157" fmla="*/ 2815547 w 4381247"/>
              <a:gd name="connsiteY157" fmla="*/ 537162 h 1425759"/>
              <a:gd name="connsiteX158" fmla="*/ 2791363 w 4381247"/>
              <a:gd name="connsiteY158" fmla="*/ 498852 h 1425759"/>
              <a:gd name="connsiteX159" fmla="*/ 2870677 w 4381247"/>
              <a:gd name="connsiteY159" fmla="*/ 296065 h 1425759"/>
              <a:gd name="connsiteX160" fmla="*/ 3018220 w 4381247"/>
              <a:gd name="connsiteY160" fmla="*/ 148446 h 1425759"/>
              <a:gd name="connsiteX161" fmla="*/ 3038460 w 4381247"/>
              <a:gd name="connsiteY161" fmla="*/ 142741 h 1425759"/>
              <a:gd name="connsiteX162" fmla="*/ 4084963 w 4381247"/>
              <a:gd name="connsiteY162" fmla="*/ 700039 h 1425759"/>
              <a:gd name="connsiteX163" fmla="*/ 4060588 w 4381247"/>
              <a:gd name="connsiteY163" fmla="*/ 721966 h 1425759"/>
              <a:gd name="connsiteX164" fmla="*/ 4026431 w 4381247"/>
              <a:gd name="connsiteY164" fmla="*/ 709678 h 1425759"/>
              <a:gd name="connsiteX165" fmla="*/ 3842285 w 4381247"/>
              <a:gd name="connsiteY165" fmla="*/ 754131 h 1425759"/>
              <a:gd name="connsiteX166" fmla="*/ 3503414 w 4381247"/>
              <a:gd name="connsiteY166" fmla="*/ 1213560 h 1425759"/>
              <a:gd name="connsiteX167" fmla="*/ 3441396 w 4381247"/>
              <a:gd name="connsiteY167" fmla="*/ 1242297 h 1425759"/>
              <a:gd name="connsiteX168" fmla="*/ 3427623 w 4381247"/>
              <a:gd name="connsiteY168" fmla="*/ 1215018 h 1425759"/>
              <a:gd name="connsiteX169" fmla="*/ 3466476 w 4381247"/>
              <a:gd name="connsiteY169" fmla="*/ 1029452 h 1425759"/>
              <a:gd name="connsiteX170" fmla="*/ 3496775 w 4381247"/>
              <a:gd name="connsiteY170" fmla="*/ 963615 h 1425759"/>
              <a:gd name="connsiteX171" fmla="*/ 3590777 w 4381247"/>
              <a:gd name="connsiteY171" fmla="*/ 886367 h 1425759"/>
              <a:gd name="connsiteX172" fmla="*/ 3921894 w 4381247"/>
              <a:gd name="connsiteY172" fmla="*/ 502786 h 1425759"/>
              <a:gd name="connsiteX173" fmla="*/ 3944574 w 4381247"/>
              <a:gd name="connsiteY173" fmla="*/ 459457 h 1425759"/>
              <a:gd name="connsiteX174" fmla="*/ 3940526 w 4381247"/>
              <a:gd name="connsiteY174" fmla="*/ 458314 h 1425759"/>
              <a:gd name="connsiteX175" fmla="*/ 3880870 w 4381247"/>
              <a:gd name="connsiteY175" fmla="*/ 468524 h 1425759"/>
              <a:gd name="connsiteX176" fmla="*/ 3592749 w 4381247"/>
              <a:gd name="connsiteY176" fmla="*/ 806567 h 1425759"/>
              <a:gd name="connsiteX177" fmla="*/ 3546371 w 4381247"/>
              <a:gd name="connsiteY177" fmla="*/ 837627 h 1425759"/>
              <a:gd name="connsiteX178" fmla="*/ 3542981 w 4381247"/>
              <a:gd name="connsiteY178" fmla="*/ 829522 h 1425759"/>
              <a:gd name="connsiteX179" fmla="*/ 3622819 w 4381247"/>
              <a:gd name="connsiteY179" fmla="*/ 654471 h 1425759"/>
              <a:gd name="connsiteX180" fmla="*/ 3928210 w 4381247"/>
              <a:gd name="connsiteY180" fmla="*/ 175335 h 1425759"/>
              <a:gd name="connsiteX181" fmla="*/ 4043148 w 4381247"/>
              <a:gd name="connsiteY181" fmla="*/ 75056 h 1425759"/>
              <a:gd name="connsiteX182" fmla="*/ 4070284 w 4381247"/>
              <a:gd name="connsiteY182" fmla="*/ 79171 h 1425759"/>
              <a:gd name="connsiteX183" fmla="*/ 4071932 w 4381247"/>
              <a:gd name="connsiteY183" fmla="*/ 109851 h 1425759"/>
              <a:gd name="connsiteX184" fmla="*/ 4056083 w 4381247"/>
              <a:gd name="connsiteY184" fmla="*/ 169382 h 1425759"/>
              <a:gd name="connsiteX185" fmla="*/ 4059559 w 4381247"/>
              <a:gd name="connsiteY185" fmla="*/ 170582 h 1425759"/>
              <a:gd name="connsiteX186" fmla="*/ 4122796 w 4381247"/>
              <a:gd name="connsiteY186" fmla="*/ 127396 h 1425759"/>
              <a:gd name="connsiteX187" fmla="*/ 4107546 w 4381247"/>
              <a:gd name="connsiteY187" fmla="*/ 16258 h 1425759"/>
              <a:gd name="connsiteX188" fmla="*/ 4001086 w 4381247"/>
              <a:gd name="connsiteY188" fmla="*/ 17039 h 1425759"/>
              <a:gd name="connsiteX189" fmla="*/ 3666205 w 4381247"/>
              <a:gd name="connsiteY189" fmla="*/ 313295 h 1425759"/>
              <a:gd name="connsiteX190" fmla="*/ 3323172 w 4381247"/>
              <a:gd name="connsiteY190" fmla="*/ 960700 h 1425759"/>
              <a:gd name="connsiteX191" fmla="*/ 3314476 w 4381247"/>
              <a:gd name="connsiteY191" fmla="*/ 971606 h 1425759"/>
              <a:gd name="connsiteX192" fmla="*/ 3244429 w 4381247"/>
              <a:gd name="connsiteY192" fmla="*/ 981817 h 1425759"/>
              <a:gd name="connsiteX193" fmla="*/ 3236942 w 4381247"/>
              <a:gd name="connsiteY193" fmla="*/ 969073 h 1425759"/>
              <a:gd name="connsiteX194" fmla="*/ 3247067 w 4381247"/>
              <a:gd name="connsiteY194" fmla="*/ 735901 h 1425759"/>
              <a:gd name="connsiteX195" fmla="*/ 3176592 w 4381247"/>
              <a:gd name="connsiteY195" fmla="*/ 699810 h 1425759"/>
              <a:gd name="connsiteX196" fmla="*/ 2908606 w 4381247"/>
              <a:gd name="connsiteY196" fmla="*/ 891558 h 1425759"/>
              <a:gd name="connsiteX197" fmla="*/ 2757502 w 4381247"/>
              <a:gd name="connsiteY197" fmla="*/ 1263071 h 1425759"/>
              <a:gd name="connsiteX198" fmla="*/ 2825815 w 4381247"/>
              <a:gd name="connsiteY198" fmla="*/ 1401012 h 1425759"/>
              <a:gd name="connsiteX199" fmla="*/ 2997246 w 4381247"/>
              <a:gd name="connsiteY199" fmla="*/ 1343186 h 1425759"/>
              <a:gd name="connsiteX200" fmla="*/ 3197899 w 4381247"/>
              <a:gd name="connsiteY200" fmla="*/ 1055160 h 1425759"/>
              <a:gd name="connsiteX201" fmla="*/ 3209529 w 4381247"/>
              <a:gd name="connsiteY201" fmla="*/ 1041853 h 1425759"/>
              <a:gd name="connsiteX202" fmla="*/ 3280700 w 4381247"/>
              <a:gd name="connsiteY202" fmla="*/ 1040977 h 1425759"/>
              <a:gd name="connsiteX203" fmla="*/ 3291063 w 4381247"/>
              <a:gd name="connsiteY203" fmla="*/ 1051969 h 1425759"/>
              <a:gd name="connsiteX204" fmla="*/ 3268051 w 4381247"/>
              <a:gd name="connsiteY204" fmla="*/ 1340662 h 1425759"/>
              <a:gd name="connsiteX205" fmla="*/ 3338441 w 4381247"/>
              <a:gd name="connsiteY205" fmla="*/ 1403375 h 1425759"/>
              <a:gd name="connsiteX206" fmla="*/ 3537970 w 4381247"/>
              <a:gd name="connsiteY206" fmla="*/ 1274463 h 1425759"/>
              <a:gd name="connsiteX207" fmla="*/ 3543742 w 4381247"/>
              <a:gd name="connsiteY207" fmla="*/ 1272149 h 1425759"/>
              <a:gd name="connsiteX208" fmla="*/ 3547734 w 4381247"/>
              <a:gd name="connsiteY208" fmla="*/ 1279131 h 1425759"/>
              <a:gd name="connsiteX209" fmla="*/ 3601131 w 4381247"/>
              <a:gd name="connsiteY209" fmla="*/ 1396755 h 1425759"/>
              <a:gd name="connsiteX210" fmla="*/ 3780763 w 4381247"/>
              <a:gd name="connsiteY210" fmla="*/ 1318688 h 1425759"/>
              <a:gd name="connsiteX211" fmla="*/ 3791764 w 4381247"/>
              <a:gd name="connsiteY211" fmla="*/ 1319859 h 1425759"/>
              <a:gd name="connsiteX212" fmla="*/ 3826206 w 4381247"/>
              <a:gd name="connsiteY212" fmla="*/ 1393497 h 1425759"/>
              <a:gd name="connsiteX213" fmla="*/ 3926971 w 4381247"/>
              <a:gd name="connsiteY213" fmla="*/ 1383429 h 1425759"/>
              <a:gd name="connsiteX214" fmla="*/ 4188356 w 4381247"/>
              <a:gd name="connsiteY214" fmla="*/ 1070133 h 1425759"/>
              <a:gd name="connsiteX215" fmla="*/ 4192500 w 4381247"/>
              <a:gd name="connsiteY215" fmla="*/ 1044111 h 1425759"/>
              <a:gd name="connsiteX216" fmla="*/ 4150256 w 4381247"/>
              <a:gd name="connsiteY216" fmla="*/ 1045711 h 1425759"/>
              <a:gd name="connsiteX217" fmla="*/ 4084534 w 4381247"/>
              <a:gd name="connsiteY217" fmla="*/ 1148476 h 1425759"/>
              <a:gd name="connsiteX218" fmla="*/ 3997447 w 4381247"/>
              <a:gd name="connsiteY218" fmla="*/ 1236116 h 1425759"/>
              <a:gd name="connsiteX219" fmla="*/ 3977778 w 4381247"/>
              <a:gd name="connsiteY219" fmla="*/ 1228496 h 1425759"/>
              <a:gd name="connsiteX220" fmla="*/ 3997066 w 4381247"/>
              <a:gd name="connsiteY220" fmla="*/ 1171327 h 1425759"/>
              <a:gd name="connsiteX221" fmla="*/ 4191700 w 4381247"/>
              <a:gd name="connsiteY221" fmla="*/ 778553 h 1425759"/>
              <a:gd name="connsiteX222" fmla="*/ 4223180 w 4381247"/>
              <a:gd name="connsiteY222" fmla="*/ 715031 h 1425759"/>
              <a:gd name="connsiteX223" fmla="*/ 4223180 w 4381247"/>
              <a:gd name="connsiteY223" fmla="*/ 701725 h 1425759"/>
              <a:gd name="connsiteX224" fmla="*/ 4084963 w 4381247"/>
              <a:gd name="connsiteY224" fmla="*/ 700039 h 1425759"/>
              <a:gd name="connsiteX225" fmla="*/ 3140083 w 4381247"/>
              <a:gd name="connsiteY225" fmla="*/ 1050292 h 1425759"/>
              <a:gd name="connsiteX226" fmla="*/ 2997617 w 4381247"/>
              <a:gd name="connsiteY226" fmla="*/ 1245374 h 1425759"/>
              <a:gd name="connsiteX227" fmla="*/ 2958279 w 4381247"/>
              <a:gd name="connsiteY227" fmla="*/ 1252175 h 1425759"/>
              <a:gd name="connsiteX228" fmla="*/ 2927132 w 4381247"/>
              <a:gd name="connsiteY228" fmla="*/ 1205797 h 1425759"/>
              <a:gd name="connsiteX229" fmla="*/ 2968766 w 4381247"/>
              <a:gd name="connsiteY229" fmla="*/ 1057217 h 1425759"/>
              <a:gd name="connsiteX230" fmla="*/ 3027583 w 4381247"/>
              <a:gd name="connsiteY230" fmla="*/ 949813 h 1425759"/>
              <a:gd name="connsiteX231" fmla="*/ 3041461 w 4381247"/>
              <a:gd name="connsiteY231" fmla="*/ 951594 h 1425759"/>
              <a:gd name="connsiteX232" fmla="*/ 3137244 w 4381247"/>
              <a:gd name="connsiteY232" fmla="*/ 1027108 h 1425759"/>
              <a:gd name="connsiteX233" fmla="*/ 3140083 w 4381247"/>
              <a:gd name="connsiteY233" fmla="*/ 1050292 h 1425759"/>
              <a:gd name="connsiteX234" fmla="*/ 3180250 w 4381247"/>
              <a:gd name="connsiteY234" fmla="*/ 958424 h 1425759"/>
              <a:gd name="connsiteX235" fmla="*/ 3157713 w 4381247"/>
              <a:gd name="connsiteY235" fmla="*/ 961262 h 1425759"/>
              <a:gd name="connsiteX236" fmla="*/ 3094896 w 4381247"/>
              <a:gd name="connsiteY236" fmla="*/ 881176 h 1425759"/>
              <a:gd name="connsiteX237" fmla="*/ 3144435 w 4381247"/>
              <a:gd name="connsiteY237" fmla="*/ 787079 h 1425759"/>
              <a:gd name="connsiteX238" fmla="*/ 3181469 w 4381247"/>
              <a:gd name="connsiteY238" fmla="*/ 781382 h 1425759"/>
              <a:gd name="connsiteX239" fmla="*/ 3208567 w 4381247"/>
              <a:gd name="connsiteY239" fmla="*/ 809843 h 1425759"/>
              <a:gd name="connsiteX240" fmla="*/ 3180250 w 4381247"/>
              <a:gd name="connsiteY240" fmla="*/ 958424 h 1425759"/>
              <a:gd name="connsiteX241" fmla="*/ 4012791 w 4381247"/>
              <a:gd name="connsiteY241" fmla="*/ 818406 h 1425759"/>
              <a:gd name="connsiteX242" fmla="*/ 3843799 w 4381247"/>
              <a:gd name="connsiteY242" fmla="*/ 1160916 h 1425759"/>
              <a:gd name="connsiteX243" fmla="*/ 3766551 w 4381247"/>
              <a:gd name="connsiteY243" fmla="*/ 1245136 h 1425759"/>
              <a:gd name="connsiteX244" fmla="*/ 3739967 w 4381247"/>
              <a:gd name="connsiteY244" fmla="*/ 1240440 h 1425759"/>
              <a:gd name="connsiteX245" fmla="*/ 3732623 w 4381247"/>
              <a:gd name="connsiteY245" fmla="*/ 1190081 h 1425759"/>
              <a:gd name="connsiteX246" fmla="*/ 3748997 w 4381247"/>
              <a:gd name="connsiteY246" fmla="*/ 1133398 h 1425759"/>
              <a:gd name="connsiteX247" fmla="*/ 3936382 w 4381247"/>
              <a:gd name="connsiteY247" fmla="*/ 819340 h 1425759"/>
              <a:gd name="connsiteX248" fmla="*/ 4007705 w 4381247"/>
              <a:gd name="connsiteY248" fmla="*/ 786593 h 1425759"/>
              <a:gd name="connsiteX249" fmla="*/ 4012791 w 4381247"/>
              <a:gd name="connsiteY249" fmla="*/ 818406 h 1425759"/>
              <a:gd name="connsiteX250" fmla="*/ 3938401 w 4381247"/>
              <a:gd name="connsiteY250" fmla="*/ 239591 h 1425759"/>
              <a:gd name="connsiteX251" fmla="*/ 3929133 w 4381247"/>
              <a:gd name="connsiteY251" fmla="*/ 247659 h 1425759"/>
              <a:gd name="connsiteX252" fmla="*/ 3867507 w 4381247"/>
              <a:gd name="connsiteY252" fmla="*/ 327278 h 1425759"/>
              <a:gd name="connsiteX253" fmla="*/ 3818091 w 4381247"/>
              <a:gd name="connsiteY253" fmla="*/ 401745 h 1425759"/>
              <a:gd name="connsiteX254" fmla="*/ 3818558 w 4381247"/>
              <a:gd name="connsiteY254" fmla="*/ 417947 h 1425759"/>
              <a:gd name="connsiteX255" fmla="*/ 3869478 w 4381247"/>
              <a:gd name="connsiteY255" fmla="*/ 418699 h 1425759"/>
              <a:gd name="connsiteX256" fmla="*/ 4367227 w 4381247"/>
              <a:gd name="connsiteY256" fmla="*/ 52453 h 1425759"/>
              <a:gd name="connsiteX257" fmla="*/ 4381247 w 4381247"/>
              <a:gd name="connsiteY257" fmla="*/ 5038 h 1425759"/>
              <a:gd name="connsiteX258" fmla="*/ 3938401 w 4381247"/>
              <a:gd name="connsiteY258" fmla="*/ 239591 h 142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Lst>
            <a:rect l="l" t="t" r="r" b="b"/>
            <a:pathLst>
              <a:path w="4381247" h="1425759">
                <a:moveTo>
                  <a:pt x="1642781" y="1199016"/>
                </a:moveTo>
                <a:cubicBezTo>
                  <a:pt x="1457310" y="1125492"/>
                  <a:pt x="1219442" y="1137941"/>
                  <a:pt x="1029466" y="1193415"/>
                </a:cubicBezTo>
                <a:lnTo>
                  <a:pt x="829051" y="1252870"/>
                </a:lnTo>
                <a:lnTo>
                  <a:pt x="724790" y="1284912"/>
                </a:lnTo>
                <a:cubicBezTo>
                  <a:pt x="611319" y="1315783"/>
                  <a:pt x="464824" y="1356321"/>
                  <a:pt x="351620" y="1296390"/>
                </a:cubicBezTo>
                <a:cubicBezTo>
                  <a:pt x="247092" y="1239849"/>
                  <a:pt x="209869" y="1124587"/>
                  <a:pt x="218955" y="1007153"/>
                </a:cubicBezTo>
                <a:cubicBezTo>
                  <a:pt x="237482" y="845238"/>
                  <a:pt x="301004" y="702001"/>
                  <a:pt x="375518" y="563384"/>
                </a:cubicBezTo>
                <a:cubicBezTo>
                  <a:pt x="466929" y="409222"/>
                  <a:pt x="575657" y="254526"/>
                  <a:pt x="725352" y="134121"/>
                </a:cubicBezTo>
                <a:cubicBezTo>
                  <a:pt x="764776" y="107089"/>
                  <a:pt x="803648" y="74828"/>
                  <a:pt x="855111" y="80790"/>
                </a:cubicBezTo>
                <a:cubicBezTo>
                  <a:pt x="866694" y="83133"/>
                  <a:pt x="874218" y="90696"/>
                  <a:pt x="880524" y="100545"/>
                </a:cubicBezTo>
                <a:cubicBezTo>
                  <a:pt x="882819" y="107489"/>
                  <a:pt x="886248" y="117328"/>
                  <a:pt x="878124" y="122519"/>
                </a:cubicBezTo>
                <a:cubicBezTo>
                  <a:pt x="830651" y="128739"/>
                  <a:pt x="789446" y="176012"/>
                  <a:pt x="778854" y="220512"/>
                </a:cubicBezTo>
                <a:cubicBezTo>
                  <a:pt x="775330" y="241925"/>
                  <a:pt x="774063" y="265623"/>
                  <a:pt x="790808" y="281891"/>
                </a:cubicBezTo>
                <a:cubicBezTo>
                  <a:pt x="798275" y="290026"/>
                  <a:pt x="808124" y="294122"/>
                  <a:pt x="819640" y="294150"/>
                </a:cubicBezTo>
                <a:cubicBezTo>
                  <a:pt x="883905" y="285121"/>
                  <a:pt x="922396" y="214093"/>
                  <a:pt x="934712" y="158009"/>
                </a:cubicBezTo>
                <a:cubicBezTo>
                  <a:pt x="944141" y="110584"/>
                  <a:pt x="938531" y="57921"/>
                  <a:pt x="896993" y="27117"/>
                </a:cubicBezTo>
                <a:cubicBezTo>
                  <a:pt x="850234" y="-8907"/>
                  <a:pt x="780168" y="5866"/>
                  <a:pt x="727486" y="19011"/>
                </a:cubicBezTo>
                <a:cubicBezTo>
                  <a:pt x="470854" y="103736"/>
                  <a:pt x="253579" y="357577"/>
                  <a:pt x="127830" y="590311"/>
                </a:cubicBezTo>
                <a:cubicBezTo>
                  <a:pt x="98150" y="646899"/>
                  <a:pt x="71327" y="704678"/>
                  <a:pt x="49687" y="764219"/>
                </a:cubicBezTo>
                <a:cubicBezTo>
                  <a:pt x="-16826" y="932916"/>
                  <a:pt x="-33305" y="1179918"/>
                  <a:pt x="106808" y="1319821"/>
                </a:cubicBezTo>
                <a:cubicBezTo>
                  <a:pt x="195533" y="1417310"/>
                  <a:pt x="332065" y="1421263"/>
                  <a:pt x="459414" y="1409604"/>
                </a:cubicBezTo>
                <a:cubicBezTo>
                  <a:pt x="710636" y="1378019"/>
                  <a:pt x="930359" y="1251508"/>
                  <a:pt x="1197544" y="1277292"/>
                </a:cubicBezTo>
                <a:cubicBezTo>
                  <a:pt x="1280250" y="1293761"/>
                  <a:pt x="1361060" y="1336290"/>
                  <a:pt x="1408857" y="1412880"/>
                </a:cubicBezTo>
                <a:lnTo>
                  <a:pt x="1416391" y="1414576"/>
                </a:lnTo>
                <a:cubicBezTo>
                  <a:pt x="1574001" y="1339395"/>
                  <a:pt x="1781017" y="1382315"/>
                  <a:pt x="1939923" y="1425692"/>
                </a:cubicBezTo>
                <a:cubicBezTo>
                  <a:pt x="1943419" y="1426292"/>
                  <a:pt x="1943419" y="1422796"/>
                  <a:pt x="1943466" y="1419938"/>
                </a:cubicBezTo>
                <a:cubicBezTo>
                  <a:pt x="1870333" y="1309763"/>
                  <a:pt x="1754843" y="1245679"/>
                  <a:pt x="1642781" y="1199016"/>
                </a:cubicBezTo>
                <a:close/>
                <a:moveTo>
                  <a:pt x="1908338" y="356367"/>
                </a:moveTo>
                <a:cubicBezTo>
                  <a:pt x="1889860" y="351672"/>
                  <a:pt x="1883411" y="371322"/>
                  <a:pt x="1874153" y="380551"/>
                </a:cubicBezTo>
                <a:cubicBezTo>
                  <a:pt x="1862570" y="385142"/>
                  <a:pt x="1855046" y="372950"/>
                  <a:pt x="1845806" y="369455"/>
                </a:cubicBezTo>
                <a:cubicBezTo>
                  <a:pt x="1788609" y="339184"/>
                  <a:pt x="1721410" y="364397"/>
                  <a:pt x="1673918" y="397211"/>
                </a:cubicBezTo>
                <a:cubicBezTo>
                  <a:pt x="1520728" y="508929"/>
                  <a:pt x="1459987" y="678836"/>
                  <a:pt x="1345534" y="816139"/>
                </a:cubicBezTo>
                <a:cubicBezTo>
                  <a:pt x="1295614" y="870346"/>
                  <a:pt x="1238131" y="922753"/>
                  <a:pt x="1172684" y="948565"/>
                </a:cubicBezTo>
                <a:cubicBezTo>
                  <a:pt x="1150091" y="954261"/>
                  <a:pt x="1128079" y="946641"/>
                  <a:pt x="1114858" y="928687"/>
                </a:cubicBezTo>
                <a:cubicBezTo>
                  <a:pt x="1097027" y="900312"/>
                  <a:pt x="1105885" y="860412"/>
                  <a:pt x="1112924" y="829779"/>
                </a:cubicBezTo>
                <a:cubicBezTo>
                  <a:pt x="1138613" y="744806"/>
                  <a:pt x="1177666" y="664530"/>
                  <a:pt x="1225938" y="588892"/>
                </a:cubicBezTo>
                <a:cubicBezTo>
                  <a:pt x="1264372" y="532332"/>
                  <a:pt x="1307425" y="464771"/>
                  <a:pt x="1373490" y="437244"/>
                </a:cubicBezTo>
                <a:cubicBezTo>
                  <a:pt x="1384434" y="437273"/>
                  <a:pt x="1394845" y="438473"/>
                  <a:pt x="1401808" y="448322"/>
                </a:cubicBezTo>
                <a:cubicBezTo>
                  <a:pt x="1410933" y="473249"/>
                  <a:pt x="1377443" y="465591"/>
                  <a:pt x="1366385" y="476563"/>
                </a:cubicBezTo>
                <a:cubicBezTo>
                  <a:pt x="1327561" y="501871"/>
                  <a:pt x="1299614" y="546363"/>
                  <a:pt x="1309311" y="594397"/>
                </a:cubicBezTo>
                <a:cubicBezTo>
                  <a:pt x="1313254" y="604827"/>
                  <a:pt x="1321931" y="615257"/>
                  <a:pt x="1332361" y="618772"/>
                </a:cubicBezTo>
                <a:cubicBezTo>
                  <a:pt x="1358345" y="626963"/>
                  <a:pt x="1380958" y="613742"/>
                  <a:pt x="1398970" y="596436"/>
                </a:cubicBezTo>
                <a:cubicBezTo>
                  <a:pt x="1446014" y="543953"/>
                  <a:pt x="1479808" y="468296"/>
                  <a:pt x="1445318" y="399887"/>
                </a:cubicBezTo>
                <a:cubicBezTo>
                  <a:pt x="1432098" y="376132"/>
                  <a:pt x="1407247" y="361559"/>
                  <a:pt x="1381863" y="357425"/>
                </a:cubicBezTo>
                <a:cubicBezTo>
                  <a:pt x="1245932" y="343052"/>
                  <a:pt x="1156406" y="465400"/>
                  <a:pt x="1072748" y="558840"/>
                </a:cubicBezTo>
                <a:cubicBezTo>
                  <a:pt x="1033857" y="595750"/>
                  <a:pt x="990376" y="621048"/>
                  <a:pt x="936617" y="622582"/>
                </a:cubicBezTo>
                <a:cubicBezTo>
                  <a:pt x="932568" y="621991"/>
                  <a:pt x="929082" y="617372"/>
                  <a:pt x="929082" y="613285"/>
                </a:cubicBezTo>
                <a:cubicBezTo>
                  <a:pt x="949590" y="542219"/>
                  <a:pt x="973116" y="438740"/>
                  <a:pt x="912518" y="378380"/>
                </a:cubicBezTo>
                <a:cubicBezTo>
                  <a:pt x="883724" y="353358"/>
                  <a:pt x="843214" y="349757"/>
                  <a:pt x="805534" y="358311"/>
                </a:cubicBezTo>
                <a:cubicBezTo>
                  <a:pt x="664821" y="402964"/>
                  <a:pt x="563046" y="551897"/>
                  <a:pt x="496666" y="673731"/>
                </a:cubicBezTo>
                <a:cubicBezTo>
                  <a:pt x="465186" y="738987"/>
                  <a:pt x="438954" y="806633"/>
                  <a:pt x="425410" y="879462"/>
                </a:cubicBezTo>
                <a:cubicBezTo>
                  <a:pt x="418209" y="943612"/>
                  <a:pt x="423200" y="1013097"/>
                  <a:pt x="479788" y="1052073"/>
                </a:cubicBezTo>
                <a:cubicBezTo>
                  <a:pt x="534033" y="1082887"/>
                  <a:pt x="602965" y="1060027"/>
                  <a:pt x="649343" y="1026623"/>
                </a:cubicBezTo>
                <a:cubicBezTo>
                  <a:pt x="761318" y="940812"/>
                  <a:pt x="828879" y="818359"/>
                  <a:pt x="891173" y="702887"/>
                </a:cubicBezTo>
                <a:lnTo>
                  <a:pt x="900479" y="692476"/>
                </a:lnTo>
                <a:cubicBezTo>
                  <a:pt x="927101" y="688514"/>
                  <a:pt x="953723" y="683980"/>
                  <a:pt x="981498" y="681770"/>
                </a:cubicBezTo>
                <a:cubicBezTo>
                  <a:pt x="987280" y="682942"/>
                  <a:pt x="987852" y="689333"/>
                  <a:pt x="986109" y="693934"/>
                </a:cubicBezTo>
                <a:cubicBezTo>
                  <a:pt x="945837" y="791574"/>
                  <a:pt x="885239" y="923314"/>
                  <a:pt x="961829" y="1023641"/>
                </a:cubicBezTo>
                <a:cubicBezTo>
                  <a:pt x="993547" y="1057284"/>
                  <a:pt x="1034572" y="1071323"/>
                  <a:pt x="1081978" y="1065713"/>
                </a:cubicBezTo>
                <a:cubicBezTo>
                  <a:pt x="1184457" y="1046378"/>
                  <a:pt x="1268010" y="977855"/>
                  <a:pt x="1345268" y="901750"/>
                </a:cubicBezTo>
                <a:cubicBezTo>
                  <a:pt x="1347573" y="899997"/>
                  <a:pt x="1353354" y="898283"/>
                  <a:pt x="1355040" y="902893"/>
                </a:cubicBezTo>
                <a:cubicBezTo>
                  <a:pt x="1356098" y="942260"/>
                  <a:pt x="1347239" y="987951"/>
                  <a:pt x="1365680" y="1023308"/>
                </a:cubicBezTo>
                <a:cubicBezTo>
                  <a:pt x="1375462" y="1044149"/>
                  <a:pt x="1396217" y="1061017"/>
                  <a:pt x="1418191" y="1065713"/>
                </a:cubicBezTo>
                <a:cubicBezTo>
                  <a:pt x="1489324" y="1074657"/>
                  <a:pt x="1541549" y="1029118"/>
                  <a:pt x="1592022" y="983551"/>
                </a:cubicBezTo>
                <a:cubicBezTo>
                  <a:pt x="1595518" y="982436"/>
                  <a:pt x="1599557" y="983036"/>
                  <a:pt x="1601871" y="985961"/>
                </a:cubicBezTo>
                <a:cubicBezTo>
                  <a:pt x="1608167" y="1010802"/>
                  <a:pt x="1609196" y="1038605"/>
                  <a:pt x="1632256" y="1056074"/>
                </a:cubicBezTo>
                <a:cubicBezTo>
                  <a:pt x="1647305" y="1070562"/>
                  <a:pt x="1671575" y="1068904"/>
                  <a:pt x="1691244" y="1066647"/>
                </a:cubicBezTo>
                <a:cubicBezTo>
                  <a:pt x="1809983" y="1036948"/>
                  <a:pt x="1894260" y="921562"/>
                  <a:pt x="1958840" y="822226"/>
                </a:cubicBezTo>
                <a:cubicBezTo>
                  <a:pt x="1979785" y="784126"/>
                  <a:pt x="2003626" y="747197"/>
                  <a:pt x="2018838" y="706754"/>
                </a:cubicBezTo>
                <a:cubicBezTo>
                  <a:pt x="2009008" y="697477"/>
                  <a:pt x="1992244" y="703192"/>
                  <a:pt x="1978899" y="701420"/>
                </a:cubicBezTo>
                <a:cubicBezTo>
                  <a:pt x="1966193" y="699639"/>
                  <a:pt x="1958659" y="711145"/>
                  <a:pt x="1952277" y="720394"/>
                </a:cubicBezTo>
                <a:cubicBezTo>
                  <a:pt x="1937123" y="752169"/>
                  <a:pt x="1918482" y="782192"/>
                  <a:pt x="1897546" y="811053"/>
                </a:cubicBezTo>
                <a:cubicBezTo>
                  <a:pt x="1873696" y="841619"/>
                  <a:pt x="1846978" y="877976"/>
                  <a:pt x="1812736" y="897549"/>
                </a:cubicBezTo>
                <a:cubicBezTo>
                  <a:pt x="1806411" y="899807"/>
                  <a:pt x="1797715" y="900416"/>
                  <a:pt x="1793724" y="893454"/>
                </a:cubicBezTo>
                <a:cubicBezTo>
                  <a:pt x="1792581" y="887643"/>
                  <a:pt x="1793152" y="880652"/>
                  <a:pt x="1795505" y="875499"/>
                </a:cubicBezTo>
                <a:lnTo>
                  <a:pt x="2033182" y="392639"/>
                </a:lnTo>
                <a:lnTo>
                  <a:pt x="2045469" y="363187"/>
                </a:lnTo>
                <a:lnTo>
                  <a:pt x="2042612" y="359130"/>
                </a:lnTo>
                <a:cubicBezTo>
                  <a:pt x="1999197" y="354967"/>
                  <a:pt x="1950553" y="357101"/>
                  <a:pt x="1908338" y="356367"/>
                </a:cubicBezTo>
                <a:close/>
                <a:moveTo>
                  <a:pt x="824050" y="703220"/>
                </a:moveTo>
                <a:cubicBezTo>
                  <a:pt x="787931" y="773705"/>
                  <a:pt x="743707" y="847019"/>
                  <a:pt x="679899" y="900597"/>
                </a:cubicBezTo>
                <a:cubicBezTo>
                  <a:pt x="666554" y="909208"/>
                  <a:pt x="652057" y="918428"/>
                  <a:pt x="634684" y="913732"/>
                </a:cubicBezTo>
                <a:cubicBezTo>
                  <a:pt x="618510" y="909694"/>
                  <a:pt x="609900" y="892835"/>
                  <a:pt x="606461" y="878338"/>
                </a:cubicBezTo>
                <a:cubicBezTo>
                  <a:pt x="607928" y="800242"/>
                  <a:pt x="641103" y="733824"/>
                  <a:pt x="673688" y="668016"/>
                </a:cubicBezTo>
                <a:lnTo>
                  <a:pt x="705159" y="615466"/>
                </a:lnTo>
                <a:cubicBezTo>
                  <a:pt x="709207" y="611399"/>
                  <a:pt x="711512" y="605646"/>
                  <a:pt x="717361" y="604522"/>
                </a:cubicBezTo>
                <a:lnTo>
                  <a:pt x="723704" y="605694"/>
                </a:lnTo>
                <a:cubicBezTo>
                  <a:pt x="753117" y="638784"/>
                  <a:pt x="790046" y="664958"/>
                  <a:pt x="828203" y="680113"/>
                </a:cubicBezTo>
                <a:cubicBezTo>
                  <a:pt x="832204" y="687657"/>
                  <a:pt x="826974" y="696315"/>
                  <a:pt x="824050" y="703220"/>
                </a:cubicBezTo>
                <a:close/>
                <a:moveTo>
                  <a:pt x="888839" y="539124"/>
                </a:moveTo>
                <a:cubicBezTo>
                  <a:pt x="882962" y="563431"/>
                  <a:pt x="875923" y="587701"/>
                  <a:pt x="864341" y="609656"/>
                </a:cubicBezTo>
                <a:cubicBezTo>
                  <a:pt x="857892" y="618905"/>
                  <a:pt x="845758" y="613057"/>
                  <a:pt x="838271" y="610704"/>
                </a:cubicBezTo>
                <a:cubicBezTo>
                  <a:pt x="807610" y="599036"/>
                  <a:pt x="775320" y="568832"/>
                  <a:pt x="773158" y="534113"/>
                </a:cubicBezTo>
                <a:cubicBezTo>
                  <a:pt x="772129" y="494747"/>
                  <a:pt x="797104" y="459571"/>
                  <a:pt x="831889" y="442321"/>
                </a:cubicBezTo>
                <a:cubicBezTo>
                  <a:pt x="842881" y="437139"/>
                  <a:pt x="858512" y="437787"/>
                  <a:pt x="868903" y="443588"/>
                </a:cubicBezTo>
                <a:cubicBezTo>
                  <a:pt x="899536" y="464562"/>
                  <a:pt x="894726" y="507339"/>
                  <a:pt x="888839" y="539124"/>
                </a:cubicBezTo>
                <a:close/>
                <a:moveTo>
                  <a:pt x="1807049" y="531904"/>
                </a:moveTo>
                <a:cubicBezTo>
                  <a:pt x="1754595" y="647461"/>
                  <a:pt x="1696359" y="761209"/>
                  <a:pt x="1620188" y="866831"/>
                </a:cubicBezTo>
                <a:cubicBezTo>
                  <a:pt x="1603347" y="885291"/>
                  <a:pt x="1585945" y="908941"/>
                  <a:pt x="1559866" y="908284"/>
                </a:cubicBezTo>
                <a:cubicBezTo>
                  <a:pt x="1553484" y="906531"/>
                  <a:pt x="1546607" y="901864"/>
                  <a:pt x="1543740" y="895482"/>
                </a:cubicBezTo>
                <a:cubicBezTo>
                  <a:pt x="1534568" y="863679"/>
                  <a:pt x="1547969" y="832446"/>
                  <a:pt x="1556770" y="803557"/>
                </a:cubicBezTo>
                <a:lnTo>
                  <a:pt x="1577192" y="752122"/>
                </a:lnTo>
                <a:cubicBezTo>
                  <a:pt x="1628484" y="644708"/>
                  <a:pt x="1683843" y="531494"/>
                  <a:pt x="1786523" y="452570"/>
                </a:cubicBezTo>
                <a:cubicBezTo>
                  <a:pt x="1795772" y="447988"/>
                  <a:pt x="1806792" y="439921"/>
                  <a:pt x="1818355" y="445160"/>
                </a:cubicBezTo>
                <a:cubicBezTo>
                  <a:pt x="1822965" y="448084"/>
                  <a:pt x="1828804" y="452141"/>
                  <a:pt x="1829319" y="457932"/>
                </a:cubicBezTo>
                <a:cubicBezTo>
                  <a:pt x="1829795" y="485146"/>
                  <a:pt x="1815812" y="507644"/>
                  <a:pt x="1807049" y="531904"/>
                </a:cubicBezTo>
                <a:close/>
                <a:moveTo>
                  <a:pt x="2190107" y="523407"/>
                </a:moveTo>
                <a:cubicBezTo>
                  <a:pt x="2203423" y="521702"/>
                  <a:pt x="2215605" y="510739"/>
                  <a:pt x="2221453" y="499204"/>
                </a:cubicBezTo>
                <a:cubicBezTo>
                  <a:pt x="2245352" y="455294"/>
                  <a:pt x="2266326" y="410260"/>
                  <a:pt x="2285519" y="364635"/>
                </a:cubicBezTo>
                <a:lnTo>
                  <a:pt x="2280918" y="359968"/>
                </a:lnTo>
                <a:lnTo>
                  <a:pt x="2166989" y="358415"/>
                </a:lnTo>
                <a:cubicBezTo>
                  <a:pt x="2151349" y="360092"/>
                  <a:pt x="2133395" y="359482"/>
                  <a:pt x="2121803" y="372160"/>
                </a:cubicBezTo>
                <a:cubicBezTo>
                  <a:pt x="2093294" y="414842"/>
                  <a:pt x="2074064" y="461657"/>
                  <a:pt x="2051327" y="506701"/>
                </a:cubicBezTo>
                <a:cubicBezTo>
                  <a:pt x="2050146" y="511930"/>
                  <a:pt x="2046051" y="518273"/>
                  <a:pt x="2050661" y="522912"/>
                </a:cubicBezTo>
                <a:cubicBezTo>
                  <a:pt x="2094657" y="527103"/>
                  <a:pt x="2143806" y="524379"/>
                  <a:pt x="2190107" y="523407"/>
                </a:cubicBezTo>
                <a:close/>
                <a:moveTo>
                  <a:pt x="2779876" y="796784"/>
                </a:moveTo>
                <a:cubicBezTo>
                  <a:pt x="2772484" y="759132"/>
                  <a:pt x="2746052" y="716822"/>
                  <a:pt x="2706104" y="706278"/>
                </a:cubicBezTo>
                <a:cubicBezTo>
                  <a:pt x="2614798" y="684551"/>
                  <a:pt x="2539379" y="742721"/>
                  <a:pt x="2480752" y="810796"/>
                </a:cubicBezTo>
                <a:cubicBezTo>
                  <a:pt x="2406886" y="914104"/>
                  <a:pt x="2359042" y="1029090"/>
                  <a:pt x="2363805" y="1163373"/>
                </a:cubicBezTo>
                <a:cubicBezTo>
                  <a:pt x="2364938" y="1165621"/>
                  <a:pt x="2365500" y="1170298"/>
                  <a:pt x="2369548" y="1169145"/>
                </a:cubicBezTo>
                <a:cubicBezTo>
                  <a:pt x="2402666" y="1130474"/>
                  <a:pt x="2443881" y="1091859"/>
                  <a:pt x="2485658" y="1063066"/>
                </a:cubicBezTo>
                <a:cubicBezTo>
                  <a:pt x="2507670" y="1046349"/>
                  <a:pt x="2532616" y="1035481"/>
                  <a:pt x="2553495" y="1018184"/>
                </a:cubicBezTo>
                <a:cubicBezTo>
                  <a:pt x="2561868" y="945298"/>
                  <a:pt x="2581717" y="877680"/>
                  <a:pt x="2628771" y="821140"/>
                </a:cubicBezTo>
                <a:cubicBezTo>
                  <a:pt x="2649135" y="800328"/>
                  <a:pt x="2674119" y="775601"/>
                  <a:pt x="2704133" y="789003"/>
                </a:cubicBezTo>
                <a:cubicBezTo>
                  <a:pt x="2737585" y="813977"/>
                  <a:pt x="2727564" y="863707"/>
                  <a:pt x="2723421" y="900178"/>
                </a:cubicBezTo>
                <a:cubicBezTo>
                  <a:pt x="2698103" y="1022136"/>
                  <a:pt x="2636391" y="1130140"/>
                  <a:pt x="2544637" y="1223562"/>
                </a:cubicBezTo>
                <a:cubicBezTo>
                  <a:pt x="2484324" y="1275425"/>
                  <a:pt x="2407162" y="1330699"/>
                  <a:pt x="2326914" y="1287570"/>
                </a:cubicBezTo>
                <a:cubicBezTo>
                  <a:pt x="2235731" y="1224800"/>
                  <a:pt x="2265097" y="1087192"/>
                  <a:pt x="2286833" y="997552"/>
                </a:cubicBezTo>
                <a:cubicBezTo>
                  <a:pt x="2357061" y="758856"/>
                  <a:pt x="2480457" y="541743"/>
                  <a:pt x="2643144" y="341556"/>
                </a:cubicBezTo>
                <a:cubicBezTo>
                  <a:pt x="2734337" y="238324"/>
                  <a:pt x="2833120" y="129311"/>
                  <a:pt x="2956488" y="88077"/>
                </a:cubicBezTo>
                <a:cubicBezTo>
                  <a:pt x="2965756" y="86372"/>
                  <a:pt x="2978510" y="81800"/>
                  <a:pt x="2986025" y="89344"/>
                </a:cubicBezTo>
                <a:cubicBezTo>
                  <a:pt x="2988282" y="92820"/>
                  <a:pt x="2984806" y="95678"/>
                  <a:pt x="2983110" y="98573"/>
                </a:cubicBezTo>
                <a:cubicBezTo>
                  <a:pt x="2907082" y="156181"/>
                  <a:pt x="2836797" y="231161"/>
                  <a:pt x="2791344" y="310838"/>
                </a:cubicBezTo>
                <a:cubicBezTo>
                  <a:pt x="2751834" y="384190"/>
                  <a:pt x="2704028" y="484669"/>
                  <a:pt x="2758140" y="567032"/>
                </a:cubicBezTo>
                <a:cubicBezTo>
                  <a:pt x="2777704" y="593140"/>
                  <a:pt x="2808889" y="603094"/>
                  <a:pt x="2841312" y="596236"/>
                </a:cubicBezTo>
                <a:cubicBezTo>
                  <a:pt x="2915445" y="575090"/>
                  <a:pt x="2965994" y="509301"/>
                  <a:pt x="3009647" y="446398"/>
                </a:cubicBezTo>
                <a:cubicBezTo>
                  <a:pt x="3064311" y="356329"/>
                  <a:pt x="3104583" y="257536"/>
                  <a:pt x="3102078" y="144131"/>
                </a:cubicBezTo>
                <a:cubicBezTo>
                  <a:pt x="3103830" y="132549"/>
                  <a:pt x="3098135" y="117499"/>
                  <a:pt x="3110317" y="111165"/>
                </a:cubicBezTo>
                <a:cubicBezTo>
                  <a:pt x="3220883" y="93030"/>
                  <a:pt x="3318495" y="133301"/>
                  <a:pt x="3403382" y="190871"/>
                </a:cubicBezTo>
                <a:lnTo>
                  <a:pt x="3585214" y="315896"/>
                </a:lnTo>
                <a:cubicBezTo>
                  <a:pt x="3589262" y="318229"/>
                  <a:pt x="3595616" y="319982"/>
                  <a:pt x="3599654" y="315943"/>
                </a:cubicBezTo>
                <a:cubicBezTo>
                  <a:pt x="3635097" y="270357"/>
                  <a:pt x="3668253" y="225332"/>
                  <a:pt x="3707725" y="181507"/>
                </a:cubicBezTo>
                <a:cubicBezTo>
                  <a:pt x="3712392" y="176316"/>
                  <a:pt x="3716478" y="167058"/>
                  <a:pt x="3707820" y="162410"/>
                </a:cubicBezTo>
                <a:cubicBezTo>
                  <a:pt x="3639136" y="119357"/>
                  <a:pt x="3571022" y="74570"/>
                  <a:pt x="3499366" y="39614"/>
                </a:cubicBezTo>
                <a:cubicBezTo>
                  <a:pt x="3375769" y="-22156"/>
                  <a:pt x="3204424" y="-4792"/>
                  <a:pt x="3081065" y="44538"/>
                </a:cubicBezTo>
                <a:cubicBezTo>
                  <a:pt x="3071188" y="47977"/>
                  <a:pt x="3063101" y="42166"/>
                  <a:pt x="3056243" y="36356"/>
                </a:cubicBezTo>
                <a:cubicBezTo>
                  <a:pt x="3020429" y="4400"/>
                  <a:pt x="2967785" y="180"/>
                  <a:pt x="2920931" y="6952"/>
                </a:cubicBezTo>
                <a:cubicBezTo>
                  <a:pt x="2748919" y="39328"/>
                  <a:pt x="2606844" y="145303"/>
                  <a:pt x="2475590" y="276196"/>
                </a:cubicBezTo>
                <a:cubicBezTo>
                  <a:pt x="2340326" y="415727"/>
                  <a:pt x="2244904" y="573937"/>
                  <a:pt x="2165647" y="737968"/>
                </a:cubicBezTo>
                <a:lnTo>
                  <a:pt x="2122451" y="840247"/>
                </a:lnTo>
                <a:cubicBezTo>
                  <a:pt x="2075740" y="974273"/>
                  <a:pt x="2027696" y="1152343"/>
                  <a:pt x="2097181" y="1290865"/>
                </a:cubicBezTo>
                <a:cubicBezTo>
                  <a:pt x="2127061" y="1355797"/>
                  <a:pt x="2192831" y="1404622"/>
                  <a:pt x="2263392" y="1408871"/>
                </a:cubicBezTo>
                <a:cubicBezTo>
                  <a:pt x="2447348" y="1426282"/>
                  <a:pt x="2592490" y="1280416"/>
                  <a:pt x="2684368" y="1136084"/>
                </a:cubicBezTo>
                <a:cubicBezTo>
                  <a:pt x="2741499" y="1033338"/>
                  <a:pt x="2794516" y="922953"/>
                  <a:pt x="2779876" y="796784"/>
                </a:cubicBezTo>
                <a:close/>
                <a:moveTo>
                  <a:pt x="3038460" y="142741"/>
                </a:moveTo>
                <a:cubicBezTo>
                  <a:pt x="3048223" y="157809"/>
                  <a:pt x="3042404" y="179793"/>
                  <a:pt x="3042356" y="197148"/>
                </a:cubicBezTo>
                <a:cubicBezTo>
                  <a:pt x="3029221" y="314553"/>
                  <a:pt x="2978519" y="416785"/>
                  <a:pt x="2894871" y="505024"/>
                </a:cubicBezTo>
                <a:cubicBezTo>
                  <a:pt x="2871668" y="522874"/>
                  <a:pt x="2846684" y="545925"/>
                  <a:pt x="2815547" y="537162"/>
                </a:cubicBezTo>
                <a:cubicBezTo>
                  <a:pt x="2799316" y="531294"/>
                  <a:pt x="2793068" y="514492"/>
                  <a:pt x="2791363" y="498852"/>
                </a:cubicBezTo>
                <a:cubicBezTo>
                  <a:pt x="2793916" y="421357"/>
                  <a:pt x="2830606" y="357834"/>
                  <a:pt x="2870677" y="296065"/>
                </a:cubicBezTo>
                <a:cubicBezTo>
                  <a:pt x="2909082" y="240648"/>
                  <a:pt x="2961956" y="185860"/>
                  <a:pt x="3018220" y="148446"/>
                </a:cubicBezTo>
                <a:cubicBezTo>
                  <a:pt x="3024011" y="144436"/>
                  <a:pt x="3031478" y="141569"/>
                  <a:pt x="3038460" y="142741"/>
                </a:cubicBezTo>
                <a:close/>
                <a:moveTo>
                  <a:pt x="4084963" y="700039"/>
                </a:moveTo>
                <a:cubicBezTo>
                  <a:pt x="4071027" y="699439"/>
                  <a:pt x="4070427" y="715050"/>
                  <a:pt x="4060588" y="721966"/>
                </a:cubicBezTo>
                <a:cubicBezTo>
                  <a:pt x="4046653" y="728871"/>
                  <a:pt x="4038004" y="713784"/>
                  <a:pt x="4026431" y="709678"/>
                </a:cubicBezTo>
                <a:cubicBezTo>
                  <a:pt x="3960604" y="679379"/>
                  <a:pt x="3893377" y="713850"/>
                  <a:pt x="3842285" y="754131"/>
                </a:cubicBezTo>
                <a:cubicBezTo>
                  <a:pt x="3686799" y="886167"/>
                  <a:pt x="3630668" y="1066437"/>
                  <a:pt x="3503414" y="1213560"/>
                </a:cubicBezTo>
                <a:cubicBezTo>
                  <a:pt x="3485964" y="1229677"/>
                  <a:pt x="3466295" y="1253356"/>
                  <a:pt x="3441396" y="1242297"/>
                </a:cubicBezTo>
                <a:cubicBezTo>
                  <a:pt x="3432176" y="1236458"/>
                  <a:pt x="3428176" y="1226038"/>
                  <a:pt x="3427623" y="1215018"/>
                </a:cubicBezTo>
                <a:cubicBezTo>
                  <a:pt x="3430157" y="1149629"/>
                  <a:pt x="3448311" y="1088973"/>
                  <a:pt x="3466476" y="1029452"/>
                </a:cubicBezTo>
                <a:cubicBezTo>
                  <a:pt x="3476353" y="1007496"/>
                  <a:pt x="3477010" y="980903"/>
                  <a:pt x="3496775" y="963615"/>
                </a:cubicBezTo>
                <a:lnTo>
                  <a:pt x="3590777" y="886367"/>
                </a:lnTo>
                <a:cubicBezTo>
                  <a:pt x="3720717" y="768238"/>
                  <a:pt x="3827711" y="638431"/>
                  <a:pt x="3921894" y="502786"/>
                </a:cubicBezTo>
                <a:cubicBezTo>
                  <a:pt x="3929467" y="488336"/>
                  <a:pt x="3943402" y="475659"/>
                  <a:pt x="3944574" y="459457"/>
                </a:cubicBezTo>
                <a:lnTo>
                  <a:pt x="3940526" y="458314"/>
                </a:lnTo>
                <a:cubicBezTo>
                  <a:pt x="3919723" y="459971"/>
                  <a:pt x="3898882" y="459876"/>
                  <a:pt x="3880870" y="468524"/>
                </a:cubicBezTo>
                <a:cubicBezTo>
                  <a:pt x="3796612" y="587396"/>
                  <a:pt x="3705382" y="704516"/>
                  <a:pt x="3592749" y="806567"/>
                </a:cubicBezTo>
                <a:cubicBezTo>
                  <a:pt x="3577690" y="816901"/>
                  <a:pt x="3566031" y="837142"/>
                  <a:pt x="3546371" y="837627"/>
                </a:cubicBezTo>
                <a:cubicBezTo>
                  <a:pt x="3543485" y="835304"/>
                  <a:pt x="3542314" y="832989"/>
                  <a:pt x="3542981" y="829522"/>
                </a:cubicBezTo>
                <a:cubicBezTo>
                  <a:pt x="3565707" y="769400"/>
                  <a:pt x="3594835" y="712250"/>
                  <a:pt x="3622819" y="654471"/>
                </a:cubicBezTo>
                <a:cubicBezTo>
                  <a:pt x="3707830" y="488155"/>
                  <a:pt x="3800422" y="323554"/>
                  <a:pt x="3928210" y="175335"/>
                </a:cubicBezTo>
                <a:cubicBezTo>
                  <a:pt x="3962509" y="136654"/>
                  <a:pt x="3998495" y="96859"/>
                  <a:pt x="4043148" y="75056"/>
                </a:cubicBezTo>
                <a:cubicBezTo>
                  <a:pt x="4051844" y="72180"/>
                  <a:pt x="4064541" y="68751"/>
                  <a:pt x="4070284" y="79171"/>
                </a:cubicBezTo>
                <a:cubicBezTo>
                  <a:pt x="4074885" y="89629"/>
                  <a:pt x="4073113" y="98869"/>
                  <a:pt x="4071932" y="109851"/>
                </a:cubicBezTo>
                <a:cubicBezTo>
                  <a:pt x="4067846" y="130101"/>
                  <a:pt x="4056730" y="148561"/>
                  <a:pt x="4056083" y="169382"/>
                </a:cubicBezTo>
                <a:cubicBezTo>
                  <a:pt x="4057264" y="170573"/>
                  <a:pt x="4058435" y="169982"/>
                  <a:pt x="4059559" y="170582"/>
                </a:cubicBezTo>
                <a:cubicBezTo>
                  <a:pt x="4083324" y="163115"/>
                  <a:pt x="4119214" y="159800"/>
                  <a:pt x="4122796" y="127396"/>
                </a:cubicBezTo>
                <a:cubicBezTo>
                  <a:pt x="4131645" y="90972"/>
                  <a:pt x="4141055" y="43576"/>
                  <a:pt x="4107546" y="16258"/>
                </a:cubicBezTo>
                <a:cubicBezTo>
                  <a:pt x="4077533" y="-6992"/>
                  <a:pt x="4032356" y="6162"/>
                  <a:pt x="4001086" y="17039"/>
                </a:cubicBezTo>
                <a:cubicBezTo>
                  <a:pt x="3868964" y="73875"/>
                  <a:pt x="3755169" y="195566"/>
                  <a:pt x="3666205" y="313295"/>
                </a:cubicBezTo>
                <a:cubicBezTo>
                  <a:pt x="3523788" y="517026"/>
                  <a:pt x="3403820" y="730672"/>
                  <a:pt x="3323172" y="960700"/>
                </a:cubicBezTo>
                <a:lnTo>
                  <a:pt x="3314476" y="971606"/>
                </a:lnTo>
                <a:cubicBezTo>
                  <a:pt x="3294207" y="981998"/>
                  <a:pt x="3267575" y="985341"/>
                  <a:pt x="3244429" y="981817"/>
                </a:cubicBezTo>
                <a:cubicBezTo>
                  <a:pt x="3239819" y="980064"/>
                  <a:pt x="3235190" y="975426"/>
                  <a:pt x="3236942" y="969073"/>
                </a:cubicBezTo>
                <a:cubicBezTo>
                  <a:pt x="3254602" y="897368"/>
                  <a:pt x="3294816" y="806671"/>
                  <a:pt x="3247067" y="735901"/>
                </a:cubicBezTo>
                <a:cubicBezTo>
                  <a:pt x="3229751" y="712155"/>
                  <a:pt x="3204900" y="700515"/>
                  <a:pt x="3176592" y="699810"/>
                </a:cubicBezTo>
                <a:cubicBezTo>
                  <a:pt x="3064292" y="706964"/>
                  <a:pt x="2975414" y="803271"/>
                  <a:pt x="2908606" y="891558"/>
                </a:cubicBezTo>
                <a:cubicBezTo>
                  <a:pt x="2831825" y="1004677"/>
                  <a:pt x="2768931" y="1123111"/>
                  <a:pt x="2757502" y="1263071"/>
                </a:cubicBezTo>
                <a:cubicBezTo>
                  <a:pt x="2757301" y="1318640"/>
                  <a:pt x="2771522" y="1377676"/>
                  <a:pt x="2825815" y="1401012"/>
                </a:cubicBezTo>
                <a:cubicBezTo>
                  <a:pt x="2891156" y="1420348"/>
                  <a:pt x="2949744" y="1385239"/>
                  <a:pt x="2997246" y="1343186"/>
                </a:cubicBezTo>
                <a:cubicBezTo>
                  <a:pt x="3087867" y="1257290"/>
                  <a:pt x="3145455" y="1157925"/>
                  <a:pt x="3197899" y="1055160"/>
                </a:cubicBezTo>
                <a:lnTo>
                  <a:pt x="3209529" y="1041853"/>
                </a:lnTo>
                <a:lnTo>
                  <a:pt x="3280700" y="1040977"/>
                </a:lnTo>
                <a:cubicBezTo>
                  <a:pt x="3285320" y="1041529"/>
                  <a:pt x="3291111" y="1046787"/>
                  <a:pt x="3291063" y="1051969"/>
                </a:cubicBezTo>
                <a:cubicBezTo>
                  <a:pt x="3269937" y="1142780"/>
                  <a:pt x="3238323" y="1246241"/>
                  <a:pt x="3268051" y="1340662"/>
                </a:cubicBezTo>
                <a:cubicBezTo>
                  <a:pt x="3277843" y="1369580"/>
                  <a:pt x="3306065" y="1400936"/>
                  <a:pt x="3338441" y="1403375"/>
                </a:cubicBezTo>
                <a:cubicBezTo>
                  <a:pt x="3423509" y="1410604"/>
                  <a:pt x="3487383" y="1335004"/>
                  <a:pt x="3537970" y="1274463"/>
                </a:cubicBezTo>
                <a:lnTo>
                  <a:pt x="3543742" y="1272149"/>
                </a:lnTo>
                <a:cubicBezTo>
                  <a:pt x="3546562" y="1273901"/>
                  <a:pt x="3545438" y="1277330"/>
                  <a:pt x="3547734" y="1279131"/>
                </a:cubicBezTo>
                <a:cubicBezTo>
                  <a:pt x="3551086" y="1323679"/>
                  <a:pt x="3556116" y="1375762"/>
                  <a:pt x="3601131" y="1396755"/>
                </a:cubicBezTo>
                <a:cubicBezTo>
                  <a:pt x="3673406" y="1416690"/>
                  <a:pt x="3729118" y="1364798"/>
                  <a:pt x="3780763" y="1318688"/>
                </a:cubicBezTo>
                <a:cubicBezTo>
                  <a:pt x="3783668" y="1316935"/>
                  <a:pt x="3789468" y="1316402"/>
                  <a:pt x="3791764" y="1319859"/>
                </a:cubicBezTo>
                <a:cubicBezTo>
                  <a:pt x="3803241" y="1344224"/>
                  <a:pt x="3800803" y="1376028"/>
                  <a:pt x="3826206" y="1393497"/>
                </a:cubicBezTo>
                <a:cubicBezTo>
                  <a:pt x="3858001" y="1410937"/>
                  <a:pt x="3897949" y="1397774"/>
                  <a:pt x="3926971" y="1383429"/>
                </a:cubicBezTo>
                <a:cubicBezTo>
                  <a:pt x="4051558" y="1317888"/>
                  <a:pt x="4131244" y="1188567"/>
                  <a:pt x="4188356" y="1070133"/>
                </a:cubicBezTo>
                <a:cubicBezTo>
                  <a:pt x="4190147" y="1061484"/>
                  <a:pt x="4200596" y="1051693"/>
                  <a:pt x="4192500" y="1044111"/>
                </a:cubicBezTo>
                <a:cubicBezTo>
                  <a:pt x="4179193" y="1042358"/>
                  <a:pt x="4162439" y="1039977"/>
                  <a:pt x="4150256" y="1045711"/>
                </a:cubicBezTo>
                <a:cubicBezTo>
                  <a:pt x="4127568" y="1079772"/>
                  <a:pt x="4108384" y="1115005"/>
                  <a:pt x="4084534" y="1148476"/>
                </a:cubicBezTo>
                <a:cubicBezTo>
                  <a:pt x="4060683" y="1182538"/>
                  <a:pt x="4033947" y="1215970"/>
                  <a:pt x="3997447" y="1236116"/>
                </a:cubicBezTo>
                <a:cubicBezTo>
                  <a:pt x="3989913" y="1237811"/>
                  <a:pt x="3980645" y="1237230"/>
                  <a:pt x="3977778" y="1228496"/>
                </a:cubicBezTo>
                <a:cubicBezTo>
                  <a:pt x="3976702" y="1208255"/>
                  <a:pt x="3988312" y="1189224"/>
                  <a:pt x="3997066" y="1171327"/>
                </a:cubicBezTo>
                <a:lnTo>
                  <a:pt x="4191700" y="778553"/>
                </a:lnTo>
                <a:lnTo>
                  <a:pt x="4223180" y="715031"/>
                </a:lnTo>
                <a:cubicBezTo>
                  <a:pt x="4224304" y="710983"/>
                  <a:pt x="4227228" y="705202"/>
                  <a:pt x="4223180" y="701725"/>
                </a:cubicBezTo>
                <a:cubicBezTo>
                  <a:pt x="4179232" y="698067"/>
                  <a:pt x="4130635" y="699648"/>
                  <a:pt x="4084963" y="700039"/>
                </a:cubicBezTo>
                <a:close/>
                <a:moveTo>
                  <a:pt x="3140083" y="1050292"/>
                </a:moveTo>
                <a:cubicBezTo>
                  <a:pt x="3103935" y="1119596"/>
                  <a:pt x="3064330" y="1195825"/>
                  <a:pt x="2997617" y="1245374"/>
                </a:cubicBezTo>
                <a:cubicBezTo>
                  <a:pt x="2986035" y="1251099"/>
                  <a:pt x="2971547" y="1256842"/>
                  <a:pt x="2958279" y="1252175"/>
                </a:cubicBezTo>
                <a:cubicBezTo>
                  <a:pt x="2938057" y="1245736"/>
                  <a:pt x="2928266" y="1225457"/>
                  <a:pt x="2927132" y="1205797"/>
                </a:cubicBezTo>
                <a:cubicBezTo>
                  <a:pt x="2927332" y="1150229"/>
                  <a:pt x="2948973" y="1104023"/>
                  <a:pt x="2968766" y="1057217"/>
                </a:cubicBezTo>
                <a:cubicBezTo>
                  <a:pt x="2986225" y="1020231"/>
                  <a:pt x="3002599" y="983274"/>
                  <a:pt x="3027583" y="949813"/>
                </a:cubicBezTo>
                <a:cubicBezTo>
                  <a:pt x="3031631" y="947498"/>
                  <a:pt x="3037975" y="948127"/>
                  <a:pt x="3041461" y="951594"/>
                </a:cubicBezTo>
                <a:cubicBezTo>
                  <a:pt x="3069121" y="982322"/>
                  <a:pt x="3102573" y="1009668"/>
                  <a:pt x="3137244" y="1027108"/>
                </a:cubicBezTo>
                <a:cubicBezTo>
                  <a:pt x="3146464" y="1032366"/>
                  <a:pt x="3143559" y="1043396"/>
                  <a:pt x="3140083" y="1050292"/>
                </a:cubicBezTo>
                <a:close/>
                <a:moveTo>
                  <a:pt x="3180250" y="958424"/>
                </a:moveTo>
                <a:cubicBezTo>
                  <a:pt x="3175630" y="966501"/>
                  <a:pt x="3164067" y="963605"/>
                  <a:pt x="3157713" y="961262"/>
                </a:cubicBezTo>
                <a:cubicBezTo>
                  <a:pt x="3125385" y="949565"/>
                  <a:pt x="3097068" y="916438"/>
                  <a:pt x="3094896" y="881176"/>
                </a:cubicBezTo>
                <a:cubicBezTo>
                  <a:pt x="3096220" y="843590"/>
                  <a:pt x="3111927" y="808348"/>
                  <a:pt x="3144435" y="787079"/>
                </a:cubicBezTo>
                <a:cubicBezTo>
                  <a:pt x="3155399" y="781897"/>
                  <a:pt x="3168762" y="777858"/>
                  <a:pt x="3181469" y="781382"/>
                </a:cubicBezTo>
                <a:cubicBezTo>
                  <a:pt x="3194166" y="785488"/>
                  <a:pt x="3204576" y="797651"/>
                  <a:pt x="3208567" y="809843"/>
                </a:cubicBezTo>
                <a:cubicBezTo>
                  <a:pt x="3218816" y="861983"/>
                  <a:pt x="3200100" y="913342"/>
                  <a:pt x="3180250" y="958424"/>
                </a:cubicBezTo>
                <a:close/>
                <a:moveTo>
                  <a:pt x="4012791" y="818406"/>
                </a:moveTo>
                <a:cubicBezTo>
                  <a:pt x="3964890" y="936326"/>
                  <a:pt x="3913617" y="1052426"/>
                  <a:pt x="3843799" y="1160916"/>
                </a:cubicBezTo>
                <a:cubicBezTo>
                  <a:pt x="3822863" y="1190910"/>
                  <a:pt x="3800803" y="1227333"/>
                  <a:pt x="3766551" y="1245136"/>
                </a:cubicBezTo>
                <a:cubicBezTo>
                  <a:pt x="3757883" y="1247993"/>
                  <a:pt x="3746882" y="1247393"/>
                  <a:pt x="3739967" y="1240440"/>
                </a:cubicBezTo>
                <a:cubicBezTo>
                  <a:pt x="3727270" y="1227629"/>
                  <a:pt x="3731414" y="1206826"/>
                  <a:pt x="3732623" y="1190081"/>
                </a:cubicBezTo>
                <a:lnTo>
                  <a:pt x="3748997" y="1133398"/>
                </a:lnTo>
                <a:cubicBezTo>
                  <a:pt x="3795164" y="1021898"/>
                  <a:pt x="3844085" y="910989"/>
                  <a:pt x="3936382" y="819340"/>
                </a:cubicBezTo>
                <a:cubicBezTo>
                  <a:pt x="3957270" y="804347"/>
                  <a:pt x="3979387" y="773163"/>
                  <a:pt x="4007705" y="786593"/>
                </a:cubicBezTo>
                <a:cubicBezTo>
                  <a:pt x="4017487" y="793555"/>
                  <a:pt x="4014563" y="807948"/>
                  <a:pt x="4012791" y="818406"/>
                </a:cubicBezTo>
                <a:close/>
                <a:moveTo>
                  <a:pt x="3938401" y="239591"/>
                </a:moveTo>
                <a:lnTo>
                  <a:pt x="3929133" y="247659"/>
                </a:lnTo>
                <a:lnTo>
                  <a:pt x="3867507" y="327278"/>
                </a:lnTo>
                <a:lnTo>
                  <a:pt x="3818091" y="401745"/>
                </a:lnTo>
                <a:cubicBezTo>
                  <a:pt x="3815738" y="406345"/>
                  <a:pt x="3809338" y="415594"/>
                  <a:pt x="3818558" y="417947"/>
                </a:cubicBezTo>
                <a:lnTo>
                  <a:pt x="3869478" y="418699"/>
                </a:lnTo>
                <a:cubicBezTo>
                  <a:pt x="4085325" y="415994"/>
                  <a:pt x="4284988" y="245963"/>
                  <a:pt x="4367227" y="52453"/>
                </a:cubicBezTo>
                <a:cubicBezTo>
                  <a:pt x="4373008" y="37423"/>
                  <a:pt x="4380580" y="21821"/>
                  <a:pt x="4381247" y="5038"/>
                </a:cubicBezTo>
                <a:cubicBezTo>
                  <a:pt x="4255822" y="130177"/>
                  <a:pt x="4116662" y="236152"/>
                  <a:pt x="3938401" y="239591"/>
                </a:cubicBezTo>
                <a:close/>
              </a:path>
            </a:pathLst>
          </a:custGeom>
          <a:solidFill>
            <a:schemeClr val="bg1"/>
          </a:solidFill>
          <a:ln w="9525" cap="flat">
            <a:noFill/>
            <a:prstDash val="solid"/>
            <a:miter/>
          </a:ln>
        </p:spPr>
        <p:txBody>
          <a:bodyPr rtlCol="0" anchor="ctr"/>
          <a:lstStyle/>
          <a:p>
            <a:endParaRPr lang="en-IN"/>
          </a:p>
        </p:txBody>
      </p:sp>
      <p:grpSp>
        <p:nvGrpSpPr>
          <p:cNvPr id="445" name="Graphic 13">
            <a:extLst>
              <a:ext uri="{FF2B5EF4-FFF2-40B4-BE49-F238E27FC236}">
                <a16:creationId xmlns:a16="http://schemas.microsoft.com/office/drawing/2014/main" id="{6C26AAB1-060C-4DE9-BAAD-F26E1D4BBCA9}"/>
              </a:ext>
            </a:extLst>
          </p:cNvPr>
          <p:cNvGrpSpPr/>
          <p:nvPr/>
        </p:nvGrpSpPr>
        <p:grpSpPr>
          <a:xfrm>
            <a:off x="5940107" y="1875203"/>
            <a:ext cx="1288130" cy="265875"/>
            <a:chOff x="647702" y="3848904"/>
            <a:chExt cx="4714883" cy="973169"/>
          </a:xfrm>
          <a:solidFill>
            <a:schemeClr val="bg1"/>
          </a:solidFill>
        </p:grpSpPr>
        <p:sp>
          <p:nvSpPr>
            <p:cNvPr id="446" name="Freeform: Shape 445">
              <a:extLst>
                <a:ext uri="{FF2B5EF4-FFF2-40B4-BE49-F238E27FC236}">
                  <a16:creationId xmlns:a16="http://schemas.microsoft.com/office/drawing/2014/main" id="{AAC0A426-2963-FEDC-B824-02D26F5A33E9}"/>
                </a:ext>
              </a:extLst>
            </p:cNvPr>
            <p:cNvSpPr/>
            <p:nvPr/>
          </p:nvSpPr>
          <p:spPr>
            <a:xfrm rot="5400000" flipV="1">
              <a:off x="2175999" y="4061340"/>
              <a:ext cx="751864" cy="744459"/>
            </a:xfrm>
            <a:custGeom>
              <a:avLst/>
              <a:gdLst>
                <a:gd name="connsiteX0" fmla="*/ 193 w 751864"/>
                <a:gd name="connsiteY0" fmla="*/ 444202 h 744459"/>
                <a:gd name="connsiteX1" fmla="*/ 118672 w 751864"/>
                <a:gd name="connsiteY1" fmla="*/ 203081 h 744459"/>
                <a:gd name="connsiteX2" fmla="*/ 118512 w 751864"/>
                <a:gd name="connsiteY2" fmla="*/ 203121 h 744459"/>
                <a:gd name="connsiteX3" fmla="*/ 118552 w 751864"/>
                <a:gd name="connsiteY3" fmla="*/ 203081 h 744459"/>
                <a:gd name="connsiteX4" fmla="*/ 12601 w 751864"/>
                <a:gd name="connsiteY4" fmla="*/ 203121 h 744459"/>
                <a:gd name="connsiteX5" fmla="*/ 12601 w 751864"/>
                <a:gd name="connsiteY5" fmla="*/ 65 h 744459"/>
                <a:gd name="connsiteX6" fmla="*/ 752057 w 751864"/>
                <a:gd name="connsiteY6" fmla="*/ 65 h 744459"/>
                <a:gd name="connsiteX7" fmla="*/ 752057 w 751864"/>
                <a:gd name="connsiteY7" fmla="*/ 203081 h 744459"/>
                <a:gd name="connsiteX8" fmla="*/ 331295 w 751864"/>
                <a:gd name="connsiteY8" fmla="*/ 203081 h 744459"/>
                <a:gd name="connsiteX9" fmla="*/ 175070 w 751864"/>
                <a:gd name="connsiteY9" fmla="*/ 370513 h 744459"/>
                <a:gd name="connsiteX10" fmla="*/ 331295 w 751864"/>
                <a:gd name="connsiteY10" fmla="*/ 541468 h 744459"/>
                <a:gd name="connsiteX11" fmla="*/ 752057 w 751864"/>
                <a:gd name="connsiteY11" fmla="*/ 541468 h 744459"/>
                <a:gd name="connsiteX12" fmla="*/ 752057 w 751864"/>
                <a:gd name="connsiteY12" fmla="*/ 744524 h 744459"/>
                <a:gd name="connsiteX13" fmla="*/ 293670 w 751864"/>
                <a:gd name="connsiteY13" fmla="*/ 744524 h 744459"/>
                <a:gd name="connsiteX14" fmla="*/ 193 w 751864"/>
                <a:gd name="connsiteY14" fmla="*/ 444202 h 74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1864" h="744459">
                  <a:moveTo>
                    <a:pt x="193" y="444202"/>
                  </a:moveTo>
                  <a:cubicBezTo>
                    <a:pt x="193" y="359065"/>
                    <a:pt x="39659" y="262240"/>
                    <a:pt x="118672" y="203081"/>
                  </a:cubicBezTo>
                  <a:lnTo>
                    <a:pt x="118512" y="203121"/>
                  </a:lnTo>
                  <a:lnTo>
                    <a:pt x="118552" y="203081"/>
                  </a:lnTo>
                  <a:lnTo>
                    <a:pt x="12601" y="203121"/>
                  </a:lnTo>
                  <a:lnTo>
                    <a:pt x="12601" y="65"/>
                  </a:lnTo>
                  <a:lnTo>
                    <a:pt x="752057" y="65"/>
                  </a:lnTo>
                  <a:lnTo>
                    <a:pt x="752057" y="203081"/>
                  </a:lnTo>
                  <a:lnTo>
                    <a:pt x="331295" y="203081"/>
                  </a:lnTo>
                  <a:cubicBezTo>
                    <a:pt x="255564" y="203081"/>
                    <a:pt x="175070" y="261800"/>
                    <a:pt x="175070" y="370513"/>
                  </a:cubicBezTo>
                  <a:cubicBezTo>
                    <a:pt x="175070" y="454529"/>
                    <a:pt x="233510" y="541468"/>
                    <a:pt x="331295" y="541468"/>
                  </a:cubicBezTo>
                  <a:lnTo>
                    <a:pt x="752057" y="541468"/>
                  </a:lnTo>
                  <a:lnTo>
                    <a:pt x="752057" y="744524"/>
                  </a:lnTo>
                  <a:lnTo>
                    <a:pt x="293670" y="744524"/>
                  </a:lnTo>
                  <a:cubicBezTo>
                    <a:pt x="123596" y="744524"/>
                    <a:pt x="193" y="622842"/>
                    <a:pt x="193" y="444202"/>
                  </a:cubicBezTo>
                </a:path>
              </a:pathLst>
            </a:custGeom>
            <a:grpFill/>
            <a:ln w="40027" cap="flat">
              <a:noFill/>
              <a:prstDash val="solid"/>
              <a:miter/>
            </a:ln>
          </p:spPr>
          <p:txBody>
            <a:bodyPr rtlCol="0" anchor="ctr"/>
            <a:lstStyle/>
            <a:p>
              <a:endParaRPr lang="en-IN"/>
            </a:p>
          </p:txBody>
        </p:sp>
        <p:sp>
          <p:nvSpPr>
            <p:cNvPr id="447" name="Freeform: Shape 446">
              <a:extLst>
                <a:ext uri="{FF2B5EF4-FFF2-40B4-BE49-F238E27FC236}">
                  <a16:creationId xmlns:a16="http://schemas.microsoft.com/office/drawing/2014/main" id="{7E905372-49C6-9DB5-EE85-DA93A8F20728}"/>
                </a:ext>
              </a:extLst>
            </p:cNvPr>
            <p:cNvSpPr/>
            <p:nvPr/>
          </p:nvSpPr>
          <p:spPr>
            <a:xfrm rot="5400000" flipV="1">
              <a:off x="3814124" y="4024188"/>
              <a:ext cx="739215" cy="830997"/>
            </a:xfrm>
            <a:custGeom>
              <a:avLst/>
              <a:gdLst>
                <a:gd name="connsiteX0" fmla="*/ 365 w 739215"/>
                <a:gd name="connsiteY0" fmla="*/ 599150 h 830997"/>
                <a:gd name="connsiteX1" fmla="*/ 504062 w 739215"/>
                <a:gd name="connsiteY1" fmla="*/ 415587 h 830997"/>
                <a:gd name="connsiteX2" fmla="*/ 365 w 739215"/>
                <a:gd name="connsiteY2" fmla="*/ 232024 h 830997"/>
                <a:gd name="connsiteX3" fmla="*/ 365 w 739215"/>
                <a:gd name="connsiteY3" fmla="*/ 68 h 830997"/>
                <a:gd name="connsiteX4" fmla="*/ 739580 w 739215"/>
                <a:gd name="connsiteY4" fmla="*/ 304312 h 830997"/>
                <a:gd name="connsiteX5" fmla="*/ 739580 w 739215"/>
                <a:gd name="connsiteY5" fmla="*/ 526821 h 830997"/>
                <a:gd name="connsiteX6" fmla="*/ 365 w 739215"/>
                <a:gd name="connsiteY6" fmla="*/ 831065 h 830997"/>
                <a:gd name="connsiteX7" fmla="*/ 365 w 739215"/>
                <a:gd name="connsiteY7" fmla="*/ 59915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9215" h="830997">
                  <a:moveTo>
                    <a:pt x="365" y="599150"/>
                  </a:moveTo>
                  <a:lnTo>
                    <a:pt x="504062" y="415587"/>
                  </a:lnTo>
                  <a:lnTo>
                    <a:pt x="365" y="232024"/>
                  </a:lnTo>
                  <a:lnTo>
                    <a:pt x="365" y="68"/>
                  </a:lnTo>
                  <a:lnTo>
                    <a:pt x="739580" y="304312"/>
                  </a:lnTo>
                  <a:lnTo>
                    <a:pt x="739580" y="526821"/>
                  </a:lnTo>
                  <a:lnTo>
                    <a:pt x="365" y="831065"/>
                  </a:lnTo>
                  <a:lnTo>
                    <a:pt x="365" y="599150"/>
                  </a:lnTo>
                  <a:close/>
                </a:path>
              </a:pathLst>
            </a:custGeom>
            <a:grpFill/>
            <a:ln w="40027" cap="flat">
              <a:noFill/>
              <a:prstDash val="solid"/>
              <a:miter/>
            </a:ln>
          </p:spPr>
          <p:txBody>
            <a:bodyPr rtlCol="0" anchor="ctr"/>
            <a:lstStyle/>
            <a:p>
              <a:endParaRPr lang="en-IN"/>
            </a:p>
          </p:txBody>
        </p:sp>
        <p:sp>
          <p:nvSpPr>
            <p:cNvPr id="448" name="Freeform: Shape 447">
              <a:extLst>
                <a:ext uri="{FF2B5EF4-FFF2-40B4-BE49-F238E27FC236}">
                  <a16:creationId xmlns:a16="http://schemas.microsoft.com/office/drawing/2014/main" id="{ABBFD36C-B332-3D37-9FE1-F5D754DAA866}"/>
                </a:ext>
              </a:extLst>
            </p:cNvPr>
            <p:cNvSpPr/>
            <p:nvPr/>
          </p:nvSpPr>
          <p:spPr>
            <a:xfrm rot="5400000" flipV="1">
              <a:off x="1338325" y="4053658"/>
              <a:ext cx="764472" cy="772357"/>
            </a:xfrm>
            <a:custGeom>
              <a:avLst/>
              <a:gdLst>
                <a:gd name="connsiteX0" fmla="*/ 235349 w 764472"/>
                <a:gd name="connsiteY0" fmla="*/ 239180 h 772357"/>
                <a:gd name="connsiteX1" fmla="*/ 161660 w 764472"/>
                <a:gd name="connsiteY1" fmla="*/ 395365 h 772357"/>
                <a:gd name="connsiteX2" fmla="*/ 265129 w 764472"/>
                <a:gd name="connsiteY2" fmla="*/ 552750 h 772357"/>
                <a:gd name="connsiteX3" fmla="*/ 412308 w 764472"/>
                <a:gd name="connsiteY3" fmla="*/ 197993 h 772357"/>
                <a:gd name="connsiteX4" fmla="*/ 235349 w 764472"/>
                <a:gd name="connsiteY4" fmla="*/ 239180 h 772357"/>
                <a:gd name="connsiteX5" fmla="*/ 524663 w 764472"/>
                <a:gd name="connsiteY5" fmla="*/ 629282 h 772357"/>
                <a:gd name="connsiteX6" fmla="*/ 602996 w 764472"/>
                <a:gd name="connsiteY6" fmla="*/ 417059 h 772357"/>
                <a:gd name="connsiteX7" fmla="*/ 543036 w 764472"/>
                <a:gd name="connsiteY7" fmla="*/ 253310 h 772357"/>
                <a:gd name="connsiteX8" fmla="*/ 327691 w 764472"/>
                <a:gd name="connsiteY8" fmla="*/ 772418 h 772357"/>
                <a:gd name="connsiteX9" fmla="*/ 121233 w 764472"/>
                <a:gd name="connsiteY9" fmla="*/ 683758 h 772357"/>
                <a:gd name="connsiteX10" fmla="*/ 111 w 764472"/>
                <a:gd name="connsiteY10" fmla="*/ 391682 h 772357"/>
                <a:gd name="connsiteX11" fmla="*/ 382368 w 764472"/>
                <a:gd name="connsiteY11" fmla="*/ 60 h 772357"/>
                <a:gd name="connsiteX12" fmla="*/ 764584 w 764472"/>
                <a:gd name="connsiteY12" fmla="*/ 414057 h 772357"/>
                <a:gd name="connsiteX13" fmla="*/ 623370 w 764472"/>
                <a:gd name="connsiteY13" fmla="*/ 757688 h 772357"/>
                <a:gd name="connsiteX14" fmla="*/ 524663 w 764472"/>
                <a:gd name="connsiteY14" fmla="*/ 629282 h 772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4472" h="772357">
                  <a:moveTo>
                    <a:pt x="235349" y="239180"/>
                  </a:moveTo>
                  <a:cubicBezTo>
                    <a:pt x="188918" y="273763"/>
                    <a:pt x="161660" y="328840"/>
                    <a:pt x="161660" y="395365"/>
                  </a:cubicBezTo>
                  <a:cubicBezTo>
                    <a:pt x="161660" y="468534"/>
                    <a:pt x="203448" y="524051"/>
                    <a:pt x="265129" y="552750"/>
                  </a:cubicBezTo>
                  <a:lnTo>
                    <a:pt x="412308" y="197993"/>
                  </a:lnTo>
                  <a:cubicBezTo>
                    <a:pt x="336777" y="188306"/>
                    <a:pt x="277698" y="207639"/>
                    <a:pt x="235349" y="239180"/>
                  </a:cubicBezTo>
                  <a:moveTo>
                    <a:pt x="524663" y="629282"/>
                  </a:moveTo>
                  <a:cubicBezTo>
                    <a:pt x="587906" y="543825"/>
                    <a:pt x="602996" y="494992"/>
                    <a:pt x="602996" y="417059"/>
                  </a:cubicBezTo>
                  <a:cubicBezTo>
                    <a:pt x="602996" y="346932"/>
                    <a:pt x="581221" y="292016"/>
                    <a:pt x="543036" y="253310"/>
                  </a:cubicBezTo>
                  <a:lnTo>
                    <a:pt x="327691" y="772418"/>
                  </a:lnTo>
                  <a:cubicBezTo>
                    <a:pt x="247437" y="761090"/>
                    <a:pt x="175749" y="730630"/>
                    <a:pt x="121233" y="683758"/>
                  </a:cubicBezTo>
                  <a:cubicBezTo>
                    <a:pt x="42020" y="615553"/>
                    <a:pt x="111" y="514605"/>
                    <a:pt x="111" y="391682"/>
                  </a:cubicBezTo>
                  <a:cubicBezTo>
                    <a:pt x="111" y="168413"/>
                    <a:pt x="164822" y="60"/>
                    <a:pt x="382368" y="60"/>
                  </a:cubicBezTo>
                  <a:cubicBezTo>
                    <a:pt x="605558" y="60"/>
                    <a:pt x="764584" y="168813"/>
                    <a:pt x="764584" y="414057"/>
                  </a:cubicBezTo>
                  <a:cubicBezTo>
                    <a:pt x="764584" y="551470"/>
                    <a:pt x="699461" y="691964"/>
                    <a:pt x="623370" y="757688"/>
                  </a:cubicBezTo>
                  <a:lnTo>
                    <a:pt x="524663" y="629282"/>
                  </a:lnTo>
                  <a:close/>
                </a:path>
              </a:pathLst>
            </a:custGeom>
            <a:grpFill/>
            <a:ln w="40027" cap="flat">
              <a:noFill/>
              <a:prstDash val="solid"/>
              <a:miter/>
            </a:ln>
          </p:spPr>
          <p:txBody>
            <a:bodyPr rtlCol="0" anchor="ctr"/>
            <a:lstStyle/>
            <a:p>
              <a:endParaRPr lang="en-IN"/>
            </a:p>
          </p:txBody>
        </p:sp>
        <p:sp>
          <p:nvSpPr>
            <p:cNvPr id="449" name="Freeform: Shape 448">
              <a:extLst>
                <a:ext uri="{FF2B5EF4-FFF2-40B4-BE49-F238E27FC236}">
                  <a16:creationId xmlns:a16="http://schemas.microsoft.com/office/drawing/2014/main" id="{F3A97BDA-421B-8576-6381-CF4C70F861EE}"/>
                </a:ext>
              </a:extLst>
            </p:cNvPr>
            <p:cNvSpPr/>
            <p:nvPr/>
          </p:nvSpPr>
          <p:spPr>
            <a:xfrm rot="5400000" flipV="1">
              <a:off x="501063" y="3995543"/>
              <a:ext cx="960604" cy="667327"/>
            </a:xfrm>
            <a:custGeom>
              <a:avLst/>
              <a:gdLst>
                <a:gd name="connsiteX0" fmla="*/ 774204 w 960604"/>
                <a:gd name="connsiteY0" fmla="*/ 667388 h 667327"/>
                <a:gd name="connsiteX1" fmla="*/ 774204 w 960604"/>
                <a:gd name="connsiteY1" fmla="*/ 205878 h 667327"/>
                <a:gd name="connsiteX2" fmla="*/ 45 w 960604"/>
                <a:gd name="connsiteY2" fmla="*/ 205878 h 667327"/>
                <a:gd name="connsiteX3" fmla="*/ 45 w 960604"/>
                <a:gd name="connsiteY3" fmla="*/ 60 h 667327"/>
                <a:gd name="connsiteX4" fmla="*/ 960649 w 960604"/>
                <a:gd name="connsiteY4" fmla="*/ 60 h 667327"/>
                <a:gd name="connsiteX5" fmla="*/ 960649 w 960604"/>
                <a:gd name="connsiteY5" fmla="*/ 667388 h 667327"/>
                <a:gd name="connsiteX6" fmla="*/ 774204 w 960604"/>
                <a:gd name="connsiteY6" fmla="*/ 667388 h 667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0604" h="667327">
                  <a:moveTo>
                    <a:pt x="774204" y="667388"/>
                  </a:moveTo>
                  <a:lnTo>
                    <a:pt x="774204" y="205878"/>
                  </a:lnTo>
                  <a:lnTo>
                    <a:pt x="45" y="205878"/>
                  </a:lnTo>
                  <a:lnTo>
                    <a:pt x="45" y="60"/>
                  </a:lnTo>
                  <a:lnTo>
                    <a:pt x="960649" y="60"/>
                  </a:lnTo>
                  <a:lnTo>
                    <a:pt x="960649" y="667388"/>
                  </a:lnTo>
                  <a:lnTo>
                    <a:pt x="774204" y="667388"/>
                  </a:lnTo>
                  <a:close/>
                </a:path>
              </a:pathLst>
            </a:custGeom>
            <a:grpFill/>
            <a:ln w="40027" cap="flat">
              <a:noFill/>
              <a:prstDash val="solid"/>
              <a:miter/>
            </a:ln>
          </p:spPr>
          <p:txBody>
            <a:bodyPr rtlCol="0" anchor="ctr"/>
            <a:lstStyle/>
            <a:p>
              <a:endParaRPr lang="en-IN"/>
            </a:p>
          </p:txBody>
        </p:sp>
        <p:sp>
          <p:nvSpPr>
            <p:cNvPr id="450" name="Freeform: Shape 449">
              <a:extLst>
                <a:ext uri="{FF2B5EF4-FFF2-40B4-BE49-F238E27FC236}">
                  <a16:creationId xmlns:a16="http://schemas.microsoft.com/office/drawing/2014/main" id="{2C95AF72-F76B-4A16-0583-60408C38FAD7}"/>
                </a:ext>
              </a:extLst>
            </p:cNvPr>
            <p:cNvSpPr/>
            <p:nvPr/>
          </p:nvSpPr>
          <p:spPr>
            <a:xfrm rot="5400000" flipV="1">
              <a:off x="4583003" y="4042373"/>
              <a:ext cx="764352" cy="794813"/>
            </a:xfrm>
            <a:custGeom>
              <a:avLst/>
              <a:gdLst>
                <a:gd name="connsiteX0" fmla="*/ 174447 w 764352"/>
                <a:gd name="connsiteY0" fmla="*/ 396129 h 794813"/>
                <a:gd name="connsiteX1" fmla="*/ 382627 w 764352"/>
                <a:gd name="connsiteY1" fmla="*/ 200398 h 794813"/>
                <a:gd name="connsiteX2" fmla="*/ 590807 w 764352"/>
                <a:gd name="connsiteY2" fmla="*/ 398851 h 794813"/>
                <a:gd name="connsiteX3" fmla="*/ 382627 w 764352"/>
                <a:gd name="connsiteY3" fmla="*/ 594582 h 794813"/>
                <a:gd name="connsiteX4" fmla="*/ 174447 w 764352"/>
                <a:gd name="connsiteY4" fmla="*/ 396129 h 794813"/>
                <a:gd name="connsiteX5" fmla="*/ 764803 w 764352"/>
                <a:gd name="connsiteY5" fmla="*/ 396129 h 794813"/>
                <a:gd name="connsiteX6" fmla="*/ 382627 w 764352"/>
                <a:gd name="connsiteY6" fmla="*/ 63 h 794813"/>
                <a:gd name="connsiteX7" fmla="*/ 451 w 764352"/>
                <a:gd name="connsiteY7" fmla="*/ 398851 h 794813"/>
                <a:gd name="connsiteX8" fmla="*/ 382627 w 764352"/>
                <a:gd name="connsiteY8" fmla="*/ 794877 h 794813"/>
                <a:gd name="connsiteX9" fmla="*/ 764803 w 764352"/>
                <a:gd name="connsiteY9" fmla="*/ 396129 h 79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4352" h="794813">
                  <a:moveTo>
                    <a:pt x="174447" y="396129"/>
                  </a:moveTo>
                  <a:cubicBezTo>
                    <a:pt x="174447" y="282733"/>
                    <a:pt x="260385" y="200398"/>
                    <a:pt x="382627" y="200398"/>
                  </a:cubicBezTo>
                  <a:cubicBezTo>
                    <a:pt x="499345" y="200398"/>
                    <a:pt x="590807" y="287616"/>
                    <a:pt x="590807" y="398851"/>
                  </a:cubicBezTo>
                  <a:cubicBezTo>
                    <a:pt x="590807" y="512287"/>
                    <a:pt x="502507" y="594582"/>
                    <a:pt x="382627" y="594582"/>
                  </a:cubicBezTo>
                  <a:cubicBezTo>
                    <a:pt x="265909" y="594582"/>
                    <a:pt x="174447" y="507404"/>
                    <a:pt x="174447" y="396129"/>
                  </a:cubicBezTo>
                  <a:moveTo>
                    <a:pt x="764803" y="396129"/>
                  </a:moveTo>
                  <a:cubicBezTo>
                    <a:pt x="764803" y="174060"/>
                    <a:pt x="599372" y="63"/>
                    <a:pt x="382627" y="63"/>
                  </a:cubicBezTo>
                  <a:cubicBezTo>
                    <a:pt x="168323" y="63"/>
                    <a:pt x="451" y="175261"/>
                    <a:pt x="451" y="398851"/>
                  </a:cubicBezTo>
                  <a:cubicBezTo>
                    <a:pt x="451" y="620920"/>
                    <a:pt x="165882" y="794877"/>
                    <a:pt x="382627" y="794877"/>
                  </a:cubicBezTo>
                  <a:cubicBezTo>
                    <a:pt x="596891" y="794877"/>
                    <a:pt x="764803" y="619719"/>
                    <a:pt x="764803" y="396129"/>
                  </a:cubicBezTo>
                </a:path>
              </a:pathLst>
            </a:custGeom>
            <a:grpFill/>
            <a:ln w="40027" cap="flat">
              <a:noFill/>
              <a:prstDash val="solid"/>
              <a:miter/>
            </a:ln>
          </p:spPr>
          <p:txBody>
            <a:bodyPr rtlCol="0" anchor="ctr"/>
            <a:lstStyle/>
            <a:p>
              <a:endParaRPr lang="en-IN"/>
            </a:p>
          </p:txBody>
        </p:sp>
        <p:sp>
          <p:nvSpPr>
            <p:cNvPr id="451" name="Freeform: Shape 450">
              <a:extLst>
                <a:ext uri="{FF2B5EF4-FFF2-40B4-BE49-F238E27FC236}">
                  <a16:creationId xmlns:a16="http://schemas.microsoft.com/office/drawing/2014/main" id="{43DE0544-7577-2DB4-BEA2-E2DE74151109}"/>
                </a:ext>
              </a:extLst>
            </p:cNvPr>
            <p:cNvSpPr/>
            <p:nvPr/>
          </p:nvSpPr>
          <p:spPr>
            <a:xfrm rot="5400000" flipV="1">
              <a:off x="3019714" y="4042373"/>
              <a:ext cx="764352" cy="794813"/>
            </a:xfrm>
            <a:custGeom>
              <a:avLst/>
              <a:gdLst>
                <a:gd name="connsiteX0" fmla="*/ 174283 w 764352"/>
                <a:gd name="connsiteY0" fmla="*/ 396089 h 794813"/>
                <a:gd name="connsiteX1" fmla="*/ 382463 w 764352"/>
                <a:gd name="connsiteY1" fmla="*/ 200398 h 794813"/>
                <a:gd name="connsiteX2" fmla="*/ 590642 w 764352"/>
                <a:gd name="connsiteY2" fmla="*/ 398851 h 794813"/>
                <a:gd name="connsiteX3" fmla="*/ 382463 w 764352"/>
                <a:gd name="connsiteY3" fmla="*/ 594542 h 794813"/>
                <a:gd name="connsiteX4" fmla="*/ 174283 w 764352"/>
                <a:gd name="connsiteY4" fmla="*/ 396089 h 794813"/>
                <a:gd name="connsiteX5" fmla="*/ 764639 w 764352"/>
                <a:gd name="connsiteY5" fmla="*/ 396089 h 794813"/>
                <a:gd name="connsiteX6" fmla="*/ 382463 w 764352"/>
                <a:gd name="connsiteY6" fmla="*/ 63 h 794813"/>
                <a:gd name="connsiteX7" fmla="*/ 286 w 764352"/>
                <a:gd name="connsiteY7" fmla="*/ 398851 h 794813"/>
                <a:gd name="connsiteX8" fmla="*/ 382463 w 764352"/>
                <a:gd name="connsiteY8" fmla="*/ 794877 h 794813"/>
                <a:gd name="connsiteX9" fmla="*/ 764639 w 764352"/>
                <a:gd name="connsiteY9" fmla="*/ 396089 h 79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4352" h="794813">
                  <a:moveTo>
                    <a:pt x="174283" y="396089"/>
                  </a:moveTo>
                  <a:cubicBezTo>
                    <a:pt x="174283" y="282693"/>
                    <a:pt x="260221" y="200398"/>
                    <a:pt x="382463" y="200398"/>
                  </a:cubicBezTo>
                  <a:cubicBezTo>
                    <a:pt x="499181" y="200398"/>
                    <a:pt x="590642" y="287576"/>
                    <a:pt x="590642" y="398851"/>
                  </a:cubicBezTo>
                  <a:cubicBezTo>
                    <a:pt x="590642" y="512247"/>
                    <a:pt x="502343" y="594542"/>
                    <a:pt x="382463" y="594542"/>
                  </a:cubicBezTo>
                  <a:cubicBezTo>
                    <a:pt x="265745" y="594542"/>
                    <a:pt x="174283" y="507364"/>
                    <a:pt x="174283" y="396089"/>
                  </a:cubicBezTo>
                  <a:moveTo>
                    <a:pt x="764639" y="396089"/>
                  </a:moveTo>
                  <a:cubicBezTo>
                    <a:pt x="764639" y="174020"/>
                    <a:pt x="599208" y="63"/>
                    <a:pt x="382463" y="63"/>
                  </a:cubicBezTo>
                  <a:cubicBezTo>
                    <a:pt x="168159" y="63"/>
                    <a:pt x="286" y="175221"/>
                    <a:pt x="286" y="398851"/>
                  </a:cubicBezTo>
                  <a:cubicBezTo>
                    <a:pt x="286" y="620880"/>
                    <a:pt x="165717" y="794877"/>
                    <a:pt x="382463" y="794877"/>
                  </a:cubicBezTo>
                  <a:cubicBezTo>
                    <a:pt x="596727" y="794877"/>
                    <a:pt x="764639" y="619679"/>
                    <a:pt x="764639" y="396089"/>
                  </a:cubicBezTo>
                </a:path>
              </a:pathLst>
            </a:custGeom>
            <a:grpFill/>
            <a:ln w="40027" cap="flat">
              <a:noFill/>
              <a:prstDash val="solid"/>
              <a:miter/>
            </a:ln>
          </p:spPr>
          <p:txBody>
            <a:bodyPr rtlCol="0" anchor="ctr"/>
            <a:lstStyle/>
            <a:p>
              <a:endParaRPr lang="en-IN"/>
            </a:p>
          </p:txBody>
        </p:sp>
      </p:grpSp>
      <p:grpSp>
        <p:nvGrpSpPr>
          <p:cNvPr id="456" name="Group 455">
            <a:extLst>
              <a:ext uri="{FF2B5EF4-FFF2-40B4-BE49-F238E27FC236}">
                <a16:creationId xmlns:a16="http://schemas.microsoft.com/office/drawing/2014/main" id="{E7EE9CBE-2BA1-6C35-17EF-FF35B1298D16}"/>
              </a:ext>
            </a:extLst>
          </p:cNvPr>
          <p:cNvGrpSpPr/>
          <p:nvPr/>
        </p:nvGrpSpPr>
        <p:grpSpPr>
          <a:xfrm>
            <a:off x="4157516" y="2538627"/>
            <a:ext cx="1293176" cy="210885"/>
            <a:chOff x="5305520" y="3495736"/>
            <a:chExt cx="1028794" cy="167769"/>
          </a:xfrm>
          <a:solidFill>
            <a:schemeClr val="bg1"/>
          </a:solidFill>
        </p:grpSpPr>
        <p:sp>
          <p:nvSpPr>
            <p:cNvPr id="19" name="Freeform: Shape 18">
              <a:extLst>
                <a:ext uri="{FF2B5EF4-FFF2-40B4-BE49-F238E27FC236}">
                  <a16:creationId xmlns:a16="http://schemas.microsoft.com/office/drawing/2014/main" id="{60F8009B-DAAA-1D7E-223B-7650D6227026}"/>
                </a:ext>
              </a:extLst>
            </p:cNvPr>
            <p:cNvSpPr/>
            <p:nvPr/>
          </p:nvSpPr>
          <p:spPr>
            <a:xfrm>
              <a:off x="6168580" y="3497675"/>
              <a:ext cx="165734" cy="165830"/>
            </a:xfrm>
            <a:custGeom>
              <a:avLst/>
              <a:gdLst>
                <a:gd name="connsiteX0" fmla="*/ 83534 w 165734"/>
                <a:gd name="connsiteY0" fmla="*/ 127921 h 165830"/>
                <a:gd name="connsiteX1" fmla="*/ 74771 w 165734"/>
                <a:gd name="connsiteY1" fmla="*/ 127064 h 165830"/>
                <a:gd name="connsiteX2" fmla="*/ 66389 w 165734"/>
                <a:gd name="connsiteY2" fmla="*/ 124492 h 165830"/>
                <a:gd name="connsiteX3" fmla="*/ 58674 w 165734"/>
                <a:gd name="connsiteY3" fmla="*/ 120301 h 165830"/>
                <a:gd name="connsiteX4" fmla="*/ 51911 w 165734"/>
                <a:gd name="connsiteY4" fmla="*/ 114681 h 165830"/>
                <a:gd name="connsiteX5" fmla="*/ 46292 w 165734"/>
                <a:gd name="connsiteY5" fmla="*/ 107918 h 165830"/>
                <a:gd name="connsiteX6" fmla="*/ 42100 w 165734"/>
                <a:gd name="connsiteY6" fmla="*/ 100203 h 165830"/>
                <a:gd name="connsiteX7" fmla="*/ 39529 w 165734"/>
                <a:gd name="connsiteY7" fmla="*/ 91821 h 165830"/>
                <a:gd name="connsiteX8" fmla="*/ 38671 w 165734"/>
                <a:gd name="connsiteY8" fmla="*/ 83058 h 165830"/>
                <a:gd name="connsiteX9" fmla="*/ 39529 w 165734"/>
                <a:gd name="connsiteY9" fmla="*/ 74295 h 165830"/>
                <a:gd name="connsiteX10" fmla="*/ 42100 w 165734"/>
                <a:gd name="connsiteY10" fmla="*/ 65913 h 165830"/>
                <a:gd name="connsiteX11" fmla="*/ 46292 w 165734"/>
                <a:gd name="connsiteY11" fmla="*/ 58198 h 165830"/>
                <a:gd name="connsiteX12" fmla="*/ 51911 w 165734"/>
                <a:gd name="connsiteY12" fmla="*/ 51435 h 165830"/>
                <a:gd name="connsiteX13" fmla="*/ 58674 w 165734"/>
                <a:gd name="connsiteY13" fmla="*/ 45815 h 165830"/>
                <a:gd name="connsiteX14" fmla="*/ 66389 w 165734"/>
                <a:gd name="connsiteY14" fmla="*/ 41624 h 165830"/>
                <a:gd name="connsiteX15" fmla="*/ 74771 w 165734"/>
                <a:gd name="connsiteY15" fmla="*/ 39053 h 165830"/>
                <a:gd name="connsiteX16" fmla="*/ 83534 w 165734"/>
                <a:gd name="connsiteY16" fmla="*/ 38195 h 165830"/>
                <a:gd name="connsiteX17" fmla="*/ 92297 w 165734"/>
                <a:gd name="connsiteY17" fmla="*/ 39053 h 165830"/>
                <a:gd name="connsiteX18" fmla="*/ 100679 w 165734"/>
                <a:gd name="connsiteY18" fmla="*/ 41624 h 165830"/>
                <a:gd name="connsiteX19" fmla="*/ 108394 w 165734"/>
                <a:gd name="connsiteY19" fmla="*/ 45815 h 165830"/>
                <a:gd name="connsiteX20" fmla="*/ 115157 w 165734"/>
                <a:gd name="connsiteY20" fmla="*/ 51435 h 165830"/>
                <a:gd name="connsiteX21" fmla="*/ 120777 w 165734"/>
                <a:gd name="connsiteY21" fmla="*/ 58198 h 165830"/>
                <a:gd name="connsiteX22" fmla="*/ 124968 w 165734"/>
                <a:gd name="connsiteY22" fmla="*/ 65913 h 165830"/>
                <a:gd name="connsiteX23" fmla="*/ 127540 w 165734"/>
                <a:gd name="connsiteY23" fmla="*/ 74295 h 165830"/>
                <a:gd name="connsiteX24" fmla="*/ 128397 w 165734"/>
                <a:gd name="connsiteY24" fmla="*/ 83058 h 165830"/>
                <a:gd name="connsiteX25" fmla="*/ 127540 w 165734"/>
                <a:gd name="connsiteY25" fmla="*/ 91821 h 165830"/>
                <a:gd name="connsiteX26" fmla="*/ 124968 w 165734"/>
                <a:gd name="connsiteY26" fmla="*/ 100203 h 165830"/>
                <a:gd name="connsiteX27" fmla="*/ 120777 w 165734"/>
                <a:gd name="connsiteY27" fmla="*/ 107918 h 165830"/>
                <a:gd name="connsiteX28" fmla="*/ 115157 w 165734"/>
                <a:gd name="connsiteY28" fmla="*/ 114681 h 165830"/>
                <a:gd name="connsiteX29" fmla="*/ 108394 w 165734"/>
                <a:gd name="connsiteY29" fmla="*/ 120301 h 165830"/>
                <a:gd name="connsiteX30" fmla="*/ 100679 w 165734"/>
                <a:gd name="connsiteY30" fmla="*/ 124492 h 165830"/>
                <a:gd name="connsiteX31" fmla="*/ 92297 w 165734"/>
                <a:gd name="connsiteY31" fmla="*/ 127064 h 165830"/>
                <a:gd name="connsiteX32" fmla="*/ 83534 w 165734"/>
                <a:gd name="connsiteY32" fmla="*/ 127921 h 165830"/>
                <a:gd name="connsiteX33" fmla="*/ 83534 w 165734"/>
                <a:gd name="connsiteY33" fmla="*/ 0 h 165830"/>
                <a:gd name="connsiteX34" fmla="*/ 75438 w 165734"/>
                <a:gd name="connsiteY34" fmla="*/ 381 h 165830"/>
                <a:gd name="connsiteX35" fmla="*/ 67342 w 165734"/>
                <a:gd name="connsiteY35" fmla="*/ 1524 h 165830"/>
                <a:gd name="connsiteX36" fmla="*/ 59436 w 165734"/>
                <a:gd name="connsiteY36" fmla="*/ 3429 h 165830"/>
                <a:gd name="connsiteX37" fmla="*/ 51721 w 165734"/>
                <a:gd name="connsiteY37" fmla="*/ 6096 h 165830"/>
                <a:gd name="connsiteX38" fmla="*/ 44291 w 165734"/>
                <a:gd name="connsiteY38" fmla="*/ 9525 h 165830"/>
                <a:gd name="connsiteX39" fmla="*/ 37243 w 165734"/>
                <a:gd name="connsiteY39" fmla="*/ 13716 h 165830"/>
                <a:gd name="connsiteX40" fmla="*/ 30670 w 165734"/>
                <a:gd name="connsiteY40" fmla="*/ 18574 h 165830"/>
                <a:gd name="connsiteX41" fmla="*/ 24574 w 165734"/>
                <a:gd name="connsiteY41" fmla="*/ 24003 h 165830"/>
                <a:gd name="connsiteX42" fmla="*/ 19050 w 165734"/>
                <a:gd name="connsiteY42" fmla="*/ 30004 h 165830"/>
                <a:gd name="connsiteX43" fmla="*/ 14192 w 165734"/>
                <a:gd name="connsiteY43" fmla="*/ 36481 h 165830"/>
                <a:gd name="connsiteX44" fmla="*/ 10001 w 165734"/>
                <a:gd name="connsiteY44" fmla="*/ 43434 h 165830"/>
                <a:gd name="connsiteX45" fmla="*/ 6477 w 165734"/>
                <a:gd name="connsiteY45" fmla="*/ 50768 h 165830"/>
                <a:gd name="connsiteX46" fmla="*/ 3715 w 165734"/>
                <a:gd name="connsiteY46" fmla="*/ 58388 h 165830"/>
                <a:gd name="connsiteX47" fmla="*/ 1715 w 165734"/>
                <a:gd name="connsiteY47" fmla="*/ 66294 h 165830"/>
                <a:gd name="connsiteX48" fmla="*/ 476 w 165734"/>
                <a:gd name="connsiteY48" fmla="*/ 74390 h 165830"/>
                <a:gd name="connsiteX49" fmla="*/ 0 w 165734"/>
                <a:gd name="connsiteY49" fmla="*/ 82487 h 165830"/>
                <a:gd name="connsiteX50" fmla="*/ 381 w 165734"/>
                <a:gd name="connsiteY50" fmla="*/ 90583 h 165830"/>
                <a:gd name="connsiteX51" fmla="*/ 1524 w 165734"/>
                <a:gd name="connsiteY51" fmla="*/ 98679 h 165830"/>
                <a:gd name="connsiteX52" fmla="*/ 3429 w 165734"/>
                <a:gd name="connsiteY52" fmla="*/ 106585 h 165830"/>
                <a:gd name="connsiteX53" fmla="*/ 6096 w 165734"/>
                <a:gd name="connsiteY53" fmla="*/ 114300 h 165830"/>
                <a:gd name="connsiteX54" fmla="*/ 9525 w 165734"/>
                <a:gd name="connsiteY54" fmla="*/ 121634 h 165830"/>
                <a:gd name="connsiteX55" fmla="*/ 13716 w 165734"/>
                <a:gd name="connsiteY55" fmla="*/ 128683 h 165830"/>
                <a:gd name="connsiteX56" fmla="*/ 18574 w 165734"/>
                <a:gd name="connsiteY56" fmla="*/ 135255 h 165830"/>
                <a:gd name="connsiteX57" fmla="*/ 24003 w 165734"/>
                <a:gd name="connsiteY57" fmla="*/ 141351 h 165830"/>
                <a:gd name="connsiteX58" fmla="*/ 30004 w 165734"/>
                <a:gd name="connsiteY58" fmla="*/ 146876 h 165830"/>
                <a:gd name="connsiteX59" fmla="*/ 36576 w 165734"/>
                <a:gd name="connsiteY59" fmla="*/ 151733 h 165830"/>
                <a:gd name="connsiteX60" fmla="*/ 43529 w 165734"/>
                <a:gd name="connsiteY60" fmla="*/ 155924 h 165830"/>
                <a:gd name="connsiteX61" fmla="*/ 50863 w 165734"/>
                <a:gd name="connsiteY61" fmla="*/ 159449 h 165830"/>
                <a:gd name="connsiteX62" fmla="*/ 58483 w 165734"/>
                <a:gd name="connsiteY62" fmla="*/ 162211 h 165830"/>
                <a:gd name="connsiteX63" fmla="*/ 66389 w 165734"/>
                <a:gd name="connsiteY63" fmla="*/ 164211 h 165830"/>
                <a:gd name="connsiteX64" fmla="*/ 74486 w 165734"/>
                <a:gd name="connsiteY64" fmla="*/ 165449 h 165830"/>
                <a:gd name="connsiteX65" fmla="*/ 82582 w 165734"/>
                <a:gd name="connsiteY65" fmla="*/ 165830 h 165830"/>
                <a:gd name="connsiteX66" fmla="*/ 90678 w 165734"/>
                <a:gd name="connsiteY66" fmla="*/ 165449 h 165830"/>
                <a:gd name="connsiteX67" fmla="*/ 98774 w 165734"/>
                <a:gd name="connsiteY67" fmla="*/ 164306 h 165830"/>
                <a:gd name="connsiteX68" fmla="*/ 106680 w 165734"/>
                <a:gd name="connsiteY68" fmla="*/ 162306 h 165830"/>
                <a:gd name="connsiteX69" fmla="*/ 114395 w 165734"/>
                <a:gd name="connsiteY69" fmla="*/ 159544 h 165830"/>
                <a:gd name="connsiteX70" fmla="*/ 121729 w 165734"/>
                <a:gd name="connsiteY70" fmla="*/ 156115 h 165830"/>
                <a:gd name="connsiteX71" fmla="*/ 128683 w 165734"/>
                <a:gd name="connsiteY71" fmla="*/ 151924 h 165830"/>
                <a:gd name="connsiteX72" fmla="*/ 135255 w 165734"/>
                <a:gd name="connsiteY72" fmla="*/ 147066 h 165830"/>
                <a:gd name="connsiteX73" fmla="*/ 141256 w 165734"/>
                <a:gd name="connsiteY73" fmla="*/ 141637 h 165830"/>
                <a:gd name="connsiteX74" fmla="*/ 146780 w 165734"/>
                <a:gd name="connsiteY74" fmla="*/ 135636 h 165830"/>
                <a:gd name="connsiteX75" fmla="*/ 151638 w 165734"/>
                <a:gd name="connsiteY75" fmla="*/ 129064 h 165830"/>
                <a:gd name="connsiteX76" fmla="*/ 155829 w 165734"/>
                <a:gd name="connsiteY76" fmla="*/ 122111 h 165830"/>
                <a:gd name="connsiteX77" fmla="*/ 159353 w 165734"/>
                <a:gd name="connsiteY77" fmla="*/ 114776 h 165830"/>
                <a:gd name="connsiteX78" fmla="*/ 162115 w 165734"/>
                <a:gd name="connsiteY78" fmla="*/ 107061 h 165830"/>
                <a:gd name="connsiteX79" fmla="*/ 164116 w 165734"/>
                <a:gd name="connsiteY79" fmla="*/ 99155 h 165830"/>
                <a:gd name="connsiteX80" fmla="*/ 165354 w 165734"/>
                <a:gd name="connsiteY80" fmla="*/ 91059 h 165830"/>
                <a:gd name="connsiteX81" fmla="*/ 165735 w 165734"/>
                <a:gd name="connsiteY81" fmla="*/ 82963 h 165830"/>
                <a:gd name="connsiteX82" fmla="*/ 165354 w 165734"/>
                <a:gd name="connsiteY82" fmla="*/ 74867 h 165830"/>
                <a:gd name="connsiteX83" fmla="*/ 164211 w 165734"/>
                <a:gd name="connsiteY83" fmla="*/ 66866 h 165830"/>
                <a:gd name="connsiteX84" fmla="*/ 162211 w 165734"/>
                <a:gd name="connsiteY84" fmla="*/ 58960 h 165830"/>
                <a:gd name="connsiteX85" fmla="*/ 159448 w 165734"/>
                <a:gd name="connsiteY85" fmla="*/ 51340 h 165830"/>
                <a:gd name="connsiteX86" fmla="*/ 156019 w 165734"/>
                <a:gd name="connsiteY86" fmla="*/ 44006 h 165830"/>
                <a:gd name="connsiteX87" fmla="*/ 151828 w 165734"/>
                <a:gd name="connsiteY87" fmla="*/ 37052 h 165830"/>
                <a:gd name="connsiteX88" fmla="*/ 147066 w 165734"/>
                <a:gd name="connsiteY88" fmla="*/ 30575 h 165830"/>
                <a:gd name="connsiteX89" fmla="*/ 141637 w 165734"/>
                <a:gd name="connsiteY89" fmla="*/ 24575 h 165830"/>
                <a:gd name="connsiteX90" fmla="*/ 135636 w 165734"/>
                <a:gd name="connsiteY90" fmla="*/ 19145 h 165830"/>
                <a:gd name="connsiteX91" fmla="*/ 129159 w 165734"/>
                <a:gd name="connsiteY91" fmla="*/ 14288 h 165830"/>
                <a:gd name="connsiteX92" fmla="*/ 122206 w 165734"/>
                <a:gd name="connsiteY92" fmla="*/ 10097 h 165830"/>
                <a:gd name="connsiteX93" fmla="*/ 114871 w 165734"/>
                <a:gd name="connsiteY93" fmla="*/ 6572 h 165830"/>
                <a:gd name="connsiteX94" fmla="*/ 107251 w 165734"/>
                <a:gd name="connsiteY94" fmla="*/ 3810 h 165830"/>
                <a:gd name="connsiteX95" fmla="*/ 99441 w 165734"/>
                <a:gd name="connsiteY95" fmla="*/ 1810 h 165830"/>
                <a:gd name="connsiteX96" fmla="*/ 91440 w 165734"/>
                <a:gd name="connsiteY96" fmla="*/ 572 h 165830"/>
                <a:gd name="connsiteX97" fmla="*/ 83344 w 165734"/>
                <a:gd name="connsiteY97" fmla="*/ 95 h 16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65734" h="165830">
                  <a:moveTo>
                    <a:pt x="83534" y="127921"/>
                  </a:moveTo>
                  <a:cubicBezTo>
                    <a:pt x="80581" y="127921"/>
                    <a:pt x="77629" y="127635"/>
                    <a:pt x="74771" y="127064"/>
                  </a:cubicBezTo>
                  <a:cubicBezTo>
                    <a:pt x="71914" y="126492"/>
                    <a:pt x="69056" y="125635"/>
                    <a:pt x="66389" y="124492"/>
                  </a:cubicBezTo>
                  <a:cubicBezTo>
                    <a:pt x="63627" y="123349"/>
                    <a:pt x="61055" y="122015"/>
                    <a:pt x="58674" y="120301"/>
                  </a:cubicBezTo>
                  <a:cubicBezTo>
                    <a:pt x="56197" y="118681"/>
                    <a:pt x="53911" y="116777"/>
                    <a:pt x="51911" y="114681"/>
                  </a:cubicBezTo>
                  <a:cubicBezTo>
                    <a:pt x="49816" y="112586"/>
                    <a:pt x="48006" y="110300"/>
                    <a:pt x="46292" y="107918"/>
                  </a:cubicBezTo>
                  <a:cubicBezTo>
                    <a:pt x="44672" y="105442"/>
                    <a:pt x="43244" y="102870"/>
                    <a:pt x="42100" y="100203"/>
                  </a:cubicBezTo>
                  <a:cubicBezTo>
                    <a:pt x="40957" y="97441"/>
                    <a:pt x="40100" y="94679"/>
                    <a:pt x="39529" y="91821"/>
                  </a:cubicBezTo>
                  <a:cubicBezTo>
                    <a:pt x="38957" y="88964"/>
                    <a:pt x="38671" y="86011"/>
                    <a:pt x="38671" y="83058"/>
                  </a:cubicBezTo>
                  <a:cubicBezTo>
                    <a:pt x="38671" y="80105"/>
                    <a:pt x="38957" y="77153"/>
                    <a:pt x="39529" y="74295"/>
                  </a:cubicBezTo>
                  <a:cubicBezTo>
                    <a:pt x="40100" y="71438"/>
                    <a:pt x="40957" y="68580"/>
                    <a:pt x="42100" y="65913"/>
                  </a:cubicBezTo>
                  <a:cubicBezTo>
                    <a:pt x="43244" y="63151"/>
                    <a:pt x="44577" y="60579"/>
                    <a:pt x="46292" y="58198"/>
                  </a:cubicBezTo>
                  <a:cubicBezTo>
                    <a:pt x="47911" y="55721"/>
                    <a:pt x="49816" y="53435"/>
                    <a:pt x="51911" y="51435"/>
                  </a:cubicBezTo>
                  <a:cubicBezTo>
                    <a:pt x="54007" y="49340"/>
                    <a:pt x="56293" y="47530"/>
                    <a:pt x="58674" y="45815"/>
                  </a:cubicBezTo>
                  <a:cubicBezTo>
                    <a:pt x="61150" y="44196"/>
                    <a:pt x="63722" y="42767"/>
                    <a:pt x="66389" y="41624"/>
                  </a:cubicBezTo>
                  <a:cubicBezTo>
                    <a:pt x="69151" y="40481"/>
                    <a:pt x="71914" y="39624"/>
                    <a:pt x="74771" y="39053"/>
                  </a:cubicBezTo>
                  <a:cubicBezTo>
                    <a:pt x="77629" y="38481"/>
                    <a:pt x="80581" y="38195"/>
                    <a:pt x="83534" y="38195"/>
                  </a:cubicBezTo>
                  <a:cubicBezTo>
                    <a:pt x="86487" y="38195"/>
                    <a:pt x="89440" y="38481"/>
                    <a:pt x="92297" y="39053"/>
                  </a:cubicBezTo>
                  <a:cubicBezTo>
                    <a:pt x="95155" y="39624"/>
                    <a:pt x="98012" y="40481"/>
                    <a:pt x="100679" y="41624"/>
                  </a:cubicBezTo>
                  <a:cubicBezTo>
                    <a:pt x="103442" y="42767"/>
                    <a:pt x="106013" y="44101"/>
                    <a:pt x="108394" y="45815"/>
                  </a:cubicBezTo>
                  <a:cubicBezTo>
                    <a:pt x="110871" y="47434"/>
                    <a:pt x="113157" y="49340"/>
                    <a:pt x="115157" y="51435"/>
                  </a:cubicBezTo>
                  <a:cubicBezTo>
                    <a:pt x="117157" y="53531"/>
                    <a:pt x="119063" y="55817"/>
                    <a:pt x="120777" y="58198"/>
                  </a:cubicBezTo>
                  <a:cubicBezTo>
                    <a:pt x="122396" y="60674"/>
                    <a:pt x="123825" y="63246"/>
                    <a:pt x="124968" y="65913"/>
                  </a:cubicBezTo>
                  <a:cubicBezTo>
                    <a:pt x="126111" y="68675"/>
                    <a:pt x="126968" y="71438"/>
                    <a:pt x="127540" y="74295"/>
                  </a:cubicBezTo>
                  <a:cubicBezTo>
                    <a:pt x="128111" y="77153"/>
                    <a:pt x="128397" y="80105"/>
                    <a:pt x="128397" y="83058"/>
                  </a:cubicBezTo>
                  <a:cubicBezTo>
                    <a:pt x="128397" y="86011"/>
                    <a:pt x="128111" y="88964"/>
                    <a:pt x="127540" y="91821"/>
                  </a:cubicBezTo>
                  <a:cubicBezTo>
                    <a:pt x="126968" y="94679"/>
                    <a:pt x="126111" y="97536"/>
                    <a:pt x="124968" y="100203"/>
                  </a:cubicBezTo>
                  <a:cubicBezTo>
                    <a:pt x="123825" y="102965"/>
                    <a:pt x="122492" y="105537"/>
                    <a:pt x="120777" y="107918"/>
                  </a:cubicBezTo>
                  <a:cubicBezTo>
                    <a:pt x="119158" y="110395"/>
                    <a:pt x="117253" y="112681"/>
                    <a:pt x="115157" y="114681"/>
                  </a:cubicBezTo>
                  <a:cubicBezTo>
                    <a:pt x="113062" y="116777"/>
                    <a:pt x="110776" y="118586"/>
                    <a:pt x="108394" y="120301"/>
                  </a:cubicBezTo>
                  <a:cubicBezTo>
                    <a:pt x="105918" y="121920"/>
                    <a:pt x="103346" y="123349"/>
                    <a:pt x="100679" y="124492"/>
                  </a:cubicBezTo>
                  <a:cubicBezTo>
                    <a:pt x="97917" y="125635"/>
                    <a:pt x="95155" y="126492"/>
                    <a:pt x="92297" y="127064"/>
                  </a:cubicBezTo>
                  <a:cubicBezTo>
                    <a:pt x="89440" y="127635"/>
                    <a:pt x="86487" y="127921"/>
                    <a:pt x="83534" y="127921"/>
                  </a:cubicBezTo>
                  <a:moveTo>
                    <a:pt x="83534" y="0"/>
                  </a:moveTo>
                  <a:cubicBezTo>
                    <a:pt x="80772" y="0"/>
                    <a:pt x="78105" y="95"/>
                    <a:pt x="75438" y="381"/>
                  </a:cubicBezTo>
                  <a:cubicBezTo>
                    <a:pt x="72771" y="667"/>
                    <a:pt x="70009" y="1048"/>
                    <a:pt x="67342" y="1524"/>
                  </a:cubicBezTo>
                  <a:cubicBezTo>
                    <a:pt x="64675" y="2000"/>
                    <a:pt x="62008" y="2667"/>
                    <a:pt x="59436" y="3429"/>
                  </a:cubicBezTo>
                  <a:cubicBezTo>
                    <a:pt x="56864" y="4191"/>
                    <a:pt x="54292" y="5144"/>
                    <a:pt x="51721" y="6096"/>
                  </a:cubicBezTo>
                  <a:cubicBezTo>
                    <a:pt x="49244" y="7144"/>
                    <a:pt x="46768" y="8287"/>
                    <a:pt x="44291" y="9525"/>
                  </a:cubicBezTo>
                  <a:cubicBezTo>
                    <a:pt x="41910" y="10763"/>
                    <a:pt x="39529" y="12192"/>
                    <a:pt x="37243" y="13716"/>
                  </a:cubicBezTo>
                  <a:cubicBezTo>
                    <a:pt x="34957" y="15240"/>
                    <a:pt x="32766" y="16859"/>
                    <a:pt x="30670" y="18574"/>
                  </a:cubicBezTo>
                  <a:cubicBezTo>
                    <a:pt x="28575" y="20288"/>
                    <a:pt x="26575" y="22098"/>
                    <a:pt x="24574" y="24003"/>
                  </a:cubicBezTo>
                  <a:cubicBezTo>
                    <a:pt x="22669" y="25908"/>
                    <a:pt x="20765" y="27908"/>
                    <a:pt x="19050" y="30004"/>
                  </a:cubicBezTo>
                  <a:cubicBezTo>
                    <a:pt x="17335" y="32099"/>
                    <a:pt x="15716" y="34290"/>
                    <a:pt x="14192" y="36481"/>
                  </a:cubicBezTo>
                  <a:cubicBezTo>
                    <a:pt x="12668" y="38672"/>
                    <a:pt x="11240" y="41053"/>
                    <a:pt x="10001" y="43434"/>
                  </a:cubicBezTo>
                  <a:cubicBezTo>
                    <a:pt x="8668" y="45815"/>
                    <a:pt x="7525" y="48292"/>
                    <a:pt x="6477" y="50768"/>
                  </a:cubicBezTo>
                  <a:cubicBezTo>
                    <a:pt x="5429" y="53245"/>
                    <a:pt x="4477" y="55817"/>
                    <a:pt x="3715" y="58388"/>
                  </a:cubicBezTo>
                  <a:cubicBezTo>
                    <a:pt x="2953" y="60960"/>
                    <a:pt x="2191" y="63627"/>
                    <a:pt x="1715" y="66294"/>
                  </a:cubicBezTo>
                  <a:cubicBezTo>
                    <a:pt x="1143" y="68961"/>
                    <a:pt x="762" y="71628"/>
                    <a:pt x="476" y="74390"/>
                  </a:cubicBezTo>
                  <a:cubicBezTo>
                    <a:pt x="190" y="77057"/>
                    <a:pt x="95" y="79820"/>
                    <a:pt x="0" y="82487"/>
                  </a:cubicBezTo>
                  <a:cubicBezTo>
                    <a:pt x="0" y="85249"/>
                    <a:pt x="95" y="87916"/>
                    <a:pt x="381" y="90583"/>
                  </a:cubicBezTo>
                  <a:cubicBezTo>
                    <a:pt x="667" y="93250"/>
                    <a:pt x="1048" y="96012"/>
                    <a:pt x="1524" y="98679"/>
                  </a:cubicBezTo>
                  <a:cubicBezTo>
                    <a:pt x="2000" y="101346"/>
                    <a:pt x="2667" y="104013"/>
                    <a:pt x="3429" y="106585"/>
                  </a:cubicBezTo>
                  <a:cubicBezTo>
                    <a:pt x="4191" y="109156"/>
                    <a:pt x="5144" y="111728"/>
                    <a:pt x="6096" y="114300"/>
                  </a:cubicBezTo>
                  <a:cubicBezTo>
                    <a:pt x="7144" y="116777"/>
                    <a:pt x="8287" y="119253"/>
                    <a:pt x="9525" y="121634"/>
                  </a:cubicBezTo>
                  <a:cubicBezTo>
                    <a:pt x="10763" y="124016"/>
                    <a:pt x="12192" y="126397"/>
                    <a:pt x="13716" y="128683"/>
                  </a:cubicBezTo>
                  <a:cubicBezTo>
                    <a:pt x="15240" y="130969"/>
                    <a:pt x="16859" y="133160"/>
                    <a:pt x="18574" y="135255"/>
                  </a:cubicBezTo>
                  <a:cubicBezTo>
                    <a:pt x="20288" y="137351"/>
                    <a:pt x="22098" y="139351"/>
                    <a:pt x="24003" y="141351"/>
                  </a:cubicBezTo>
                  <a:cubicBezTo>
                    <a:pt x="25908" y="143256"/>
                    <a:pt x="27908" y="145066"/>
                    <a:pt x="30004" y="146876"/>
                  </a:cubicBezTo>
                  <a:cubicBezTo>
                    <a:pt x="32099" y="148590"/>
                    <a:pt x="34290" y="150209"/>
                    <a:pt x="36576" y="151733"/>
                  </a:cubicBezTo>
                  <a:cubicBezTo>
                    <a:pt x="38862" y="153257"/>
                    <a:pt x="41148" y="154686"/>
                    <a:pt x="43529" y="155924"/>
                  </a:cubicBezTo>
                  <a:cubicBezTo>
                    <a:pt x="45910" y="157258"/>
                    <a:pt x="48387" y="158401"/>
                    <a:pt x="50863" y="159449"/>
                  </a:cubicBezTo>
                  <a:cubicBezTo>
                    <a:pt x="53340" y="160496"/>
                    <a:pt x="55912" y="161449"/>
                    <a:pt x="58483" y="162211"/>
                  </a:cubicBezTo>
                  <a:cubicBezTo>
                    <a:pt x="61055" y="162973"/>
                    <a:pt x="63722" y="163640"/>
                    <a:pt x="66389" y="164211"/>
                  </a:cubicBezTo>
                  <a:cubicBezTo>
                    <a:pt x="69056" y="164783"/>
                    <a:pt x="71723" y="165164"/>
                    <a:pt x="74486" y="165449"/>
                  </a:cubicBezTo>
                  <a:cubicBezTo>
                    <a:pt x="77152" y="165735"/>
                    <a:pt x="79915" y="165830"/>
                    <a:pt x="82582" y="165830"/>
                  </a:cubicBezTo>
                  <a:cubicBezTo>
                    <a:pt x="85344" y="165830"/>
                    <a:pt x="88011" y="165735"/>
                    <a:pt x="90678" y="165449"/>
                  </a:cubicBezTo>
                  <a:cubicBezTo>
                    <a:pt x="93345" y="165164"/>
                    <a:pt x="96107" y="164783"/>
                    <a:pt x="98774" y="164306"/>
                  </a:cubicBezTo>
                  <a:cubicBezTo>
                    <a:pt x="101441" y="163735"/>
                    <a:pt x="104108" y="163163"/>
                    <a:pt x="106680" y="162306"/>
                  </a:cubicBezTo>
                  <a:cubicBezTo>
                    <a:pt x="109252" y="161544"/>
                    <a:pt x="111823" y="160592"/>
                    <a:pt x="114395" y="159544"/>
                  </a:cubicBezTo>
                  <a:cubicBezTo>
                    <a:pt x="116872" y="158496"/>
                    <a:pt x="119348" y="157353"/>
                    <a:pt x="121729" y="156115"/>
                  </a:cubicBezTo>
                  <a:cubicBezTo>
                    <a:pt x="124111" y="154877"/>
                    <a:pt x="126492" y="153448"/>
                    <a:pt x="128683" y="151924"/>
                  </a:cubicBezTo>
                  <a:cubicBezTo>
                    <a:pt x="130969" y="150400"/>
                    <a:pt x="133159" y="148781"/>
                    <a:pt x="135255" y="147066"/>
                  </a:cubicBezTo>
                  <a:cubicBezTo>
                    <a:pt x="137350" y="145352"/>
                    <a:pt x="139351" y="143542"/>
                    <a:pt x="141256" y="141637"/>
                  </a:cubicBezTo>
                  <a:cubicBezTo>
                    <a:pt x="143161" y="139732"/>
                    <a:pt x="144970" y="137731"/>
                    <a:pt x="146780" y="135636"/>
                  </a:cubicBezTo>
                  <a:cubicBezTo>
                    <a:pt x="148495" y="133541"/>
                    <a:pt x="150114" y="131350"/>
                    <a:pt x="151638" y="129064"/>
                  </a:cubicBezTo>
                  <a:cubicBezTo>
                    <a:pt x="153162" y="126778"/>
                    <a:pt x="154591" y="124492"/>
                    <a:pt x="155829" y="122111"/>
                  </a:cubicBezTo>
                  <a:cubicBezTo>
                    <a:pt x="157067" y="119729"/>
                    <a:pt x="158305" y="117253"/>
                    <a:pt x="159353" y="114776"/>
                  </a:cubicBezTo>
                  <a:cubicBezTo>
                    <a:pt x="160401" y="112300"/>
                    <a:pt x="161353" y="109728"/>
                    <a:pt x="162115" y="107061"/>
                  </a:cubicBezTo>
                  <a:cubicBezTo>
                    <a:pt x="162877" y="104489"/>
                    <a:pt x="163544" y="101822"/>
                    <a:pt x="164116" y="99155"/>
                  </a:cubicBezTo>
                  <a:cubicBezTo>
                    <a:pt x="164687" y="96488"/>
                    <a:pt x="165068" y="93821"/>
                    <a:pt x="165354" y="91059"/>
                  </a:cubicBezTo>
                  <a:cubicBezTo>
                    <a:pt x="165640" y="88392"/>
                    <a:pt x="165735" y="85630"/>
                    <a:pt x="165735" y="82963"/>
                  </a:cubicBezTo>
                  <a:cubicBezTo>
                    <a:pt x="165735" y="80296"/>
                    <a:pt x="165640" y="77533"/>
                    <a:pt x="165354" y="74867"/>
                  </a:cubicBezTo>
                  <a:cubicBezTo>
                    <a:pt x="165068" y="72200"/>
                    <a:pt x="164687" y="69532"/>
                    <a:pt x="164211" y="66866"/>
                  </a:cubicBezTo>
                  <a:cubicBezTo>
                    <a:pt x="163640" y="64199"/>
                    <a:pt x="163068" y="61627"/>
                    <a:pt x="162211" y="58960"/>
                  </a:cubicBezTo>
                  <a:cubicBezTo>
                    <a:pt x="161449" y="56388"/>
                    <a:pt x="160496" y="53816"/>
                    <a:pt x="159448" y="51340"/>
                  </a:cubicBezTo>
                  <a:cubicBezTo>
                    <a:pt x="158401" y="48863"/>
                    <a:pt x="157258" y="46387"/>
                    <a:pt x="156019" y="44006"/>
                  </a:cubicBezTo>
                  <a:cubicBezTo>
                    <a:pt x="154781" y="41624"/>
                    <a:pt x="153352" y="39338"/>
                    <a:pt x="151828" y="37052"/>
                  </a:cubicBezTo>
                  <a:cubicBezTo>
                    <a:pt x="150304" y="34766"/>
                    <a:pt x="148685" y="32671"/>
                    <a:pt x="147066" y="30575"/>
                  </a:cubicBezTo>
                  <a:cubicBezTo>
                    <a:pt x="145351" y="28480"/>
                    <a:pt x="143542" y="26480"/>
                    <a:pt x="141637" y="24575"/>
                  </a:cubicBezTo>
                  <a:cubicBezTo>
                    <a:pt x="139732" y="22670"/>
                    <a:pt x="137731" y="20860"/>
                    <a:pt x="135636" y="19145"/>
                  </a:cubicBezTo>
                  <a:cubicBezTo>
                    <a:pt x="133540" y="17431"/>
                    <a:pt x="131350" y="15811"/>
                    <a:pt x="129159" y="14288"/>
                  </a:cubicBezTo>
                  <a:cubicBezTo>
                    <a:pt x="126873" y="12764"/>
                    <a:pt x="124587" y="11335"/>
                    <a:pt x="122206" y="10097"/>
                  </a:cubicBezTo>
                  <a:cubicBezTo>
                    <a:pt x="119824" y="8858"/>
                    <a:pt x="117348" y="7620"/>
                    <a:pt x="114871" y="6572"/>
                  </a:cubicBezTo>
                  <a:cubicBezTo>
                    <a:pt x="112395" y="5525"/>
                    <a:pt x="109823" y="4572"/>
                    <a:pt x="107251" y="3810"/>
                  </a:cubicBezTo>
                  <a:cubicBezTo>
                    <a:pt x="104680" y="3048"/>
                    <a:pt x="102013" y="2381"/>
                    <a:pt x="99441" y="1810"/>
                  </a:cubicBezTo>
                  <a:cubicBezTo>
                    <a:pt x="96774" y="1238"/>
                    <a:pt x="94107" y="857"/>
                    <a:pt x="91440" y="572"/>
                  </a:cubicBezTo>
                  <a:cubicBezTo>
                    <a:pt x="88773" y="286"/>
                    <a:pt x="86011" y="95"/>
                    <a:pt x="83344" y="95"/>
                  </a:cubicBezTo>
                </a:path>
              </a:pathLst>
            </a:custGeom>
            <a:grpFill/>
            <a:ln w="9525"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411FDF0D-E6DA-E2AC-FBA7-C80DF03DE7E9}"/>
                </a:ext>
              </a:extLst>
            </p:cNvPr>
            <p:cNvSpPr/>
            <p:nvPr/>
          </p:nvSpPr>
          <p:spPr>
            <a:xfrm>
              <a:off x="5787294" y="3495736"/>
              <a:ext cx="222980" cy="164530"/>
            </a:xfrm>
            <a:custGeom>
              <a:avLst/>
              <a:gdLst>
                <a:gd name="connsiteX0" fmla="*/ 161925 w 222980"/>
                <a:gd name="connsiteY0" fmla="*/ 129 h 164530"/>
                <a:gd name="connsiteX1" fmla="*/ 110299 w 222980"/>
                <a:gd name="connsiteY1" fmla="*/ 9939 h 164530"/>
                <a:gd name="connsiteX2" fmla="*/ 90773 w 222980"/>
                <a:gd name="connsiteY2" fmla="*/ 2129 h 164530"/>
                <a:gd name="connsiteX3" fmla="*/ 69818 w 222980"/>
                <a:gd name="connsiteY3" fmla="*/ 129 h 164530"/>
                <a:gd name="connsiteX4" fmla="*/ 4191 w 222980"/>
                <a:gd name="connsiteY4" fmla="*/ 10797 h 164530"/>
                <a:gd name="connsiteX5" fmla="*/ 0 w 222980"/>
                <a:gd name="connsiteY5" fmla="*/ 12225 h 164530"/>
                <a:gd name="connsiteX6" fmla="*/ 0 w 222980"/>
                <a:gd name="connsiteY6" fmla="*/ 164340 h 164530"/>
                <a:gd name="connsiteX7" fmla="*/ 41434 w 222980"/>
                <a:gd name="connsiteY7" fmla="*/ 164340 h 164530"/>
                <a:gd name="connsiteX8" fmla="*/ 41434 w 222980"/>
                <a:gd name="connsiteY8" fmla="*/ 39943 h 164530"/>
                <a:gd name="connsiteX9" fmla="*/ 64675 w 222980"/>
                <a:gd name="connsiteY9" fmla="*/ 36228 h 164530"/>
                <a:gd name="connsiteX10" fmla="*/ 91249 w 222980"/>
                <a:gd name="connsiteY10" fmla="*/ 64137 h 164530"/>
                <a:gd name="connsiteX11" fmla="*/ 91249 w 222980"/>
                <a:gd name="connsiteY11" fmla="*/ 164530 h 164530"/>
                <a:gd name="connsiteX12" fmla="*/ 132683 w 222980"/>
                <a:gd name="connsiteY12" fmla="*/ 164530 h 164530"/>
                <a:gd name="connsiteX13" fmla="*/ 132683 w 222980"/>
                <a:gd name="connsiteY13" fmla="*/ 60993 h 164530"/>
                <a:gd name="connsiteX14" fmla="*/ 130874 w 222980"/>
                <a:gd name="connsiteY14" fmla="*/ 40134 h 164530"/>
                <a:gd name="connsiteX15" fmla="*/ 153162 w 222980"/>
                <a:gd name="connsiteY15" fmla="*/ 35943 h 164530"/>
                <a:gd name="connsiteX16" fmla="*/ 181547 w 222980"/>
                <a:gd name="connsiteY16" fmla="*/ 63851 h 164530"/>
                <a:gd name="connsiteX17" fmla="*/ 181547 w 222980"/>
                <a:gd name="connsiteY17" fmla="*/ 164244 h 164530"/>
                <a:gd name="connsiteX18" fmla="*/ 222980 w 222980"/>
                <a:gd name="connsiteY18" fmla="*/ 164244 h 164530"/>
                <a:gd name="connsiteX19" fmla="*/ 222980 w 222980"/>
                <a:gd name="connsiteY19" fmla="*/ 60612 h 164530"/>
                <a:gd name="connsiteX20" fmla="*/ 210503 w 222980"/>
                <a:gd name="connsiteY20" fmla="*/ 17845 h 164530"/>
                <a:gd name="connsiteX21" fmla="*/ 200025 w 222980"/>
                <a:gd name="connsiteY21" fmla="*/ 9749 h 164530"/>
                <a:gd name="connsiteX22" fmla="*/ 188119 w 222980"/>
                <a:gd name="connsiteY22" fmla="*/ 3939 h 164530"/>
                <a:gd name="connsiteX23" fmla="*/ 175260 w 222980"/>
                <a:gd name="connsiteY23" fmla="*/ 700 h 164530"/>
                <a:gd name="connsiteX24" fmla="*/ 162020 w 222980"/>
                <a:gd name="connsiteY24" fmla="*/ 129 h 164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2980" h="164530">
                  <a:moveTo>
                    <a:pt x="161925" y="129"/>
                  </a:moveTo>
                  <a:cubicBezTo>
                    <a:pt x="144113" y="129"/>
                    <a:pt x="126873" y="3367"/>
                    <a:pt x="110299" y="9939"/>
                  </a:cubicBezTo>
                  <a:cubicBezTo>
                    <a:pt x="104108" y="6415"/>
                    <a:pt x="97631" y="3843"/>
                    <a:pt x="90773" y="2129"/>
                  </a:cubicBezTo>
                  <a:cubicBezTo>
                    <a:pt x="83915" y="510"/>
                    <a:pt x="76962" y="-252"/>
                    <a:pt x="69818" y="129"/>
                  </a:cubicBezTo>
                  <a:cubicBezTo>
                    <a:pt x="47339" y="33"/>
                    <a:pt x="25527" y="3558"/>
                    <a:pt x="4191" y="10797"/>
                  </a:cubicBezTo>
                  <a:lnTo>
                    <a:pt x="0" y="12225"/>
                  </a:lnTo>
                  <a:lnTo>
                    <a:pt x="0" y="164340"/>
                  </a:lnTo>
                  <a:lnTo>
                    <a:pt x="41434" y="164340"/>
                  </a:lnTo>
                  <a:lnTo>
                    <a:pt x="41434" y="39943"/>
                  </a:lnTo>
                  <a:cubicBezTo>
                    <a:pt x="48958" y="37371"/>
                    <a:pt x="56674" y="36133"/>
                    <a:pt x="64675" y="36228"/>
                  </a:cubicBezTo>
                  <a:cubicBezTo>
                    <a:pt x="85153" y="36228"/>
                    <a:pt x="91249" y="42801"/>
                    <a:pt x="91249" y="64137"/>
                  </a:cubicBezTo>
                  <a:lnTo>
                    <a:pt x="91249" y="164530"/>
                  </a:lnTo>
                  <a:lnTo>
                    <a:pt x="132683" y="164530"/>
                  </a:lnTo>
                  <a:lnTo>
                    <a:pt x="132683" y="60993"/>
                  </a:lnTo>
                  <a:cubicBezTo>
                    <a:pt x="132969" y="53945"/>
                    <a:pt x="132302" y="46992"/>
                    <a:pt x="130874" y="40134"/>
                  </a:cubicBezTo>
                  <a:cubicBezTo>
                    <a:pt x="138112" y="37467"/>
                    <a:pt x="145542" y="36038"/>
                    <a:pt x="153162" y="35943"/>
                  </a:cubicBezTo>
                  <a:cubicBezTo>
                    <a:pt x="172688" y="35943"/>
                    <a:pt x="181547" y="44801"/>
                    <a:pt x="181547" y="63851"/>
                  </a:cubicBezTo>
                  <a:lnTo>
                    <a:pt x="181547" y="164244"/>
                  </a:lnTo>
                  <a:lnTo>
                    <a:pt x="222980" y="164244"/>
                  </a:lnTo>
                  <a:lnTo>
                    <a:pt x="222980" y="60612"/>
                  </a:lnTo>
                  <a:cubicBezTo>
                    <a:pt x="222980" y="40134"/>
                    <a:pt x="219742" y="28037"/>
                    <a:pt x="210503" y="17845"/>
                  </a:cubicBezTo>
                  <a:cubicBezTo>
                    <a:pt x="207264" y="14797"/>
                    <a:pt x="203740" y="12130"/>
                    <a:pt x="200025" y="9749"/>
                  </a:cubicBezTo>
                  <a:cubicBezTo>
                    <a:pt x="196215" y="7463"/>
                    <a:pt x="192310" y="5463"/>
                    <a:pt x="188119" y="3939"/>
                  </a:cubicBezTo>
                  <a:cubicBezTo>
                    <a:pt x="183928" y="2415"/>
                    <a:pt x="179641" y="1367"/>
                    <a:pt x="175260" y="700"/>
                  </a:cubicBezTo>
                  <a:cubicBezTo>
                    <a:pt x="170878" y="33"/>
                    <a:pt x="166497" y="-157"/>
                    <a:pt x="162020" y="129"/>
                  </a:cubicBezTo>
                </a:path>
              </a:pathLst>
            </a:custGeom>
            <a:grpFill/>
            <a:ln w="9525"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4328B79D-8EBD-1616-10E6-12651E10DA2B}"/>
                </a:ext>
              </a:extLst>
            </p:cNvPr>
            <p:cNvSpPr/>
            <p:nvPr/>
          </p:nvSpPr>
          <p:spPr>
            <a:xfrm>
              <a:off x="6029991" y="3496151"/>
              <a:ext cx="135731" cy="166893"/>
            </a:xfrm>
            <a:custGeom>
              <a:avLst/>
              <a:gdLst>
                <a:gd name="connsiteX0" fmla="*/ 85058 w 135731"/>
                <a:gd name="connsiteY0" fmla="*/ 131064 h 166893"/>
                <a:gd name="connsiteX1" fmla="*/ 41719 w 135731"/>
                <a:gd name="connsiteY1" fmla="*/ 84011 h 166893"/>
                <a:gd name="connsiteX2" fmla="*/ 85535 w 135731"/>
                <a:gd name="connsiteY2" fmla="*/ 35814 h 166893"/>
                <a:gd name="connsiteX3" fmla="*/ 100775 w 135731"/>
                <a:gd name="connsiteY3" fmla="*/ 37814 h 166893"/>
                <a:gd name="connsiteX4" fmla="*/ 116872 w 135731"/>
                <a:gd name="connsiteY4" fmla="*/ 46101 h 166893"/>
                <a:gd name="connsiteX5" fmla="*/ 134398 w 135731"/>
                <a:gd name="connsiteY5" fmla="*/ 16097 h 166893"/>
                <a:gd name="connsiteX6" fmla="*/ 109538 w 135731"/>
                <a:gd name="connsiteY6" fmla="*/ 3715 h 166893"/>
                <a:gd name="connsiteX7" fmla="*/ 82963 w 135731"/>
                <a:gd name="connsiteY7" fmla="*/ 0 h 166893"/>
                <a:gd name="connsiteX8" fmla="*/ 0 w 135731"/>
                <a:gd name="connsiteY8" fmla="*/ 85725 h 166893"/>
                <a:gd name="connsiteX9" fmla="*/ 80772 w 135731"/>
                <a:gd name="connsiteY9" fmla="*/ 166878 h 166893"/>
                <a:gd name="connsiteX10" fmla="*/ 109919 w 135731"/>
                <a:gd name="connsiteY10" fmla="*/ 162211 h 166893"/>
                <a:gd name="connsiteX11" fmla="*/ 135731 w 135731"/>
                <a:gd name="connsiteY11" fmla="*/ 147733 h 166893"/>
                <a:gd name="connsiteX12" fmla="*/ 115062 w 135731"/>
                <a:gd name="connsiteY12" fmla="*/ 121253 h 166893"/>
                <a:gd name="connsiteX13" fmla="*/ 100775 w 135731"/>
                <a:gd name="connsiteY13" fmla="*/ 128397 h 166893"/>
                <a:gd name="connsiteX14" fmla="*/ 84963 w 135731"/>
                <a:gd name="connsiteY14" fmla="*/ 130683 h 166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5731" h="166893">
                  <a:moveTo>
                    <a:pt x="85058" y="131064"/>
                  </a:moveTo>
                  <a:cubicBezTo>
                    <a:pt x="57531" y="131064"/>
                    <a:pt x="41719" y="114014"/>
                    <a:pt x="41719" y="84011"/>
                  </a:cubicBezTo>
                  <a:cubicBezTo>
                    <a:pt x="41719" y="54007"/>
                    <a:pt x="57721" y="35814"/>
                    <a:pt x="85535" y="35814"/>
                  </a:cubicBezTo>
                  <a:cubicBezTo>
                    <a:pt x="90678" y="35719"/>
                    <a:pt x="95821" y="36385"/>
                    <a:pt x="100775" y="37814"/>
                  </a:cubicBezTo>
                  <a:cubicBezTo>
                    <a:pt x="106585" y="39624"/>
                    <a:pt x="112014" y="42386"/>
                    <a:pt x="116872" y="46101"/>
                  </a:cubicBezTo>
                  <a:lnTo>
                    <a:pt x="134398" y="16097"/>
                  </a:lnTo>
                  <a:cubicBezTo>
                    <a:pt x="126968" y="10192"/>
                    <a:pt x="118681" y="6096"/>
                    <a:pt x="109538" y="3715"/>
                  </a:cubicBezTo>
                  <a:cubicBezTo>
                    <a:pt x="100870" y="1524"/>
                    <a:pt x="92012" y="286"/>
                    <a:pt x="82963" y="0"/>
                  </a:cubicBezTo>
                  <a:cubicBezTo>
                    <a:pt x="33242" y="0"/>
                    <a:pt x="0" y="34480"/>
                    <a:pt x="0" y="85725"/>
                  </a:cubicBezTo>
                  <a:cubicBezTo>
                    <a:pt x="0" y="136970"/>
                    <a:pt x="31718" y="166878"/>
                    <a:pt x="80772" y="166878"/>
                  </a:cubicBezTo>
                  <a:cubicBezTo>
                    <a:pt x="90773" y="167069"/>
                    <a:pt x="100489" y="165545"/>
                    <a:pt x="109919" y="162211"/>
                  </a:cubicBezTo>
                  <a:cubicBezTo>
                    <a:pt x="119348" y="158972"/>
                    <a:pt x="128016" y="154115"/>
                    <a:pt x="135731" y="147733"/>
                  </a:cubicBezTo>
                  <a:lnTo>
                    <a:pt x="115062" y="121253"/>
                  </a:lnTo>
                  <a:cubicBezTo>
                    <a:pt x="110681" y="124397"/>
                    <a:pt x="105918" y="126778"/>
                    <a:pt x="100775" y="128397"/>
                  </a:cubicBezTo>
                  <a:cubicBezTo>
                    <a:pt x="95631" y="130016"/>
                    <a:pt x="90297" y="130778"/>
                    <a:pt x="84963" y="130683"/>
                  </a:cubicBezTo>
                </a:path>
              </a:pathLst>
            </a:custGeom>
            <a:grp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D49251C-31AD-667F-174D-FBAE8047A473}"/>
                </a:ext>
              </a:extLst>
            </p:cNvPr>
            <p:cNvSpPr/>
            <p:nvPr/>
          </p:nvSpPr>
          <p:spPr>
            <a:xfrm>
              <a:off x="5488876" y="3497008"/>
              <a:ext cx="116300" cy="162877"/>
            </a:xfrm>
            <a:custGeom>
              <a:avLst/>
              <a:gdLst>
                <a:gd name="connsiteX0" fmla="*/ 86487 w 116300"/>
                <a:gd name="connsiteY0" fmla="*/ 191 h 162877"/>
                <a:gd name="connsiteX1" fmla="*/ 0 w 116300"/>
                <a:gd name="connsiteY1" fmla="*/ 81534 h 162877"/>
                <a:gd name="connsiteX2" fmla="*/ 0 w 116300"/>
                <a:gd name="connsiteY2" fmla="*/ 162878 h 162877"/>
                <a:gd name="connsiteX3" fmla="*/ 42291 w 116300"/>
                <a:gd name="connsiteY3" fmla="*/ 162878 h 162877"/>
                <a:gd name="connsiteX4" fmla="*/ 42291 w 116300"/>
                <a:gd name="connsiteY4" fmla="*/ 80963 h 162877"/>
                <a:gd name="connsiteX5" fmla="*/ 82772 w 116300"/>
                <a:gd name="connsiteY5" fmla="*/ 35814 h 162877"/>
                <a:gd name="connsiteX6" fmla="*/ 106490 w 116300"/>
                <a:gd name="connsiteY6" fmla="*/ 39053 h 162877"/>
                <a:gd name="connsiteX7" fmla="*/ 116300 w 116300"/>
                <a:gd name="connsiteY7" fmla="*/ 2286 h 162877"/>
                <a:gd name="connsiteX8" fmla="*/ 86487 w 116300"/>
                <a:gd name="connsiteY8" fmla="*/ 0 h 162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300" h="162877">
                  <a:moveTo>
                    <a:pt x="86487" y="191"/>
                  </a:moveTo>
                  <a:cubicBezTo>
                    <a:pt x="27432" y="191"/>
                    <a:pt x="0" y="26194"/>
                    <a:pt x="0" y="81534"/>
                  </a:cubicBezTo>
                  <a:lnTo>
                    <a:pt x="0" y="162878"/>
                  </a:lnTo>
                  <a:lnTo>
                    <a:pt x="42291" y="162878"/>
                  </a:lnTo>
                  <a:lnTo>
                    <a:pt x="42291" y="80963"/>
                  </a:lnTo>
                  <a:cubicBezTo>
                    <a:pt x="42291" y="53054"/>
                    <a:pt x="58103" y="35814"/>
                    <a:pt x="82772" y="35814"/>
                  </a:cubicBezTo>
                  <a:cubicBezTo>
                    <a:pt x="90773" y="35814"/>
                    <a:pt x="98679" y="36957"/>
                    <a:pt x="106490" y="39053"/>
                  </a:cubicBezTo>
                  <a:lnTo>
                    <a:pt x="116300" y="2286"/>
                  </a:lnTo>
                  <a:cubicBezTo>
                    <a:pt x="106394" y="857"/>
                    <a:pt x="96488" y="95"/>
                    <a:pt x="86487" y="0"/>
                  </a:cubicBezTo>
                </a:path>
              </a:pathLst>
            </a:custGeom>
            <a:grpFill/>
            <a:ln w="9525"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CAFD4655-6224-13B1-AD8A-D76176F069E1}"/>
                </a:ext>
              </a:extLst>
            </p:cNvPr>
            <p:cNvSpPr/>
            <p:nvPr/>
          </p:nvSpPr>
          <p:spPr>
            <a:xfrm>
              <a:off x="5602128" y="3496532"/>
              <a:ext cx="161163" cy="163544"/>
            </a:xfrm>
            <a:custGeom>
              <a:avLst/>
              <a:gdLst>
                <a:gd name="connsiteX0" fmla="*/ 119634 w 161163"/>
                <a:gd name="connsiteY0" fmla="*/ 81820 h 163544"/>
                <a:gd name="connsiteX1" fmla="*/ 83344 w 161163"/>
                <a:gd name="connsiteY1" fmla="*/ 35338 h 163544"/>
                <a:gd name="connsiteX2" fmla="*/ 42863 w 161163"/>
                <a:gd name="connsiteY2" fmla="*/ 80963 h 163544"/>
                <a:gd name="connsiteX3" fmla="*/ 94012 w 161163"/>
                <a:gd name="connsiteY3" fmla="*/ 128397 h 163544"/>
                <a:gd name="connsiteX4" fmla="*/ 119539 w 161163"/>
                <a:gd name="connsiteY4" fmla="*/ 128397 h 163544"/>
                <a:gd name="connsiteX5" fmla="*/ 119539 w 161163"/>
                <a:gd name="connsiteY5" fmla="*/ 81915 h 163544"/>
                <a:gd name="connsiteX6" fmla="*/ 160877 w 161163"/>
                <a:gd name="connsiteY6" fmla="*/ 77438 h 163544"/>
                <a:gd name="connsiteX7" fmla="*/ 160877 w 161163"/>
                <a:gd name="connsiteY7" fmla="*/ 163544 h 163544"/>
                <a:gd name="connsiteX8" fmla="*/ 104108 w 161163"/>
                <a:gd name="connsiteY8" fmla="*/ 163544 h 163544"/>
                <a:gd name="connsiteX9" fmla="*/ 27432 w 161163"/>
                <a:gd name="connsiteY9" fmla="*/ 146971 h 163544"/>
                <a:gd name="connsiteX10" fmla="*/ 0 w 161163"/>
                <a:gd name="connsiteY10" fmla="*/ 82391 h 163544"/>
                <a:gd name="connsiteX11" fmla="*/ 86487 w 161163"/>
                <a:gd name="connsiteY11" fmla="*/ 0 h 163544"/>
                <a:gd name="connsiteX12" fmla="*/ 161163 w 161163"/>
                <a:gd name="connsiteY12" fmla="*/ 77248 h 1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163" h="163544">
                  <a:moveTo>
                    <a:pt x="119634" y="81820"/>
                  </a:moveTo>
                  <a:cubicBezTo>
                    <a:pt x="119634" y="50673"/>
                    <a:pt x="107537" y="35338"/>
                    <a:pt x="83344" y="35338"/>
                  </a:cubicBezTo>
                  <a:cubicBezTo>
                    <a:pt x="59150" y="35338"/>
                    <a:pt x="42863" y="53530"/>
                    <a:pt x="42863" y="80963"/>
                  </a:cubicBezTo>
                  <a:cubicBezTo>
                    <a:pt x="42863" y="114109"/>
                    <a:pt x="58674" y="128397"/>
                    <a:pt x="94012" y="128397"/>
                  </a:cubicBezTo>
                  <a:lnTo>
                    <a:pt x="119539" y="128397"/>
                  </a:lnTo>
                  <a:lnTo>
                    <a:pt x="119539" y="81915"/>
                  </a:lnTo>
                  <a:close/>
                  <a:moveTo>
                    <a:pt x="160877" y="77438"/>
                  </a:moveTo>
                  <a:lnTo>
                    <a:pt x="160877" y="163544"/>
                  </a:lnTo>
                  <a:lnTo>
                    <a:pt x="104108" y="163544"/>
                  </a:lnTo>
                  <a:cubicBezTo>
                    <a:pt x="65056" y="163544"/>
                    <a:pt x="47815" y="160687"/>
                    <a:pt x="27432" y="146971"/>
                  </a:cubicBezTo>
                  <a:cubicBezTo>
                    <a:pt x="9811" y="134874"/>
                    <a:pt x="0" y="112109"/>
                    <a:pt x="0" y="82391"/>
                  </a:cubicBezTo>
                  <a:cubicBezTo>
                    <a:pt x="0" y="41529"/>
                    <a:pt x="26956" y="0"/>
                    <a:pt x="86487" y="0"/>
                  </a:cubicBezTo>
                  <a:cubicBezTo>
                    <a:pt x="134874" y="0"/>
                    <a:pt x="161163" y="26956"/>
                    <a:pt x="161163" y="77248"/>
                  </a:cubicBezTo>
                </a:path>
              </a:pathLst>
            </a:custGeom>
            <a:grpFill/>
            <a:ln w="9525"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67FB13C6-60CC-9811-0F9E-DC97FE0942CF}"/>
                </a:ext>
              </a:extLst>
            </p:cNvPr>
            <p:cNvSpPr/>
            <p:nvPr/>
          </p:nvSpPr>
          <p:spPr>
            <a:xfrm>
              <a:off x="5305520" y="3496532"/>
              <a:ext cx="160496" cy="163544"/>
            </a:xfrm>
            <a:custGeom>
              <a:avLst/>
              <a:gdLst>
                <a:gd name="connsiteX0" fmla="*/ 117539 w 160496"/>
                <a:gd name="connsiteY0" fmla="*/ 81820 h 163544"/>
                <a:gd name="connsiteX1" fmla="*/ 81725 w 160496"/>
                <a:gd name="connsiteY1" fmla="*/ 35338 h 163544"/>
                <a:gd name="connsiteX2" fmla="*/ 41243 w 160496"/>
                <a:gd name="connsiteY2" fmla="*/ 80963 h 163544"/>
                <a:gd name="connsiteX3" fmla="*/ 92393 w 160496"/>
                <a:gd name="connsiteY3" fmla="*/ 128397 h 163544"/>
                <a:gd name="connsiteX4" fmla="*/ 117253 w 160496"/>
                <a:gd name="connsiteY4" fmla="*/ 128397 h 163544"/>
                <a:gd name="connsiteX5" fmla="*/ 117539 w 160496"/>
                <a:gd name="connsiteY5" fmla="*/ 81915 h 163544"/>
                <a:gd name="connsiteX6" fmla="*/ 160306 w 160496"/>
                <a:gd name="connsiteY6" fmla="*/ 77438 h 163544"/>
                <a:gd name="connsiteX7" fmla="*/ 160306 w 160496"/>
                <a:gd name="connsiteY7" fmla="*/ 163544 h 163544"/>
                <a:gd name="connsiteX8" fmla="*/ 104108 w 160496"/>
                <a:gd name="connsiteY8" fmla="*/ 163544 h 163544"/>
                <a:gd name="connsiteX9" fmla="*/ 27432 w 160496"/>
                <a:gd name="connsiteY9" fmla="*/ 146971 h 163544"/>
                <a:gd name="connsiteX10" fmla="*/ 0 w 160496"/>
                <a:gd name="connsiteY10" fmla="*/ 82391 h 163544"/>
                <a:gd name="connsiteX11" fmla="*/ 86487 w 160496"/>
                <a:gd name="connsiteY11" fmla="*/ 0 h 163544"/>
                <a:gd name="connsiteX12" fmla="*/ 160496 w 160496"/>
                <a:gd name="connsiteY12" fmla="*/ 77248 h 1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496" h="163544">
                  <a:moveTo>
                    <a:pt x="117539" y="81820"/>
                  </a:moveTo>
                  <a:cubicBezTo>
                    <a:pt x="117539" y="50197"/>
                    <a:pt x="106299" y="35338"/>
                    <a:pt x="81725" y="35338"/>
                  </a:cubicBezTo>
                  <a:cubicBezTo>
                    <a:pt x="57150" y="35338"/>
                    <a:pt x="41243" y="53530"/>
                    <a:pt x="41243" y="80963"/>
                  </a:cubicBezTo>
                  <a:cubicBezTo>
                    <a:pt x="41243" y="114109"/>
                    <a:pt x="57055" y="128397"/>
                    <a:pt x="92393" y="128397"/>
                  </a:cubicBezTo>
                  <a:lnTo>
                    <a:pt x="117253" y="128397"/>
                  </a:lnTo>
                  <a:lnTo>
                    <a:pt x="117539" y="81915"/>
                  </a:lnTo>
                  <a:close/>
                  <a:moveTo>
                    <a:pt x="160306" y="77438"/>
                  </a:moveTo>
                  <a:lnTo>
                    <a:pt x="160306" y="163544"/>
                  </a:lnTo>
                  <a:lnTo>
                    <a:pt x="104108" y="163544"/>
                  </a:lnTo>
                  <a:cubicBezTo>
                    <a:pt x="65056" y="163544"/>
                    <a:pt x="47816" y="160687"/>
                    <a:pt x="27432" y="146971"/>
                  </a:cubicBezTo>
                  <a:cubicBezTo>
                    <a:pt x="9811" y="134874"/>
                    <a:pt x="0" y="112109"/>
                    <a:pt x="0" y="82391"/>
                  </a:cubicBezTo>
                  <a:cubicBezTo>
                    <a:pt x="0" y="41529"/>
                    <a:pt x="26956" y="0"/>
                    <a:pt x="86487" y="0"/>
                  </a:cubicBezTo>
                  <a:cubicBezTo>
                    <a:pt x="134874" y="0"/>
                    <a:pt x="160496" y="26956"/>
                    <a:pt x="160496" y="77248"/>
                  </a:cubicBezTo>
                </a:path>
              </a:pathLst>
            </a:custGeom>
            <a:grpFill/>
            <a:ln w="9525" cap="flat">
              <a:noFill/>
              <a:prstDash val="solid"/>
              <a:miter/>
            </a:ln>
          </p:spPr>
          <p:txBody>
            <a:bodyPr rtlCol="0" anchor="ctr"/>
            <a:lstStyle/>
            <a:p>
              <a:endParaRPr lang="en-IN"/>
            </a:p>
          </p:txBody>
        </p:sp>
        <p:sp>
          <p:nvSpPr>
            <p:cNvPr id="232" name="Freeform: Shape 231">
              <a:extLst>
                <a:ext uri="{FF2B5EF4-FFF2-40B4-BE49-F238E27FC236}">
                  <a16:creationId xmlns:a16="http://schemas.microsoft.com/office/drawing/2014/main" id="{ACEF74BA-7326-DD53-FA9C-6007276DBBCC}"/>
                </a:ext>
              </a:extLst>
            </p:cNvPr>
            <p:cNvSpPr/>
            <p:nvPr/>
          </p:nvSpPr>
          <p:spPr>
            <a:xfrm>
              <a:off x="6168580" y="3497675"/>
              <a:ext cx="165734" cy="165830"/>
            </a:xfrm>
            <a:custGeom>
              <a:avLst/>
              <a:gdLst>
                <a:gd name="connsiteX0" fmla="*/ 83534 w 165734"/>
                <a:gd name="connsiteY0" fmla="*/ 127921 h 165830"/>
                <a:gd name="connsiteX1" fmla="*/ 74771 w 165734"/>
                <a:gd name="connsiteY1" fmla="*/ 127064 h 165830"/>
                <a:gd name="connsiteX2" fmla="*/ 66389 w 165734"/>
                <a:gd name="connsiteY2" fmla="*/ 124492 h 165830"/>
                <a:gd name="connsiteX3" fmla="*/ 58674 w 165734"/>
                <a:gd name="connsiteY3" fmla="*/ 120301 h 165830"/>
                <a:gd name="connsiteX4" fmla="*/ 51911 w 165734"/>
                <a:gd name="connsiteY4" fmla="*/ 114681 h 165830"/>
                <a:gd name="connsiteX5" fmla="*/ 46292 w 165734"/>
                <a:gd name="connsiteY5" fmla="*/ 107918 h 165830"/>
                <a:gd name="connsiteX6" fmla="*/ 42100 w 165734"/>
                <a:gd name="connsiteY6" fmla="*/ 100203 h 165830"/>
                <a:gd name="connsiteX7" fmla="*/ 39529 w 165734"/>
                <a:gd name="connsiteY7" fmla="*/ 91821 h 165830"/>
                <a:gd name="connsiteX8" fmla="*/ 38671 w 165734"/>
                <a:gd name="connsiteY8" fmla="*/ 83058 h 165830"/>
                <a:gd name="connsiteX9" fmla="*/ 39529 w 165734"/>
                <a:gd name="connsiteY9" fmla="*/ 74295 h 165830"/>
                <a:gd name="connsiteX10" fmla="*/ 42100 w 165734"/>
                <a:gd name="connsiteY10" fmla="*/ 65913 h 165830"/>
                <a:gd name="connsiteX11" fmla="*/ 46292 w 165734"/>
                <a:gd name="connsiteY11" fmla="*/ 58198 h 165830"/>
                <a:gd name="connsiteX12" fmla="*/ 51911 w 165734"/>
                <a:gd name="connsiteY12" fmla="*/ 51435 h 165830"/>
                <a:gd name="connsiteX13" fmla="*/ 58674 w 165734"/>
                <a:gd name="connsiteY13" fmla="*/ 45815 h 165830"/>
                <a:gd name="connsiteX14" fmla="*/ 66389 w 165734"/>
                <a:gd name="connsiteY14" fmla="*/ 41624 h 165830"/>
                <a:gd name="connsiteX15" fmla="*/ 74771 w 165734"/>
                <a:gd name="connsiteY15" fmla="*/ 39053 h 165830"/>
                <a:gd name="connsiteX16" fmla="*/ 83534 w 165734"/>
                <a:gd name="connsiteY16" fmla="*/ 38195 h 165830"/>
                <a:gd name="connsiteX17" fmla="*/ 92297 w 165734"/>
                <a:gd name="connsiteY17" fmla="*/ 39053 h 165830"/>
                <a:gd name="connsiteX18" fmla="*/ 100679 w 165734"/>
                <a:gd name="connsiteY18" fmla="*/ 41624 h 165830"/>
                <a:gd name="connsiteX19" fmla="*/ 108394 w 165734"/>
                <a:gd name="connsiteY19" fmla="*/ 45815 h 165830"/>
                <a:gd name="connsiteX20" fmla="*/ 115157 w 165734"/>
                <a:gd name="connsiteY20" fmla="*/ 51435 h 165830"/>
                <a:gd name="connsiteX21" fmla="*/ 120777 w 165734"/>
                <a:gd name="connsiteY21" fmla="*/ 58198 h 165830"/>
                <a:gd name="connsiteX22" fmla="*/ 124968 w 165734"/>
                <a:gd name="connsiteY22" fmla="*/ 65913 h 165830"/>
                <a:gd name="connsiteX23" fmla="*/ 127540 w 165734"/>
                <a:gd name="connsiteY23" fmla="*/ 74295 h 165830"/>
                <a:gd name="connsiteX24" fmla="*/ 128397 w 165734"/>
                <a:gd name="connsiteY24" fmla="*/ 83058 h 165830"/>
                <a:gd name="connsiteX25" fmla="*/ 127540 w 165734"/>
                <a:gd name="connsiteY25" fmla="*/ 91821 h 165830"/>
                <a:gd name="connsiteX26" fmla="*/ 124968 w 165734"/>
                <a:gd name="connsiteY26" fmla="*/ 100203 h 165830"/>
                <a:gd name="connsiteX27" fmla="*/ 120777 w 165734"/>
                <a:gd name="connsiteY27" fmla="*/ 107918 h 165830"/>
                <a:gd name="connsiteX28" fmla="*/ 115157 w 165734"/>
                <a:gd name="connsiteY28" fmla="*/ 114681 h 165830"/>
                <a:gd name="connsiteX29" fmla="*/ 108394 w 165734"/>
                <a:gd name="connsiteY29" fmla="*/ 120301 h 165830"/>
                <a:gd name="connsiteX30" fmla="*/ 100679 w 165734"/>
                <a:gd name="connsiteY30" fmla="*/ 124492 h 165830"/>
                <a:gd name="connsiteX31" fmla="*/ 92297 w 165734"/>
                <a:gd name="connsiteY31" fmla="*/ 127064 h 165830"/>
                <a:gd name="connsiteX32" fmla="*/ 83534 w 165734"/>
                <a:gd name="connsiteY32" fmla="*/ 127921 h 165830"/>
                <a:gd name="connsiteX33" fmla="*/ 83534 w 165734"/>
                <a:gd name="connsiteY33" fmla="*/ 0 h 165830"/>
                <a:gd name="connsiteX34" fmla="*/ 75438 w 165734"/>
                <a:gd name="connsiteY34" fmla="*/ 381 h 165830"/>
                <a:gd name="connsiteX35" fmla="*/ 67342 w 165734"/>
                <a:gd name="connsiteY35" fmla="*/ 1524 h 165830"/>
                <a:gd name="connsiteX36" fmla="*/ 59436 w 165734"/>
                <a:gd name="connsiteY36" fmla="*/ 3429 h 165830"/>
                <a:gd name="connsiteX37" fmla="*/ 51721 w 165734"/>
                <a:gd name="connsiteY37" fmla="*/ 6096 h 165830"/>
                <a:gd name="connsiteX38" fmla="*/ 44291 w 165734"/>
                <a:gd name="connsiteY38" fmla="*/ 9525 h 165830"/>
                <a:gd name="connsiteX39" fmla="*/ 37243 w 165734"/>
                <a:gd name="connsiteY39" fmla="*/ 13716 h 165830"/>
                <a:gd name="connsiteX40" fmla="*/ 30670 w 165734"/>
                <a:gd name="connsiteY40" fmla="*/ 18574 h 165830"/>
                <a:gd name="connsiteX41" fmla="*/ 24574 w 165734"/>
                <a:gd name="connsiteY41" fmla="*/ 24003 h 165830"/>
                <a:gd name="connsiteX42" fmla="*/ 19050 w 165734"/>
                <a:gd name="connsiteY42" fmla="*/ 30004 h 165830"/>
                <a:gd name="connsiteX43" fmla="*/ 14192 w 165734"/>
                <a:gd name="connsiteY43" fmla="*/ 36481 h 165830"/>
                <a:gd name="connsiteX44" fmla="*/ 10001 w 165734"/>
                <a:gd name="connsiteY44" fmla="*/ 43434 h 165830"/>
                <a:gd name="connsiteX45" fmla="*/ 6477 w 165734"/>
                <a:gd name="connsiteY45" fmla="*/ 50768 h 165830"/>
                <a:gd name="connsiteX46" fmla="*/ 3715 w 165734"/>
                <a:gd name="connsiteY46" fmla="*/ 58388 h 165830"/>
                <a:gd name="connsiteX47" fmla="*/ 1715 w 165734"/>
                <a:gd name="connsiteY47" fmla="*/ 66294 h 165830"/>
                <a:gd name="connsiteX48" fmla="*/ 476 w 165734"/>
                <a:gd name="connsiteY48" fmla="*/ 74390 h 165830"/>
                <a:gd name="connsiteX49" fmla="*/ 0 w 165734"/>
                <a:gd name="connsiteY49" fmla="*/ 82487 h 165830"/>
                <a:gd name="connsiteX50" fmla="*/ 381 w 165734"/>
                <a:gd name="connsiteY50" fmla="*/ 90583 h 165830"/>
                <a:gd name="connsiteX51" fmla="*/ 1524 w 165734"/>
                <a:gd name="connsiteY51" fmla="*/ 98679 h 165830"/>
                <a:gd name="connsiteX52" fmla="*/ 3429 w 165734"/>
                <a:gd name="connsiteY52" fmla="*/ 106585 h 165830"/>
                <a:gd name="connsiteX53" fmla="*/ 6096 w 165734"/>
                <a:gd name="connsiteY53" fmla="*/ 114300 h 165830"/>
                <a:gd name="connsiteX54" fmla="*/ 9525 w 165734"/>
                <a:gd name="connsiteY54" fmla="*/ 121634 h 165830"/>
                <a:gd name="connsiteX55" fmla="*/ 13716 w 165734"/>
                <a:gd name="connsiteY55" fmla="*/ 128683 h 165830"/>
                <a:gd name="connsiteX56" fmla="*/ 18574 w 165734"/>
                <a:gd name="connsiteY56" fmla="*/ 135255 h 165830"/>
                <a:gd name="connsiteX57" fmla="*/ 24003 w 165734"/>
                <a:gd name="connsiteY57" fmla="*/ 141351 h 165830"/>
                <a:gd name="connsiteX58" fmla="*/ 30004 w 165734"/>
                <a:gd name="connsiteY58" fmla="*/ 146876 h 165830"/>
                <a:gd name="connsiteX59" fmla="*/ 36576 w 165734"/>
                <a:gd name="connsiteY59" fmla="*/ 151733 h 165830"/>
                <a:gd name="connsiteX60" fmla="*/ 43529 w 165734"/>
                <a:gd name="connsiteY60" fmla="*/ 155924 h 165830"/>
                <a:gd name="connsiteX61" fmla="*/ 50863 w 165734"/>
                <a:gd name="connsiteY61" fmla="*/ 159449 h 165830"/>
                <a:gd name="connsiteX62" fmla="*/ 58483 w 165734"/>
                <a:gd name="connsiteY62" fmla="*/ 162211 h 165830"/>
                <a:gd name="connsiteX63" fmla="*/ 66389 w 165734"/>
                <a:gd name="connsiteY63" fmla="*/ 164211 h 165830"/>
                <a:gd name="connsiteX64" fmla="*/ 74486 w 165734"/>
                <a:gd name="connsiteY64" fmla="*/ 165449 h 165830"/>
                <a:gd name="connsiteX65" fmla="*/ 82582 w 165734"/>
                <a:gd name="connsiteY65" fmla="*/ 165830 h 165830"/>
                <a:gd name="connsiteX66" fmla="*/ 90678 w 165734"/>
                <a:gd name="connsiteY66" fmla="*/ 165449 h 165830"/>
                <a:gd name="connsiteX67" fmla="*/ 98774 w 165734"/>
                <a:gd name="connsiteY67" fmla="*/ 164306 h 165830"/>
                <a:gd name="connsiteX68" fmla="*/ 106680 w 165734"/>
                <a:gd name="connsiteY68" fmla="*/ 162306 h 165830"/>
                <a:gd name="connsiteX69" fmla="*/ 114395 w 165734"/>
                <a:gd name="connsiteY69" fmla="*/ 159544 h 165830"/>
                <a:gd name="connsiteX70" fmla="*/ 121729 w 165734"/>
                <a:gd name="connsiteY70" fmla="*/ 156115 h 165830"/>
                <a:gd name="connsiteX71" fmla="*/ 128683 w 165734"/>
                <a:gd name="connsiteY71" fmla="*/ 151924 h 165830"/>
                <a:gd name="connsiteX72" fmla="*/ 135255 w 165734"/>
                <a:gd name="connsiteY72" fmla="*/ 147066 h 165830"/>
                <a:gd name="connsiteX73" fmla="*/ 141256 w 165734"/>
                <a:gd name="connsiteY73" fmla="*/ 141637 h 165830"/>
                <a:gd name="connsiteX74" fmla="*/ 146780 w 165734"/>
                <a:gd name="connsiteY74" fmla="*/ 135636 h 165830"/>
                <a:gd name="connsiteX75" fmla="*/ 151638 w 165734"/>
                <a:gd name="connsiteY75" fmla="*/ 129064 h 165830"/>
                <a:gd name="connsiteX76" fmla="*/ 155829 w 165734"/>
                <a:gd name="connsiteY76" fmla="*/ 122111 h 165830"/>
                <a:gd name="connsiteX77" fmla="*/ 159353 w 165734"/>
                <a:gd name="connsiteY77" fmla="*/ 114776 h 165830"/>
                <a:gd name="connsiteX78" fmla="*/ 162115 w 165734"/>
                <a:gd name="connsiteY78" fmla="*/ 107061 h 165830"/>
                <a:gd name="connsiteX79" fmla="*/ 164116 w 165734"/>
                <a:gd name="connsiteY79" fmla="*/ 99155 h 165830"/>
                <a:gd name="connsiteX80" fmla="*/ 165354 w 165734"/>
                <a:gd name="connsiteY80" fmla="*/ 91059 h 165830"/>
                <a:gd name="connsiteX81" fmla="*/ 165735 w 165734"/>
                <a:gd name="connsiteY81" fmla="*/ 82963 h 165830"/>
                <a:gd name="connsiteX82" fmla="*/ 165354 w 165734"/>
                <a:gd name="connsiteY82" fmla="*/ 74867 h 165830"/>
                <a:gd name="connsiteX83" fmla="*/ 164211 w 165734"/>
                <a:gd name="connsiteY83" fmla="*/ 66866 h 165830"/>
                <a:gd name="connsiteX84" fmla="*/ 162211 w 165734"/>
                <a:gd name="connsiteY84" fmla="*/ 58960 h 165830"/>
                <a:gd name="connsiteX85" fmla="*/ 159448 w 165734"/>
                <a:gd name="connsiteY85" fmla="*/ 51340 h 165830"/>
                <a:gd name="connsiteX86" fmla="*/ 156019 w 165734"/>
                <a:gd name="connsiteY86" fmla="*/ 44006 h 165830"/>
                <a:gd name="connsiteX87" fmla="*/ 151828 w 165734"/>
                <a:gd name="connsiteY87" fmla="*/ 37052 h 165830"/>
                <a:gd name="connsiteX88" fmla="*/ 147066 w 165734"/>
                <a:gd name="connsiteY88" fmla="*/ 30575 h 165830"/>
                <a:gd name="connsiteX89" fmla="*/ 141637 w 165734"/>
                <a:gd name="connsiteY89" fmla="*/ 24575 h 165830"/>
                <a:gd name="connsiteX90" fmla="*/ 135636 w 165734"/>
                <a:gd name="connsiteY90" fmla="*/ 19145 h 165830"/>
                <a:gd name="connsiteX91" fmla="*/ 129159 w 165734"/>
                <a:gd name="connsiteY91" fmla="*/ 14288 h 165830"/>
                <a:gd name="connsiteX92" fmla="*/ 122206 w 165734"/>
                <a:gd name="connsiteY92" fmla="*/ 10097 h 165830"/>
                <a:gd name="connsiteX93" fmla="*/ 114871 w 165734"/>
                <a:gd name="connsiteY93" fmla="*/ 6572 h 165830"/>
                <a:gd name="connsiteX94" fmla="*/ 107251 w 165734"/>
                <a:gd name="connsiteY94" fmla="*/ 3810 h 165830"/>
                <a:gd name="connsiteX95" fmla="*/ 99441 w 165734"/>
                <a:gd name="connsiteY95" fmla="*/ 1810 h 165830"/>
                <a:gd name="connsiteX96" fmla="*/ 91440 w 165734"/>
                <a:gd name="connsiteY96" fmla="*/ 572 h 165830"/>
                <a:gd name="connsiteX97" fmla="*/ 83344 w 165734"/>
                <a:gd name="connsiteY97" fmla="*/ 95 h 16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65734" h="165830">
                  <a:moveTo>
                    <a:pt x="83534" y="127921"/>
                  </a:moveTo>
                  <a:cubicBezTo>
                    <a:pt x="80581" y="127921"/>
                    <a:pt x="77629" y="127635"/>
                    <a:pt x="74771" y="127064"/>
                  </a:cubicBezTo>
                  <a:cubicBezTo>
                    <a:pt x="71914" y="126492"/>
                    <a:pt x="69056" y="125635"/>
                    <a:pt x="66389" y="124492"/>
                  </a:cubicBezTo>
                  <a:cubicBezTo>
                    <a:pt x="63627" y="123349"/>
                    <a:pt x="61055" y="122015"/>
                    <a:pt x="58674" y="120301"/>
                  </a:cubicBezTo>
                  <a:cubicBezTo>
                    <a:pt x="56197" y="118681"/>
                    <a:pt x="53911" y="116777"/>
                    <a:pt x="51911" y="114681"/>
                  </a:cubicBezTo>
                  <a:cubicBezTo>
                    <a:pt x="49816" y="112586"/>
                    <a:pt x="48006" y="110300"/>
                    <a:pt x="46292" y="107918"/>
                  </a:cubicBezTo>
                  <a:cubicBezTo>
                    <a:pt x="44672" y="105442"/>
                    <a:pt x="43244" y="102870"/>
                    <a:pt x="42100" y="100203"/>
                  </a:cubicBezTo>
                  <a:cubicBezTo>
                    <a:pt x="40957" y="97441"/>
                    <a:pt x="40100" y="94679"/>
                    <a:pt x="39529" y="91821"/>
                  </a:cubicBezTo>
                  <a:cubicBezTo>
                    <a:pt x="38957" y="88964"/>
                    <a:pt x="38671" y="86011"/>
                    <a:pt x="38671" y="83058"/>
                  </a:cubicBezTo>
                  <a:cubicBezTo>
                    <a:pt x="38671" y="80105"/>
                    <a:pt x="38957" y="77153"/>
                    <a:pt x="39529" y="74295"/>
                  </a:cubicBezTo>
                  <a:cubicBezTo>
                    <a:pt x="40100" y="71438"/>
                    <a:pt x="40957" y="68580"/>
                    <a:pt x="42100" y="65913"/>
                  </a:cubicBezTo>
                  <a:cubicBezTo>
                    <a:pt x="43244" y="63151"/>
                    <a:pt x="44577" y="60579"/>
                    <a:pt x="46292" y="58198"/>
                  </a:cubicBezTo>
                  <a:cubicBezTo>
                    <a:pt x="47911" y="55721"/>
                    <a:pt x="49816" y="53435"/>
                    <a:pt x="51911" y="51435"/>
                  </a:cubicBezTo>
                  <a:cubicBezTo>
                    <a:pt x="54007" y="49340"/>
                    <a:pt x="56293" y="47530"/>
                    <a:pt x="58674" y="45815"/>
                  </a:cubicBezTo>
                  <a:cubicBezTo>
                    <a:pt x="61150" y="44196"/>
                    <a:pt x="63722" y="42767"/>
                    <a:pt x="66389" y="41624"/>
                  </a:cubicBezTo>
                  <a:cubicBezTo>
                    <a:pt x="69151" y="40481"/>
                    <a:pt x="71914" y="39624"/>
                    <a:pt x="74771" y="39053"/>
                  </a:cubicBezTo>
                  <a:cubicBezTo>
                    <a:pt x="77629" y="38481"/>
                    <a:pt x="80581" y="38195"/>
                    <a:pt x="83534" y="38195"/>
                  </a:cubicBezTo>
                  <a:cubicBezTo>
                    <a:pt x="86487" y="38195"/>
                    <a:pt x="89440" y="38481"/>
                    <a:pt x="92297" y="39053"/>
                  </a:cubicBezTo>
                  <a:cubicBezTo>
                    <a:pt x="95155" y="39624"/>
                    <a:pt x="98012" y="40481"/>
                    <a:pt x="100679" y="41624"/>
                  </a:cubicBezTo>
                  <a:cubicBezTo>
                    <a:pt x="103442" y="42767"/>
                    <a:pt x="106013" y="44101"/>
                    <a:pt x="108394" y="45815"/>
                  </a:cubicBezTo>
                  <a:cubicBezTo>
                    <a:pt x="110871" y="47434"/>
                    <a:pt x="113157" y="49340"/>
                    <a:pt x="115157" y="51435"/>
                  </a:cubicBezTo>
                  <a:cubicBezTo>
                    <a:pt x="117157" y="53531"/>
                    <a:pt x="119063" y="55817"/>
                    <a:pt x="120777" y="58198"/>
                  </a:cubicBezTo>
                  <a:cubicBezTo>
                    <a:pt x="122396" y="60674"/>
                    <a:pt x="123825" y="63246"/>
                    <a:pt x="124968" y="65913"/>
                  </a:cubicBezTo>
                  <a:cubicBezTo>
                    <a:pt x="126111" y="68675"/>
                    <a:pt x="126968" y="71438"/>
                    <a:pt x="127540" y="74295"/>
                  </a:cubicBezTo>
                  <a:cubicBezTo>
                    <a:pt x="128111" y="77153"/>
                    <a:pt x="128397" y="80105"/>
                    <a:pt x="128397" y="83058"/>
                  </a:cubicBezTo>
                  <a:cubicBezTo>
                    <a:pt x="128397" y="86011"/>
                    <a:pt x="128111" y="88964"/>
                    <a:pt x="127540" y="91821"/>
                  </a:cubicBezTo>
                  <a:cubicBezTo>
                    <a:pt x="126968" y="94679"/>
                    <a:pt x="126111" y="97536"/>
                    <a:pt x="124968" y="100203"/>
                  </a:cubicBezTo>
                  <a:cubicBezTo>
                    <a:pt x="123825" y="102965"/>
                    <a:pt x="122492" y="105537"/>
                    <a:pt x="120777" y="107918"/>
                  </a:cubicBezTo>
                  <a:cubicBezTo>
                    <a:pt x="119158" y="110395"/>
                    <a:pt x="117253" y="112681"/>
                    <a:pt x="115157" y="114681"/>
                  </a:cubicBezTo>
                  <a:cubicBezTo>
                    <a:pt x="113062" y="116777"/>
                    <a:pt x="110776" y="118586"/>
                    <a:pt x="108394" y="120301"/>
                  </a:cubicBezTo>
                  <a:cubicBezTo>
                    <a:pt x="105918" y="121920"/>
                    <a:pt x="103346" y="123349"/>
                    <a:pt x="100679" y="124492"/>
                  </a:cubicBezTo>
                  <a:cubicBezTo>
                    <a:pt x="97917" y="125635"/>
                    <a:pt x="95155" y="126492"/>
                    <a:pt x="92297" y="127064"/>
                  </a:cubicBezTo>
                  <a:cubicBezTo>
                    <a:pt x="89440" y="127635"/>
                    <a:pt x="86487" y="127921"/>
                    <a:pt x="83534" y="127921"/>
                  </a:cubicBezTo>
                  <a:moveTo>
                    <a:pt x="83534" y="0"/>
                  </a:moveTo>
                  <a:cubicBezTo>
                    <a:pt x="80772" y="0"/>
                    <a:pt x="78105" y="95"/>
                    <a:pt x="75438" y="381"/>
                  </a:cubicBezTo>
                  <a:cubicBezTo>
                    <a:pt x="72771" y="667"/>
                    <a:pt x="70009" y="1048"/>
                    <a:pt x="67342" y="1524"/>
                  </a:cubicBezTo>
                  <a:cubicBezTo>
                    <a:pt x="64675" y="2000"/>
                    <a:pt x="62008" y="2667"/>
                    <a:pt x="59436" y="3429"/>
                  </a:cubicBezTo>
                  <a:cubicBezTo>
                    <a:pt x="56864" y="4191"/>
                    <a:pt x="54292" y="5144"/>
                    <a:pt x="51721" y="6096"/>
                  </a:cubicBezTo>
                  <a:cubicBezTo>
                    <a:pt x="49244" y="7144"/>
                    <a:pt x="46768" y="8287"/>
                    <a:pt x="44291" y="9525"/>
                  </a:cubicBezTo>
                  <a:cubicBezTo>
                    <a:pt x="41910" y="10763"/>
                    <a:pt x="39529" y="12192"/>
                    <a:pt x="37243" y="13716"/>
                  </a:cubicBezTo>
                  <a:cubicBezTo>
                    <a:pt x="34957" y="15240"/>
                    <a:pt x="32766" y="16859"/>
                    <a:pt x="30670" y="18574"/>
                  </a:cubicBezTo>
                  <a:cubicBezTo>
                    <a:pt x="28575" y="20288"/>
                    <a:pt x="26575" y="22098"/>
                    <a:pt x="24574" y="24003"/>
                  </a:cubicBezTo>
                  <a:cubicBezTo>
                    <a:pt x="22669" y="25908"/>
                    <a:pt x="20765" y="27908"/>
                    <a:pt x="19050" y="30004"/>
                  </a:cubicBezTo>
                  <a:cubicBezTo>
                    <a:pt x="17335" y="32099"/>
                    <a:pt x="15716" y="34290"/>
                    <a:pt x="14192" y="36481"/>
                  </a:cubicBezTo>
                  <a:cubicBezTo>
                    <a:pt x="12668" y="38672"/>
                    <a:pt x="11240" y="41053"/>
                    <a:pt x="10001" y="43434"/>
                  </a:cubicBezTo>
                  <a:cubicBezTo>
                    <a:pt x="8668" y="45815"/>
                    <a:pt x="7525" y="48292"/>
                    <a:pt x="6477" y="50768"/>
                  </a:cubicBezTo>
                  <a:cubicBezTo>
                    <a:pt x="5429" y="53245"/>
                    <a:pt x="4477" y="55817"/>
                    <a:pt x="3715" y="58388"/>
                  </a:cubicBezTo>
                  <a:cubicBezTo>
                    <a:pt x="2953" y="60960"/>
                    <a:pt x="2191" y="63627"/>
                    <a:pt x="1715" y="66294"/>
                  </a:cubicBezTo>
                  <a:cubicBezTo>
                    <a:pt x="1143" y="68961"/>
                    <a:pt x="762" y="71628"/>
                    <a:pt x="476" y="74390"/>
                  </a:cubicBezTo>
                  <a:cubicBezTo>
                    <a:pt x="190" y="77057"/>
                    <a:pt x="95" y="79820"/>
                    <a:pt x="0" y="82487"/>
                  </a:cubicBezTo>
                  <a:cubicBezTo>
                    <a:pt x="0" y="85249"/>
                    <a:pt x="95" y="87916"/>
                    <a:pt x="381" y="90583"/>
                  </a:cubicBezTo>
                  <a:cubicBezTo>
                    <a:pt x="667" y="93250"/>
                    <a:pt x="1048" y="96012"/>
                    <a:pt x="1524" y="98679"/>
                  </a:cubicBezTo>
                  <a:cubicBezTo>
                    <a:pt x="2000" y="101346"/>
                    <a:pt x="2667" y="104013"/>
                    <a:pt x="3429" y="106585"/>
                  </a:cubicBezTo>
                  <a:cubicBezTo>
                    <a:pt x="4191" y="109156"/>
                    <a:pt x="5144" y="111728"/>
                    <a:pt x="6096" y="114300"/>
                  </a:cubicBezTo>
                  <a:cubicBezTo>
                    <a:pt x="7144" y="116777"/>
                    <a:pt x="8287" y="119253"/>
                    <a:pt x="9525" y="121634"/>
                  </a:cubicBezTo>
                  <a:cubicBezTo>
                    <a:pt x="10763" y="124016"/>
                    <a:pt x="12192" y="126397"/>
                    <a:pt x="13716" y="128683"/>
                  </a:cubicBezTo>
                  <a:cubicBezTo>
                    <a:pt x="15240" y="130969"/>
                    <a:pt x="16859" y="133160"/>
                    <a:pt x="18574" y="135255"/>
                  </a:cubicBezTo>
                  <a:cubicBezTo>
                    <a:pt x="20288" y="137351"/>
                    <a:pt x="22098" y="139351"/>
                    <a:pt x="24003" y="141351"/>
                  </a:cubicBezTo>
                  <a:cubicBezTo>
                    <a:pt x="25908" y="143256"/>
                    <a:pt x="27908" y="145066"/>
                    <a:pt x="30004" y="146876"/>
                  </a:cubicBezTo>
                  <a:cubicBezTo>
                    <a:pt x="32099" y="148590"/>
                    <a:pt x="34290" y="150209"/>
                    <a:pt x="36576" y="151733"/>
                  </a:cubicBezTo>
                  <a:cubicBezTo>
                    <a:pt x="38862" y="153257"/>
                    <a:pt x="41148" y="154686"/>
                    <a:pt x="43529" y="155924"/>
                  </a:cubicBezTo>
                  <a:cubicBezTo>
                    <a:pt x="45910" y="157258"/>
                    <a:pt x="48387" y="158401"/>
                    <a:pt x="50863" y="159449"/>
                  </a:cubicBezTo>
                  <a:cubicBezTo>
                    <a:pt x="53340" y="160496"/>
                    <a:pt x="55912" y="161449"/>
                    <a:pt x="58483" y="162211"/>
                  </a:cubicBezTo>
                  <a:cubicBezTo>
                    <a:pt x="61055" y="162973"/>
                    <a:pt x="63722" y="163640"/>
                    <a:pt x="66389" y="164211"/>
                  </a:cubicBezTo>
                  <a:cubicBezTo>
                    <a:pt x="69056" y="164783"/>
                    <a:pt x="71723" y="165164"/>
                    <a:pt x="74486" y="165449"/>
                  </a:cubicBezTo>
                  <a:cubicBezTo>
                    <a:pt x="77152" y="165735"/>
                    <a:pt x="79915" y="165830"/>
                    <a:pt x="82582" y="165830"/>
                  </a:cubicBezTo>
                  <a:cubicBezTo>
                    <a:pt x="85344" y="165830"/>
                    <a:pt x="88011" y="165735"/>
                    <a:pt x="90678" y="165449"/>
                  </a:cubicBezTo>
                  <a:cubicBezTo>
                    <a:pt x="93345" y="165164"/>
                    <a:pt x="96107" y="164783"/>
                    <a:pt x="98774" y="164306"/>
                  </a:cubicBezTo>
                  <a:cubicBezTo>
                    <a:pt x="101441" y="163735"/>
                    <a:pt x="104108" y="163163"/>
                    <a:pt x="106680" y="162306"/>
                  </a:cubicBezTo>
                  <a:cubicBezTo>
                    <a:pt x="109252" y="161544"/>
                    <a:pt x="111823" y="160592"/>
                    <a:pt x="114395" y="159544"/>
                  </a:cubicBezTo>
                  <a:cubicBezTo>
                    <a:pt x="116872" y="158496"/>
                    <a:pt x="119348" y="157353"/>
                    <a:pt x="121729" y="156115"/>
                  </a:cubicBezTo>
                  <a:cubicBezTo>
                    <a:pt x="124111" y="154877"/>
                    <a:pt x="126492" y="153448"/>
                    <a:pt x="128683" y="151924"/>
                  </a:cubicBezTo>
                  <a:cubicBezTo>
                    <a:pt x="130969" y="150400"/>
                    <a:pt x="133159" y="148781"/>
                    <a:pt x="135255" y="147066"/>
                  </a:cubicBezTo>
                  <a:cubicBezTo>
                    <a:pt x="137350" y="145352"/>
                    <a:pt x="139351" y="143542"/>
                    <a:pt x="141256" y="141637"/>
                  </a:cubicBezTo>
                  <a:cubicBezTo>
                    <a:pt x="143161" y="139732"/>
                    <a:pt x="144970" y="137731"/>
                    <a:pt x="146780" y="135636"/>
                  </a:cubicBezTo>
                  <a:cubicBezTo>
                    <a:pt x="148495" y="133541"/>
                    <a:pt x="150114" y="131350"/>
                    <a:pt x="151638" y="129064"/>
                  </a:cubicBezTo>
                  <a:cubicBezTo>
                    <a:pt x="153162" y="126778"/>
                    <a:pt x="154591" y="124492"/>
                    <a:pt x="155829" y="122111"/>
                  </a:cubicBezTo>
                  <a:cubicBezTo>
                    <a:pt x="157067" y="119729"/>
                    <a:pt x="158305" y="117253"/>
                    <a:pt x="159353" y="114776"/>
                  </a:cubicBezTo>
                  <a:cubicBezTo>
                    <a:pt x="160401" y="112300"/>
                    <a:pt x="161353" y="109728"/>
                    <a:pt x="162115" y="107061"/>
                  </a:cubicBezTo>
                  <a:cubicBezTo>
                    <a:pt x="162877" y="104489"/>
                    <a:pt x="163544" y="101822"/>
                    <a:pt x="164116" y="99155"/>
                  </a:cubicBezTo>
                  <a:cubicBezTo>
                    <a:pt x="164687" y="96488"/>
                    <a:pt x="165068" y="93821"/>
                    <a:pt x="165354" y="91059"/>
                  </a:cubicBezTo>
                  <a:cubicBezTo>
                    <a:pt x="165640" y="88392"/>
                    <a:pt x="165735" y="85630"/>
                    <a:pt x="165735" y="82963"/>
                  </a:cubicBezTo>
                  <a:cubicBezTo>
                    <a:pt x="165735" y="80296"/>
                    <a:pt x="165640" y="77533"/>
                    <a:pt x="165354" y="74867"/>
                  </a:cubicBezTo>
                  <a:cubicBezTo>
                    <a:pt x="165068" y="72200"/>
                    <a:pt x="164687" y="69532"/>
                    <a:pt x="164211" y="66866"/>
                  </a:cubicBezTo>
                  <a:cubicBezTo>
                    <a:pt x="163640" y="64199"/>
                    <a:pt x="163068" y="61627"/>
                    <a:pt x="162211" y="58960"/>
                  </a:cubicBezTo>
                  <a:cubicBezTo>
                    <a:pt x="161449" y="56388"/>
                    <a:pt x="160496" y="53816"/>
                    <a:pt x="159448" y="51340"/>
                  </a:cubicBezTo>
                  <a:cubicBezTo>
                    <a:pt x="158401" y="48863"/>
                    <a:pt x="157258" y="46387"/>
                    <a:pt x="156019" y="44006"/>
                  </a:cubicBezTo>
                  <a:cubicBezTo>
                    <a:pt x="154781" y="41624"/>
                    <a:pt x="153352" y="39338"/>
                    <a:pt x="151828" y="37052"/>
                  </a:cubicBezTo>
                  <a:cubicBezTo>
                    <a:pt x="150304" y="34766"/>
                    <a:pt x="148685" y="32671"/>
                    <a:pt x="147066" y="30575"/>
                  </a:cubicBezTo>
                  <a:cubicBezTo>
                    <a:pt x="145351" y="28480"/>
                    <a:pt x="143542" y="26480"/>
                    <a:pt x="141637" y="24575"/>
                  </a:cubicBezTo>
                  <a:cubicBezTo>
                    <a:pt x="139732" y="22670"/>
                    <a:pt x="137731" y="20860"/>
                    <a:pt x="135636" y="19145"/>
                  </a:cubicBezTo>
                  <a:cubicBezTo>
                    <a:pt x="133540" y="17431"/>
                    <a:pt x="131350" y="15811"/>
                    <a:pt x="129159" y="14288"/>
                  </a:cubicBezTo>
                  <a:cubicBezTo>
                    <a:pt x="126873" y="12764"/>
                    <a:pt x="124587" y="11335"/>
                    <a:pt x="122206" y="10097"/>
                  </a:cubicBezTo>
                  <a:cubicBezTo>
                    <a:pt x="119824" y="8858"/>
                    <a:pt x="117348" y="7620"/>
                    <a:pt x="114871" y="6572"/>
                  </a:cubicBezTo>
                  <a:cubicBezTo>
                    <a:pt x="112395" y="5525"/>
                    <a:pt x="109823" y="4572"/>
                    <a:pt x="107251" y="3810"/>
                  </a:cubicBezTo>
                  <a:cubicBezTo>
                    <a:pt x="104680" y="3048"/>
                    <a:pt x="102013" y="2381"/>
                    <a:pt x="99441" y="1810"/>
                  </a:cubicBezTo>
                  <a:cubicBezTo>
                    <a:pt x="96774" y="1238"/>
                    <a:pt x="94107" y="857"/>
                    <a:pt x="91440" y="572"/>
                  </a:cubicBezTo>
                  <a:cubicBezTo>
                    <a:pt x="88773" y="286"/>
                    <a:pt x="86011" y="95"/>
                    <a:pt x="83344" y="95"/>
                  </a:cubicBezTo>
                </a:path>
              </a:pathLst>
            </a:custGeom>
            <a:grpFill/>
            <a:ln w="9525"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898A3362-07AF-58C1-9E89-6FF8EC23023C}"/>
                </a:ext>
              </a:extLst>
            </p:cNvPr>
            <p:cNvSpPr/>
            <p:nvPr/>
          </p:nvSpPr>
          <p:spPr>
            <a:xfrm>
              <a:off x="5787294" y="3495736"/>
              <a:ext cx="222980" cy="164530"/>
            </a:xfrm>
            <a:custGeom>
              <a:avLst/>
              <a:gdLst>
                <a:gd name="connsiteX0" fmla="*/ 161925 w 222980"/>
                <a:gd name="connsiteY0" fmla="*/ 129 h 164530"/>
                <a:gd name="connsiteX1" fmla="*/ 110299 w 222980"/>
                <a:gd name="connsiteY1" fmla="*/ 9939 h 164530"/>
                <a:gd name="connsiteX2" fmla="*/ 90773 w 222980"/>
                <a:gd name="connsiteY2" fmla="*/ 2129 h 164530"/>
                <a:gd name="connsiteX3" fmla="*/ 69818 w 222980"/>
                <a:gd name="connsiteY3" fmla="*/ 129 h 164530"/>
                <a:gd name="connsiteX4" fmla="*/ 4191 w 222980"/>
                <a:gd name="connsiteY4" fmla="*/ 10797 h 164530"/>
                <a:gd name="connsiteX5" fmla="*/ 0 w 222980"/>
                <a:gd name="connsiteY5" fmla="*/ 12225 h 164530"/>
                <a:gd name="connsiteX6" fmla="*/ 0 w 222980"/>
                <a:gd name="connsiteY6" fmla="*/ 164340 h 164530"/>
                <a:gd name="connsiteX7" fmla="*/ 41434 w 222980"/>
                <a:gd name="connsiteY7" fmla="*/ 164340 h 164530"/>
                <a:gd name="connsiteX8" fmla="*/ 41434 w 222980"/>
                <a:gd name="connsiteY8" fmla="*/ 39943 h 164530"/>
                <a:gd name="connsiteX9" fmla="*/ 64675 w 222980"/>
                <a:gd name="connsiteY9" fmla="*/ 36228 h 164530"/>
                <a:gd name="connsiteX10" fmla="*/ 91249 w 222980"/>
                <a:gd name="connsiteY10" fmla="*/ 64137 h 164530"/>
                <a:gd name="connsiteX11" fmla="*/ 91249 w 222980"/>
                <a:gd name="connsiteY11" fmla="*/ 164530 h 164530"/>
                <a:gd name="connsiteX12" fmla="*/ 132683 w 222980"/>
                <a:gd name="connsiteY12" fmla="*/ 164530 h 164530"/>
                <a:gd name="connsiteX13" fmla="*/ 132683 w 222980"/>
                <a:gd name="connsiteY13" fmla="*/ 60993 h 164530"/>
                <a:gd name="connsiteX14" fmla="*/ 130874 w 222980"/>
                <a:gd name="connsiteY14" fmla="*/ 40134 h 164530"/>
                <a:gd name="connsiteX15" fmla="*/ 153162 w 222980"/>
                <a:gd name="connsiteY15" fmla="*/ 35943 h 164530"/>
                <a:gd name="connsiteX16" fmla="*/ 181547 w 222980"/>
                <a:gd name="connsiteY16" fmla="*/ 63851 h 164530"/>
                <a:gd name="connsiteX17" fmla="*/ 181547 w 222980"/>
                <a:gd name="connsiteY17" fmla="*/ 164244 h 164530"/>
                <a:gd name="connsiteX18" fmla="*/ 222980 w 222980"/>
                <a:gd name="connsiteY18" fmla="*/ 164244 h 164530"/>
                <a:gd name="connsiteX19" fmla="*/ 222980 w 222980"/>
                <a:gd name="connsiteY19" fmla="*/ 60612 h 164530"/>
                <a:gd name="connsiteX20" fmla="*/ 210503 w 222980"/>
                <a:gd name="connsiteY20" fmla="*/ 17845 h 164530"/>
                <a:gd name="connsiteX21" fmla="*/ 200025 w 222980"/>
                <a:gd name="connsiteY21" fmla="*/ 9749 h 164530"/>
                <a:gd name="connsiteX22" fmla="*/ 188119 w 222980"/>
                <a:gd name="connsiteY22" fmla="*/ 3939 h 164530"/>
                <a:gd name="connsiteX23" fmla="*/ 175260 w 222980"/>
                <a:gd name="connsiteY23" fmla="*/ 700 h 164530"/>
                <a:gd name="connsiteX24" fmla="*/ 162020 w 222980"/>
                <a:gd name="connsiteY24" fmla="*/ 129 h 164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2980" h="164530">
                  <a:moveTo>
                    <a:pt x="161925" y="129"/>
                  </a:moveTo>
                  <a:cubicBezTo>
                    <a:pt x="144113" y="129"/>
                    <a:pt x="126873" y="3367"/>
                    <a:pt x="110299" y="9939"/>
                  </a:cubicBezTo>
                  <a:cubicBezTo>
                    <a:pt x="104108" y="6415"/>
                    <a:pt x="97631" y="3843"/>
                    <a:pt x="90773" y="2129"/>
                  </a:cubicBezTo>
                  <a:cubicBezTo>
                    <a:pt x="83915" y="510"/>
                    <a:pt x="76962" y="-252"/>
                    <a:pt x="69818" y="129"/>
                  </a:cubicBezTo>
                  <a:cubicBezTo>
                    <a:pt x="47339" y="33"/>
                    <a:pt x="25527" y="3558"/>
                    <a:pt x="4191" y="10797"/>
                  </a:cubicBezTo>
                  <a:lnTo>
                    <a:pt x="0" y="12225"/>
                  </a:lnTo>
                  <a:lnTo>
                    <a:pt x="0" y="164340"/>
                  </a:lnTo>
                  <a:lnTo>
                    <a:pt x="41434" y="164340"/>
                  </a:lnTo>
                  <a:lnTo>
                    <a:pt x="41434" y="39943"/>
                  </a:lnTo>
                  <a:cubicBezTo>
                    <a:pt x="48958" y="37371"/>
                    <a:pt x="56674" y="36133"/>
                    <a:pt x="64675" y="36228"/>
                  </a:cubicBezTo>
                  <a:cubicBezTo>
                    <a:pt x="85153" y="36228"/>
                    <a:pt x="91249" y="42801"/>
                    <a:pt x="91249" y="64137"/>
                  </a:cubicBezTo>
                  <a:lnTo>
                    <a:pt x="91249" y="164530"/>
                  </a:lnTo>
                  <a:lnTo>
                    <a:pt x="132683" y="164530"/>
                  </a:lnTo>
                  <a:lnTo>
                    <a:pt x="132683" y="60993"/>
                  </a:lnTo>
                  <a:cubicBezTo>
                    <a:pt x="132969" y="53945"/>
                    <a:pt x="132302" y="46992"/>
                    <a:pt x="130874" y="40134"/>
                  </a:cubicBezTo>
                  <a:cubicBezTo>
                    <a:pt x="138112" y="37467"/>
                    <a:pt x="145542" y="36038"/>
                    <a:pt x="153162" y="35943"/>
                  </a:cubicBezTo>
                  <a:cubicBezTo>
                    <a:pt x="172688" y="35943"/>
                    <a:pt x="181547" y="44801"/>
                    <a:pt x="181547" y="63851"/>
                  </a:cubicBezTo>
                  <a:lnTo>
                    <a:pt x="181547" y="164244"/>
                  </a:lnTo>
                  <a:lnTo>
                    <a:pt x="222980" y="164244"/>
                  </a:lnTo>
                  <a:lnTo>
                    <a:pt x="222980" y="60612"/>
                  </a:lnTo>
                  <a:cubicBezTo>
                    <a:pt x="222980" y="40134"/>
                    <a:pt x="219742" y="28037"/>
                    <a:pt x="210503" y="17845"/>
                  </a:cubicBezTo>
                  <a:cubicBezTo>
                    <a:pt x="207264" y="14797"/>
                    <a:pt x="203740" y="12130"/>
                    <a:pt x="200025" y="9749"/>
                  </a:cubicBezTo>
                  <a:cubicBezTo>
                    <a:pt x="196215" y="7463"/>
                    <a:pt x="192310" y="5463"/>
                    <a:pt x="188119" y="3939"/>
                  </a:cubicBezTo>
                  <a:cubicBezTo>
                    <a:pt x="183928" y="2415"/>
                    <a:pt x="179641" y="1367"/>
                    <a:pt x="175260" y="700"/>
                  </a:cubicBezTo>
                  <a:cubicBezTo>
                    <a:pt x="170878" y="33"/>
                    <a:pt x="166497" y="-157"/>
                    <a:pt x="162020" y="129"/>
                  </a:cubicBezTo>
                </a:path>
              </a:pathLst>
            </a:custGeom>
            <a:grpFill/>
            <a:ln w="9525" cap="flat">
              <a:noFill/>
              <a:prstDash val="solid"/>
              <a:miter/>
            </a:ln>
          </p:spPr>
          <p:txBody>
            <a:bodyPr rtlCol="0" anchor="ctr"/>
            <a:lstStyle/>
            <a:p>
              <a:endParaRPr lang="en-IN"/>
            </a:p>
          </p:txBody>
        </p:sp>
        <p:sp>
          <p:nvSpPr>
            <p:cNvPr id="234" name="Freeform: Shape 233">
              <a:extLst>
                <a:ext uri="{FF2B5EF4-FFF2-40B4-BE49-F238E27FC236}">
                  <a16:creationId xmlns:a16="http://schemas.microsoft.com/office/drawing/2014/main" id="{2D25D056-1477-61C4-1751-EC6DECEBAAE8}"/>
                </a:ext>
              </a:extLst>
            </p:cNvPr>
            <p:cNvSpPr/>
            <p:nvPr/>
          </p:nvSpPr>
          <p:spPr>
            <a:xfrm>
              <a:off x="6029991" y="3496151"/>
              <a:ext cx="135731" cy="166893"/>
            </a:xfrm>
            <a:custGeom>
              <a:avLst/>
              <a:gdLst>
                <a:gd name="connsiteX0" fmla="*/ 85058 w 135731"/>
                <a:gd name="connsiteY0" fmla="*/ 131064 h 166893"/>
                <a:gd name="connsiteX1" fmla="*/ 41719 w 135731"/>
                <a:gd name="connsiteY1" fmla="*/ 84011 h 166893"/>
                <a:gd name="connsiteX2" fmla="*/ 85535 w 135731"/>
                <a:gd name="connsiteY2" fmla="*/ 35814 h 166893"/>
                <a:gd name="connsiteX3" fmla="*/ 100775 w 135731"/>
                <a:gd name="connsiteY3" fmla="*/ 37814 h 166893"/>
                <a:gd name="connsiteX4" fmla="*/ 116872 w 135731"/>
                <a:gd name="connsiteY4" fmla="*/ 46101 h 166893"/>
                <a:gd name="connsiteX5" fmla="*/ 134398 w 135731"/>
                <a:gd name="connsiteY5" fmla="*/ 16097 h 166893"/>
                <a:gd name="connsiteX6" fmla="*/ 109538 w 135731"/>
                <a:gd name="connsiteY6" fmla="*/ 3715 h 166893"/>
                <a:gd name="connsiteX7" fmla="*/ 82963 w 135731"/>
                <a:gd name="connsiteY7" fmla="*/ 0 h 166893"/>
                <a:gd name="connsiteX8" fmla="*/ 0 w 135731"/>
                <a:gd name="connsiteY8" fmla="*/ 85725 h 166893"/>
                <a:gd name="connsiteX9" fmla="*/ 80772 w 135731"/>
                <a:gd name="connsiteY9" fmla="*/ 166878 h 166893"/>
                <a:gd name="connsiteX10" fmla="*/ 109919 w 135731"/>
                <a:gd name="connsiteY10" fmla="*/ 162211 h 166893"/>
                <a:gd name="connsiteX11" fmla="*/ 135731 w 135731"/>
                <a:gd name="connsiteY11" fmla="*/ 147733 h 166893"/>
                <a:gd name="connsiteX12" fmla="*/ 115062 w 135731"/>
                <a:gd name="connsiteY12" fmla="*/ 121253 h 166893"/>
                <a:gd name="connsiteX13" fmla="*/ 100775 w 135731"/>
                <a:gd name="connsiteY13" fmla="*/ 128397 h 166893"/>
                <a:gd name="connsiteX14" fmla="*/ 84963 w 135731"/>
                <a:gd name="connsiteY14" fmla="*/ 130683 h 166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5731" h="166893">
                  <a:moveTo>
                    <a:pt x="85058" y="131064"/>
                  </a:moveTo>
                  <a:cubicBezTo>
                    <a:pt x="57531" y="131064"/>
                    <a:pt x="41719" y="114014"/>
                    <a:pt x="41719" y="84011"/>
                  </a:cubicBezTo>
                  <a:cubicBezTo>
                    <a:pt x="41719" y="54007"/>
                    <a:pt x="57721" y="35814"/>
                    <a:pt x="85535" y="35814"/>
                  </a:cubicBezTo>
                  <a:cubicBezTo>
                    <a:pt x="90678" y="35719"/>
                    <a:pt x="95821" y="36385"/>
                    <a:pt x="100775" y="37814"/>
                  </a:cubicBezTo>
                  <a:cubicBezTo>
                    <a:pt x="106585" y="39624"/>
                    <a:pt x="112014" y="42386"/>
                    <a:pt x="116872" y="46101"/>
                  </a:cubicBezTo>
                  <a:lnTo>
                    <a:pt x="134398" y="16097"/>
                  </a:lnTo>
                  <a:cubicBezTo>
                    <a:pt x="126968" y="10192"/>
                    <a:pt x="118681" y="6096"/>
                    <a:pt x="109538" y="3715"/>
                  </a:cubicBezTo>
                  <a:cubicBezTo>
                    <a:pt x="100870" y="1524"/>
                    <a:pt x="92012" y="286"/>
                    <a:pt x="82963" y="0"/>
                  </a:cubicBezTo>
                  <a:cubicBezTo>
                    <a:pt x="33242" y="0"/>
                    <a:pt x="0" y="34480"/>
                    <a:pt x="0" y="85725"/>
                  </a:cubicBezTo>
                  <a:cubicBezTo>
                    <a:pt x="0" y="136970"/>
                    <a:pt x="31718" y="166878"/>
                    <a:pt x="80772" y="166878"/>
                  </a:cubicBezTo>
                  <a:cubicBezTo>
                    <a:pt x="90773" y="167069"/>
                    <a:pt x="100489" y="165545"/>
                    <a:pt x="109919" y="162211"/>
                  </a:cubicBezTo>
                  <a:cubicBezTo>
                    <a:pt x="119348" y="158972"/>
                    <a:pt x="128016" y="154115"/>
                    <a:pt x="135731" y="147733"/>
                  </a:cubicBezTo>
                  <a:lnTo>
                    <a:pt x="115062" y="121253"/>
                  </a:lnTo>
                  <a:cubicBezTo>
                    <a:pt x="110681" y="124397"/>
                    <a:pt x="105918" y="126778"/>
                    <a:pt x="100775" y="128397"/>
                  </a:cubicBezTo>
                  <a:cubicBezTo>
                    <a:pt x="95631" y="130016"/>
                    <a:pt x="90297" y="130778"/>
                    <a:pt x="84963" y="130683"/>
                  </a:cubicBezTo>
                </a:path>
              </a:pathLst>
            </a:custGeom>
            <a:grpFill/>
            <a:ln w="9525" cap="flat">
              <a:noFill/>
              <a:prstDash val="solid"/>
              <a:miter/>
            </a:ln>
          </p:spPr>
          <p:txBody>
            <a:bodyPr rtlCol="0" anchor="ctr"/>
            <a:lstStyle/>
            <a:p>
              <a:endParaRPr lang="en-IN"/>
            </a:p>
          </p:txBody>
        </p:sp>
        <p:sp>
          <p:nvSpPr>
            <p:cNvPr id="235" name="Freeform: Shape 234">
              <a:extLst>
                <a:ext uri="{FF2B5EF4-FFF2-40B4-BE49-F238E27FC236}">
                  <a16:creationId xmlns:a16="http://schemas.microsoft.com/office/drawing/2014/main" id="{09B19710-BED1-5494-A15F-E0FC4982CB79}"/>
                </a:ext>
              </a:extLst>
            </p:cNvPr>
            <p:cNvSpPr/>
            <p:nvPr/>
          </p:nvSpPr>
          <p:spPr>
            <a:xfrm>
              <a:off x="5488876" y="3497008"/>
              <a:ext cx="116300" cy="162877"/>
            </a:xfrm>
            <a:custGeom>
              <a:avLst/>
              <a:gdLst>
                <a:gd name="connsiteX0" fmla="*/ 86487 w 116300"/>
                <a:gd name="connsiteY0" fmla="*/ 191 h 162877"/>
                <a:gd name="connsiteX1" fmla="*/ 0 w 116300"/>
                <a:gd name="connsiteY1" fmla="*/ 81534 h 162877"/>
                <a:gd name="connsiteX2" fmla="*/ 0 w 116300"/>
                <a:gd name="connsiteY2" fmla="*/ 162878 h 162877"/>
                <a:gd name="connsiteX3" fmla="*/ 42291 w 116300"/>
                <a:gd name="connsiteY3" fmla="*/ 162878 h 162877"/>
                <a:gd name="connsiteX4" fmla="*/ 42291 w 116300"/>
                <a:gd name="connsiteY4" fmla="*/ 80963 h 162877"/>
                <a:gd name="connsiteX5" fmla="*/ 82772 w 116300"/>
                <a:gd name="connsiteY5" fmla="*/ 35814 h 162877"/>
                <a:gd name="connsiteX6" fmla="*/ 106490 w 116300"/>
                <a:gd name="connsiteY6" fmla="*/ 39053 h 162877"/>
                <a:gd name="connsiteX7" fmla="*/ 116300 w 116300"/>
                <a:gd name="connsiteY7" fmla="*/ 2286 h 162877"/>
                <a:gd name="connsiteX8" fmla="*/ 86487 w 116300"/>
                <a:gd name="connsiteY8" fmla="*/ 0 h 162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300" h="162877">
                  <a:moveTo>
                    <a:pt x="86487" y="191"/>
                  </a:moveTo>
                  <a:cubicBezTo>
                    <a:pt x="27432" y="191"/>
                    <a:pt x="0" y="26194"/>
                    <a:pt x="0" y="81534"/>
                  </a:cubicBezTo>
                  <a:lnTo>
                    <a:pt x="0" y="162878"/>
                  </a:lnTo>
                  <a:lnTo>
                    <a:pt x="42291" y="162878"/>
                  </a:lnTo>
                  <a:lnTo>
                    <a:pt x="42291" y="80963"/>
                  </a:lnTo>
                  <a:cubicBezTo>
                    <a:pt x="42291" y="53054"/>
                    <a:pt x="58103" y="35814"/>
                    <a:pt x="82772" y="35814"/>
                  </a:cubicBezTo>
                  <a:cubicBezTo>
                    <a:pt x="90773" y="35814"/>
                    <a:pt x="98679" y="36957"/>
                    <a:pt x="106490" y="39053"/>
                  </a:cubicBezTo>
                  <a:lnTo>
                    <a:pt x="116300" y="2286"/>
                  </a:lnTo>
                  <a:cubicBezTo>
                    <a:pt x="106394" y="857"/>
                    <a:pt x="96488" y="95"/>
                    <a:pt x="86487" y="0"/>
                  </a:cubicBezTo>
                </a:path>
              </a:pathLst>
            </a:custGeom>
            <a:grpFill/>
            <a:ln w="9525" cap="flat">
              <a:noFill/>
              <a:prstDash val="solid"/>
              <a:miter/>
            </a:ln>
          </p:spPr>
          <p:txBody>
            <a:bodyPr rtlCol="0" anchor="ctr"/>
            <a:lstStyle/>
            <a:p>
              <a:endParaRPr lang="en-IN"/>
            </a:p>
          </p:txBody>
        </p:sp>
        <p:sp>
          <p:nvSpPr>
            <p:cNvPr id="236" name="Freeform: Shape 235">
              <a:extLst>
                <a:ext uri="{FF2B5EF4-FFF2-40B4-BE49-F238E27FC236}">
                  <a16:creationId xmlns:a16="http://schemas.microsoft.com/office/drawing/2014/main" id="{13841756-311D-502F-D53A-5CC32CA42F18}"/>
                </a:ext>
              </a:extLst>
            </p:cNvPr>
            <p:cNvSpPr/>
            <p:nvPr/>
          </p:nvSpPr>
          <p:spPr>
            <a:xfrm>
              <a:off x="5602128" y="3496532"/>
              <a:ext cx="161163" cy="163544"/>
            </a:xfrm>
            <a:custGeom>
              <a:avLst/>
              <a:gdLst>
                <a:gd name="connsiteX0" fmla="*/ 119634 w 161163"/>
                <a:gd name="connsiteY0" fmla="*/ 81820 h 163544"/>
                <a:gd name="connsiteX1" fmla="*/ 83344 w 161163"/>
                <a:gd name="connsiteY1" fmla="*/ 35338 h 163544"/>
                <a:gd name="connsiteX2" fmla="*/ 42863 w 161163"/>
                <a:gd name="connsiteY2" fmla="*/ 80963 h 163544"/>
                <a:gd name="connsiteX3" fmla="*/ 94012 w 161163"/>
                <a:gd name="connsiteY3" fmla="*/ 128397 h 163544"/>
                <a:gd name="connsiteX4" fmla="*/ 119539 w 161163"/>
                <a:gd name="connsiteY4" fmla="*/ 128397 h 163544"/>
                <a:gd name="connsiteX5" fmla="*/ 119539 w 161163"/>
                <a:gd name="connsiteY5" fmla="*/ 81915 h 163544"/>
                <a:gd name="connsiteX6" fmla="*/ 160877 w 161163"/>
                <a:gd name="connsiteY6" fmla="*/ 77438 h 163544"/>
                <a:gd name="connsiteX7" fmla="*/ 160877 w 161163"/>
                <a:gd name="connsiteY7" fmla="*/ 163544 h 163544"/>
                <a:gd name="connsiteX8" fmla="*/ 104108 w 161163"/>
                <a:gd name="connsiteY8" fmla="*/ 163544 h 163544"/>
                <a:gd name="connsiteX9" fmla="*/ 27432 w 161163"/>
                <a:gd name="connsiteY9" fmla="*/ 146971 h 163544"/>
                <a:gd name="connsiteX10" fmla="*/ 0 w 161163"/>
                <a:gd name="connsiteY10" fmla="*/ 82391 h 163544"/>
                <a:gd name="connsiteX11" fmla="*/ 86487 w 161163"/>
                <a:gd name="connsiteY11" fmla="*/ 0 h 163544"/>
                <a:gd name="connsiteX12" fmla="*/ 161163 w 161163"/>
                <a:gd name="connsiteY12" fmla="*/ 77248 h 1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163" h="163544">
                  <a:moveTo>
                    <a:pt x="119634" y="81820"/>
                  </a:moveTo>
                  <a:cubicBezTo>
                    <a:pt x="119634" y="50673"/>
                    <a:pt x="107537" y="35338"/>
                    <a:pt x="83344" y="35338"/>
                  </a:cubicBezTo>
                  <a:cubicBezTo>
                    <a:pt x="59150" y="35338"/>
                    <a:pt x="42863" y="53530"/>
                    <a:pt x="42863" y="80963"/>
                  </a:cubicBezTo>
                  <a:cubicBezTo>
                    <a:pt x="42863" y="114109"/>
                    <a:pt x="58674" y="128397"/>
                    <a:pt x="94012" y="128397"/>
                  </a:cubicBezTo>
                  <a:lnTo>
                    <a:pt x="119539" y="128397"/>
                  </a:lnTo>
                  <a:lnTo>
                    <a:pt x="119539" y="81915"/>
                  </a:lnTo>
                  <a:close/>
                  <a:moveTo>
                    <a:pt x="160877" y="77438"/>
                  </a:moveTo>
                  <a:lnTo>
                    <a:pt x="160877" y="163544"/>
                  </a:lnTo>
                  <a:lnTo>
                    <a:pt x="104108" y="163544"/>
                  </a:lnTo>
                  <a:cubicBezTo>
                    <a:pt x="65056" y="163544"/>
                    <a:pt x="47815" y="160687"/>
                    <a:pt x="27432" y="146971"/>
                  </a:cubicBezTo>
                  <a:cubicBezTo>
                    <a:pt x="9811" y="134874"/>
                    <a:pt x="0" y="112109"/>
                    <a:pt x="0" y="82391"/>
                  </a:cubicBezTo>
                  <a:cubicBezTo>
                    <a:pt x="0" y="41529"/>
                    <a:pt x="26956" y="0"/>
                    <a:pt x="86487" y="0"/>
                  </a:cubicBezTo>
                  <a:cubicBezTo>
                    <a:pt x="134874" y="0"/>
                    <a:pt x="161163" y="26956"/>
                    <a:pt x="161163" y="77248"/>
                  </a:cubicBezTo>
                </a:path>
              </a:pathLst>
            </a:custGeom>
            <a:grpFill/>
            <a:ln w="9525" cap="flat">
              <a:noFill/>
              <a:prstDash val="solid"/>
              <a:miter/>
            </a:ln>
          </p:spPr>
          <p:txBody>
            <a:bodyPr rtlCol="0" anchor="ctr"/>
            <a:lstStyle/>
            <a:p>
              <a:endParaRPr lang="en-IN"/>
            </a:p>
          </p:txBody>
        </p:sp>
        <p:sp>
          <p:nvSpPr>
            <p:cNvPr id="237" name="Freeform: Shape 236">
              <a:extLst>
                <a:ext uri="{FF2B5EF4-FFF2-40B4-BE49-F238E27FC236}">
                  <a16:creationId xmlns:a16="http://schemas.microsoft.com/office/drawing/2014/main" id="{140BEF98-0590-FAEA-1D15-CF475B7C07C9}"/>
                </a:ext>
              </a:extLst>
            </p:cNvPr>
            <p:cNvSpPr/>
            <p:nvPr/>
          </p:nvSpPr>
          <p:spPr>
            <a:xfrm>
              <a:off x="5305520" y="3496532"/>
              <a:ext cx="160496" cy="163544"/>
            </a:xfrm>
            <a:custGeom>
              <a:avLst/>
              <a:gdLst>
                <a:gd name="connsiteX0" fmla="*/ 117539 w 160496"/>
                <a:gd name="connsiteY0" fmla="*/ 81820 h 163544"/>
                <a:gd name="connsiteX1" fmla="*/ 81725 w 160496"/>
                <a:gd name="connsiteY1" fmla="*/ 35338 h 163544"/>
                <a:gd name="connsiteX2" fmla="*/ 41243 w 160496"/>
                <a:gd name="connsiteY2" fmla="*/ 80963 h 163544"/>
                <a:gd name="connsiteX3" fmla="*/ 92393 w 160496"/>
                <a:gd name="connsiteY3" fmla="*/ 128397 h 163544"/>
                <a:gd name="connsiteX4" fmla="*/ 117253 w 160496"/>
                <a:gd name="connsiteY4" fmla="*/ 128397 h 163544"/>
                <a:gd name="connsiteX5" fmla="*/ 117539 w 160496"/>
                <a:gd name="connsiteY5" fmla="*/ 81915 h 163544"/>
                <a:gd name="connsiteX6" fmla="*/ 160306 w 160496"/>
                <a:gd name="connsiteY6" fmla="*/ 77438 h 163544"/>
                <a:gd name="connsiteX7" fmla="*/ 160306 w 160496"/>
                <a:gd name="connsiteY7" fmla="*/ 163544 h 163544"/>
                <a:gd name="connsiteX8" fmla="*/ 104108 w 160496"/>
                <a:gd name="connsiteY8" fmla="*/ 163544 h 163544"/>
                <a:gd name="connsiteX9" fmla="*/ 27432 w 160496"/>
                <a:gd name="connsiteY9" fmla="*/ 146971 h 163544"/>
                <a:gd name="connsiteX10" fmla="*/ 0 w 160496"/>
                <a:gd name="connsiteY10" fmla="*/ 82391 h 163544"/>
                <a:gd name="connsiteX11" fmla="*/ 86487 w 160496"/>
                <a:gd name="connsiteY11" fmla="*/ 0 h 163544"/>
                <a:gd name="connsiteX12" fmla="*/ 160496 w 160496"/>
                <a:gd name="connsiteY12" fmla="*/ 77248 h 16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496" h="163544">
                  <a:moveTo>
                    <a:pt x="117539" y="81820"/>
                  </a:moveTo>
                  <a:cubicBezTo>
                    <a:pt x="117539" y="50197"/>
                    <a:pt x="106299" y="35338"/>
                    <a:pt x="81725" y="35338"/>
                  </a:cubicBezTo>
                  <a:cubicBezTo>
                    <a:pt x="57150" y="35338"/>
                    <a:pt x="41243" y="53530"/>
                    <a:pt x="41243" y="80963"/>
                  </a:cubicBezTo>
                  <a:cubicBezTo>
                    <a:pt x="41243" y="114109"/>
                    <a:pt x="57055" y="128397"/>
                    <a:pt x="92393" y="128397"/>
                  </a:cubicBezTo>
                  <a:lnTo>
                    <a:pt x="117253" y="128397"/>
                  </a:lnTo>
                  <a:lnTo>
                    <a:pt x="117539" y="81915"/>
                  </a:lnTo>
                  <a:close/>
                  <a:moveTo>
                    <a:pt x="160306" y="77438"/>
                  </a:moveTo>
                  <a:lnTo>
                    <a:pt x="160306" y="163544"/>
                  </a:lnTo>
                  <a:lnTo>
                    <a:pt x="104108" y="163544"/>
                  </a:lnTo>
                  <a:cubicBezTo>
                    <a:pt x="65056" y="163544"/>
                    <a:pt x="47816" y="160687"/>
                    <a:pt x="27432" y="146971"/>
                  </a:cubicBezTo>
                  <a:cubicBezTo>
                    <a:pt x="9811" y="134874"/>
                    <a:pt x="0" y="112109"/>
                    <a:pt x="0" y="82391"/>
                  </a:cubicBezTo>
                  <a:cubicBezTo>
                    <a:pt x="0" y="41529"/>
                    <a:pt x="26956" y="0"/>
                    <a:pt x="86487" y="0"/>
                  </a:cubicBezTo>
                  <a:cubicBezTo>
                    <a:pt x="134874" y="0"/>
                    <a:pt x="160496" y="26956"/>
                    <a:pt x="160496" y="77248"/>
                  </a:cubicBezTo>
                </a:path>
              </a:pathLst>
            </a:custGeom>
            <a:grpFill/>
            <a:ln w="9525" cap="flat">
              <a:noFill/>
              <a:prstDash val="solid"/>
              <a:miter/>
            </a:ln>
          </p:spPr>
          <p:txBody>
            <a:bodyPr rtlCol="0" anchor="ctr"/>
            <a:lstStyle/>
            <a:p>
              <a:endParaRPr lang="en-IN"/>
            </a:p>
          </p:txBody>
        </p:sp>
      </p:grpSp>
      <p:grpSp>
        <p:nvGrpSpPr>
          <p:cNvPr id="461" name="Graphic 459">
            <a:extLst>
              <a:ext uri="{FF2B5EF4-FFF2-40B4-BE49-F238E27FC236}">
                <a16:creationId xmlns:a16="http://schemas.microsoft.com/office/drawing/2014/main" id="{E75FF775-D440-6613-8B89-0D21FD196A32}"/>
              </a:ext>
            </a:extLst>
          </p:cNvPr>
          <p:cNvGrpSpPr/>
          <p:nvPr/>
        </p:nvGrpSpPr>
        <p:grpSpPr>
          <a:xfrm>
            <a:off x="5741857" y="2457528"/>
            <a:ext cx="938854" cy="318058"/>
            <a:chOff x="5623812" y="3266755"/>
            <a:chExt cx="943827" cy="319742"/>
          </a:xfrm>
          <a:solidFill>
            <a:schemeClr val="bg1"/>
          </a:solidFill>
        </p:grpSpPr>
        <p:sp>
          <p:nvSpPr>
            <p:cNvPr id="462" name="Freeform: Shape 461">
              <a:extLst>
                <a:ext uri="{FF2B5EF4-FFF2-40B4-BE49-F238E27FC236}">
                  <a16:creationId xmlns:a16="http://schemas.microsoft.com/office/drawing/2014/main" id="{76C9D7B3-8DD1-D470-6D0B-B50C26485012}"/>
                </a:ext>
              </a:extLst>
            </p:cNvPr>
            <p:cNvSpPr/>
            <p:nvPr/>
          </p:nvSpPr>
          <p:spPr>
            <a:xfrm>
              <a:off x="5843534" y="3501663"/>
              <a:ext cx="399712" cy="68886"/>
            </a:xfrm>
            <a:custGeom>
              <a:avLst/>
              <a:gdLst>
                <a:gd name="connsiteX0" fmla="*/ 28882 w 399712"/>
                <a:gd name="connsiteY0" fmla="*/ -339 h 68886"/>
                <a:gd name="connsiteX1" fmla="*/ 11133 w 399712"/>
                <a:gd name="connsiteY1" fmla="*/ 42166 h 68886"/>
                <a:gd name="connsiteX2" fmla="*/ -127 w 399712"/>
                <a:gd name="connsiteY2" fmla="*/ 67183 h 68886"/>
                <a:gd name="connsiteX3" fmla="*/ 4236 w 399712"/>
                <a:gd name="connsiteY3" fmla="*/ 66608 h 68886"/>
                <a:gd name="connsiteX4" fmla="*/ 8896 w 399712"/>
                <a:gd name="connsiteY4" fmla="*/ 67183 h 68886"/>
                <a:gd name="connsiteX5" fmla="*/ 16647 w 399712"/>
                <a:gd name="connsiteY5" fmla="*/ 46139 h 68886"/>
                <a:gd name="connsiteX6" fmla="*/ 28297 w 399712"/>
                <a:gd name="connsiteY6" fmla="*/ 45749 h 68886"/>
                <a:gd name="connsiteX7" fmla="*/ 40736 w 399712"/>
                <a:gd name="connsiteY7" fmla="*/ 46139 h 68886"/>
                <a:gd name="connsiteX8" fmla="*/ 44792 w 399712"/>
                <a:gd name="connsiteY8" fmla="*/ 56425 h 68886"/>
                <a:gd name="connsiteX9" fmla="*/ 48877 w 399712"/>
                <a:gd name="connsiteY9" fmla="*/ 67183 h 68886"/>
                <a:gd name="connsiteX10" fmla="*/ 56052 w 399712"/>
                <a:gd name="connsiteY10" fmla="*/ 66608 h 68886"/>
                <a:gd name="connsiteX11" fmla="*/ 63627 w 399712"/>
                <a:gd name="connsiteY11" fmla="*/ 67183 h 68886"/>
                <a:gd name="connsiteX12" fmla="*/ 49164 w 399712"/>
                <a:gd name="connsiteY12" fmla="*/ 34675 h 68886"/>
                <a:gd name="connsiteX13" fmla="*/ 35194 w 399712"/>
                <a:gd name="connsiteY13" fmla="*/ -339 h 68886"/>
                <a:gd name="connsiteX14" fmla="*/ 32094 w 399712"/>
                <a:gd name="connsiteY14" fmla="*/ 153 h 68886"/>
                <a:gd name="connsiteX15" fmla="*/ 28882 w 399712"/>
                <a:gd name="connsiteY15" fmla="*/ -339 h 68886"/>
                <a:gd name="connsiteX16" fmla="*/ 269239 w 399712"/>
                <a:gd name="connsiteY16" fmla="*/ -339 h 68886"/>
                <a:gd name="connsiteX17" fmla="*/ 251481 w 399712"/>
                <a:gd name="connsiteY17" fmla="*/ 42166 h 68886"/>
                <a:gd name="connsiteX18" fmla="*/ 240230 w 399712"/>
                <a:gd name="connsiteY18" fmla="*/ 67183 h 68886"/>
                <a:gd name="connsiteX19" fmla="*/ 244593 w 399712"/>
                <a:gd name="connsiteY19" fmla="*/ 66608 h 68886"/>
                <a:gd name="connsiteX20" fmla="*/ 249262 w 399712"/>
                <a:gd name="connsiteY20" fmla="*/ 67183 h 68886"/>
                <a:gd name="connsiteX21" fmla="*/ 257023 w 399712"/>
                <a:gd name="connsiteY21" fmla="*/ 46139 h 68886"/>
                <a:gd name="connsiteX22" fmla="*/ 268654 w 399712"/>
                <a:gd name="connsiteY22" fmla="*/ 45749 h 68886"/>
                <a:gd name="connsiteX23" fmla="*/ 281074 w 399712"/>
                <a:gd name="connsiteY23" fmla="*/ 46139 h 68886"/>
                <a:gd name="connsiteX24" fmla="*/ 285149 w 399712"/>
                <a:gd name="connsiteY24" fmla="*/ 56425 h 68886"/>
                <a:gd name="connsiteX25" fmla="*/ 289224 w 399712"/>
                <a:gd name="connsiteY25" fmla="*/ 67183 h 68886"/>
                <a:gd name="connsiteX26" fmla="*/ 296409 w 399712"/>
                <a:gd name="connsiteY26" fmla="*/ 66608 h 68886"/>
                <a:gd name="connsiteX27" fmla="*/ 303974 w 399712"/>
                <a:gd name="connsiteY27" fmla="*/ 67183 h 68886"/>
                <a:gd name="connsiteX28" fmla="*/ 289512 w 399712"/>
                <a:gd name="connsiteY28" fmla="*/ 34675 h 68886"/>
                <a:gd name="connsiteX29" fmla="*/ 275551 w 399712"/>
                <a:gd name="connsiteY29" fmla="*/ -339 h 68886"/>
                <a:gd name="connsiteX30" fmla="*/ 272441 w 399712"/>
                <a:gd name="connsiteY30" fmla="*/ 153 h 68886"/>
                <a:gd name="connsiteX31" fmla="*/ 269239 w 399712"/>
                <a:gd name="connsiteY31" fmla="*/ -339 h 68886"/>
                <a:gd name="connsiteX32" fmla="*/ 380575 w 399712"/>
                <a:gd name="connsiteY32" fmla="*/ -144 h 68886"/>
                <a:gd name="connsiteX33" fmla="*/ 357963 w 399712"/>
                <a:gd name="connsiteY33" fmla="*/ 19247 h 68886"/>
                <a:gd name="connsiteX34" fmla="*/ 370188 w 399712"/>
                <a:gd name="connsiteY34" fmla="*/ 36430 h 68886"/>
                <a:gd name="connsiteX35" fmla="*/ 380185 w 399712"/>
                <a:gd name="connsiteY35" fmla="*/ 40505 h 68886"/>
                <a:gd name="connsiteX36" fmla="*/ 388150 w 399712"/>
                <a:gd name="connsiteY36" fmla="*/ 51653 h 68886"/>
                <a:gd name="connsiteX37" fmla="*/ 375433 w 399712"/>
                <a:gd name="connsiteY37" fmla="*/ 63795 h 68886"/>
                <a:gd name="connsiteX38" fmla="*/ 360395 w 399712"/>
                <a:gd name="connsiteY38" fmla="*/ 52637 h 68886"/>
                <a:gd name="connsiteX39" fmla="*/ 359030 w 399712"/>
                <a:gd name="connsiteY39" fmla="*/ 52637 h 68886"/>
                <a:gd name="connsiteX40" fmla="*/ 356802 w 399712"/>
                <a:gd name="connsiteY40" fmla="*/ 63591 h 68886"/>
                <a:gd name="connsiteX41" fmla="*/ 374941 w 399712"/>
                <a:gd name="connsiteY41" fmla="*/ 68548 h 68886"/>
                <a:gd name="connsiteX42" fmla="*/ 399586 w 399712"/>
                <a:gd name="connsiteY42" fmla="*/ 47300 h 68886"/>
                <a:gd name="connsiteX43" fmla="*/ 394843 w 399712"/>
                <a:gd name="connsiteY43" fmla="*/ 34489 h 68886"/>
                <a:gd name="connsiteX44" fmla="*/ 381643 w 399712"/>
                <a:gd name="connsiteY44" fmla="*/ 27407 h 68886"/>
                <a:gd name="connsiteX45" fmla="*/ 368155 w 399712"/>
                <a:gd name="connsiteY45" fmla="*/ 15079 h 68886"/>
                <a:gd name="connsiteX46" fmla="*/ 379601 w 399712"/>
                <a:gd name="connsiteY46" fmla="*/ 4599 h 68886"/>
                <a:gd name="connsiteX47" fmla="*/ 392318 w 399712"/>
                <a:gd name="connsiteY47" fmla="*/ 13046 h 68886"/>
                <a:gd name="connsiteX48" fmla="*/ 393673 w 399712"/>
                <a:gd name="connsiteY48" fmla="*/ 13046 h 68886"/>
                <a:gd name="connsiteX49" fmla="*/ 396681 w 399712"/>
                <a:gd name="connsiteY49" fmla="*/ 3829 h 68886"/>
                <a:gd name="connsiteX50" fmla="*/ 380575 w 399712"/>
                <a:gd name="connsiteY50" fmla="*/ -144 h 68886"/>
                <a:gd name="connsiteX51" fmla="*/ 71155 w 399712"/>
                <a:gd name="connsiteY51" fmla="*/ 626 h 68886"/>
                <a:gd name="connsiteX52" fmla="*/ 72130 w 399712"/>
                <a:gd name="connsiteY52" fmla="*/ 23044 h 68886"/>
                <a:gd name="connsiteX53" fmla="*/ 71062 w 399712"/>
                <a:gd name="connsiteY53" fmla="*/ 67183 h 68886"/>
                <a:gd name="connsiteX54" fmla="*/ 78043 w 399712"/>
                <a:gd name="connsiteY54" fmla="*/ 66608 h 68886"/>
                <a:gd name="connsiteX55" fmla="*/ 84838 w 399712"/>
                <a:gd name="connsiteY55" fmla="*/ 67183 h 68886"/>
                <a:gd name="connsiteX56" fmla="*/ 83872 w 399712"/>
                <a:gd name="connsiteY56" fmla="*/ 34397 h 68886"/>
                <a:gd name="connsiteX57" fmla="*/ 84940 w 399712"/>
                <a:gd name="connsiteY57" fmla="*/ 626 h 68886"/>
                <a:gd name="connsiteX58" fmla="*/ 78043 w 399712"/>
                <a:gd name="connsiteY58" fmla="*/ 1220 h 68886"/>
                <a:gd name="connsiteX59" fmla="*/ 71155 w 399712"/>
                <a:gd name="connsiteY59" fmla="*/ 626 h 68886"/>
                <a:gd name="connsiteX60" fmla="*/ 101315 w 399712"/>
                <a:gd name="connsiteY60" fmla="*/ 626 h 68886"/>
                <a:gd name="connsiteX61" fmla="*/ 101983 w 399712"/>
                <a:gd name="connsiteY61" fmla="*/ 27212 h 68886"/>
                <a:gd name="connsiteX62" fmla="*/ 101120 w 399712"/>
                <a:gd name="connsiteY62" fmla="*/ 67183 h 68886"/>
                <a:gd name="connsiteX63" fmla="*/ 107803 w 399712"/>
                <a:gd name="connsiteY63" fmla="*/ 66608 h 68886"/>
                <a:gd name="connsiteX64" fmla="*/ 114310 w 399712"/>
                <a:gd name="connsiteY64" fmla="*/ 67183 h 68886"/>
                <a:gd name="connsiteX65" fmla="*/ 113921 w 399712"/>
                <a:gd name="connsiteY65" fmla="*/ 49332 h 68886"/>
                <a:gd name="connsiteX66" fmla="*/ 113921 w 399712"/>
                <a:gd name="connsiteY66" fmla="*/ 35557 h 68886"/>
                <a:gd name="connsiteX67" fmla="*/ 116251 w 399712"/>
                <a:gd name="connsiteY67" fmla="*/ 35557 h 68886"/>
                <a:gd name="connsiteX68" fmla="*/ 132449 w 399712"/>
                <a:gd name="connsiteY68" fmla="*/ 59135 h 68886"/>
                <a:gd name="connsiteX69" fmla="*/ 137499 w 399712"/>
                <a:gd name="connsiteY69" fmla="*/ 67183 h 68886"/>
                <a:gd name="connsiteX70" fmla="*/ 145370 w 399712"/>
                <a:gd name="connsiteY70" fmla="*/ 66608 h 68886"/>
                <a:gd name="connsiteX71" fmla="*/ 153994 w 399712"/>
                <a:gd name="connsiteY71" fmla="*/ 67183 h 68886"/>
                <a:gd name="connsiteX72" fmla="*/ 137601 w 399712"/>
                <a:gd name="connsiteY72" fmla="*/ 45359 h 68886"/>
                <a:gd name="connsiteX73" fmla="*/ 132551 w 399712"/>
                <a:gd name="connsiteY73" fmla="*/ 38082 h 68886"/>
                <a:gd name="connsiteX74" fmla="*/ 129831 w 399712"/>
                <a:gd name="connsiteY74" fmla="*/ 34202 h 68886"/>
                <a:gd name="connsiteX75" fmla="*/ 146716 w 399712"/>
                <a:gd name="connsiteY75" fmla="*/ 16249 h 68886"/>
                <a:gd name="connsiteX76" fmla="*/ 142261 w 399712"/>
                <a:gd name="connsiteY76" fmla="*/ 5379 h 68886"/>
                <a:gd name="connsiteX77" fmla="*/ 127028 w 399712"/>
                <a:gd name="connsiteY77" fmla="*/ 626 h 68886"/>
                <a:gd name="connsiteX78" fmla="*/ 111015 w 399712"/>
                <a:gd name="connsiteY78" fmla="*/ 1109 h 68886"/>
                <a:gd name="connsiteX79" fmla="*/ 101315 w 399712"/>
                <a:gd name="connsiteY79" fmla="*/ 626 h 68886"/>
                <a:gd name="connsiteX80" fmla="*/ 152137 w 399712"/>
                <a:gd name="connsiteY80" fmla="*/ 626 h 68886"/>
                <a:gd name="connsiteX81" fmla="*/ 162135 w 399712"/>
                <a:gd name="connsiteY81" fmla="*/ 27787 h 68886"/>
                <a:gd name="connsiteX82" fmla="*/ 173005 w 399712"/>
                <a:gd name="connsiteY82" fmla="*/ 59803 h 68886"/>
                <a:gd name="connsiteX83" fmla="*/ 175418 w 399712"/>
                <a:gd name="connsiteY83" fmla="*/ 67183 h 68886"/>
                <a:gd name="connsiteX84" fmla="*/ 179401 w 399712"/>
                <a:gd name="connsiteY84" fmla="*/ 66608 h 68886"/>
                <a:gd name="connsiteX85" fmla="*/ 183086 w 399712"/>
                <a:gd name="connsiteY85" fmla="*/ 67183 h 68886"/>
                <a:gd name="connsiteX86" fmla="*/ 187857 w 399712"/>
                <a:gd name="connsiteY86" fmla="*/ 51950 h 68886"/>
                <a:gd name="connsiteX87" fmla="*/ 197066 w 399712"/>
                <a:gd name="connsiteY87" fmla="*/ 25569 h 68886"/>
                <a:gd name="connsiteX88" fmla="*/ 199971 w 399712"/>
                <a:gd name="connsiteY88" fmla="*/ 17521 h 68886"/>
                <a:gd name="connsiteX89" fmla="*/ 203944 w 399712"/>
                <a:gd name="connsiteY89" fmla="*/ 28669 h 68886"/>
                <a:gd name="connsiteX90" fmla="*/ 211129 w 399712"/>
                <a:gd name="connsiteY90" fmla="*/ 49824 h 68886"/>
                <a:gd name="connsiteX91" fmla="*/ 216661 w 399712"/>
                <a:gd name="connsiteY91" fmla="*/ 67183 h 68886"/>
                <a:gd name="connsiteX92" fmla="*/ 220829 w 399712"/>
                <a:gd name="connsiteY92" fmla="*/ 66608 h 68886"/>
                <a:gd name="connsiteX93" fmla="*/ 224710 w 399712"/>
                <a:gd name="connsiteY93" fmla="*/ 67183 h 68886"/>
                <a:gd name="connsiteX94" fmla="*/ 234215 w 399712"/>
                <a:gd name="connsiteY94" fmla="*/ 38954 h 68886"/>
                <a:gd name="connsiteX95" fmla="*/ 248668 w 399712"/>
                <a:gd name="connsiteY95" fmla="*/ 626 h 68886"/>
                <a:gd name="connsiteX96" fmla="*/ 244305 w 399712"/>
                <a:gd name="connsiteY96" fmla="*/ 1211 h 68886"/>
                <a:gd name="connsiteX97" fmla="*/ 239850 w 399712"/>
                <a:gd name="connsiteY97" fmla="*/ 626 h 68886"/>
                <a:gd name="connsiteX98" fmla="*/ 231802 w 399712"/>
                <a:gd name="connsiteY98" fmla="*/ 27695 h 68886"/>
                <a:gd name="connsiteX99" fmla="*/ 223846 w 399712"/>
                <a:gd name="connsiteY99" fmla="*/ 50205 h 68886"/>
                <a:gd name="connsiteX100" fmla="*/ 214907 w 399712"/>
                <a:gd name="connsiteY100" fmla="*/ 24891 h 68886"/>
                <a:gd name="connsiteX101" fmla="*/ 207342 w 399712"/>
                <a:gd name="connsiteY101" fmla="*/ 626 h 68886"/>
                <a:gd name="connsiteX102" fmla="*/ 203072 w 399712"/>
                <a:gd name="connsiteY102" fmla="*/ 1211 h 68886"/>
                <a:gd name="connsiteX103" fmla="*/ 198811 w 399712"/>
                <a:gd name="connsiteY103" fmla="*/ 626 h 68886"/>
                <a:gd name="connsiteX104" fmla="*/ 184636 w 399712"/>
                <a:gd name="connsiteY104" fmla="*/ 43614 h 68886"/>
                <a:gd name="connsiteX105" fmla="*/ 182213 w 399712"/>
                <a:gd name="connsiteY105" fmla="*/ 49917 h 68886"/>
                <a:gd name="connsiteX106" fmla="*/ 180366 w 399712"/>
                <a:gd name="connsiteY106" fmla="*/ 44487 h 68886"/>
                <a:gd name="connsiteX107" fmla="*/ 166498 w 399712"/>
                <a:gd name="connsiteY107" fmla="*/ 626 h 68886"/>
                <a:gd name="connsiteX108" fmla="*/ 159712 w 399712"/>
                <a:gd name="connsiteY108" fmla="*/ 1211 h 68886"/>
                <a:gd name="connsiteX109" fmla="*/ 152137 w 399712"/>
                <a:gd name="connsiteY109" fmla="*/ 626 h 68886"/>
                <a:gd name="connsiteX110" fmla="*/ 294061 w 399712"/>
                <a:gd name="connsiteY110" fmla="*/ 626 h 68886"/>
                <a:gd name="connsiteX111" fmla="*/ 312292 w 399712"/>
                <a:gd name="connsiteY111" fmla="*/ 30990 h 68886"/>
                <a:gd name="connsiteX112" fmla="*/ 318019 w 399712"/>
                <a:gd name="connsiteY112" fmla="*/ 40895 h 68886"/>
                <a:gd name="connsiteX113" fmla="*/ 317444 w 399712"/>
                <a:gd name="connsiteY113" fmla="*/ 67183 h 68886"/>
                <a:gd name="connsiteX114" fmla="*/ 323932 w 399712"/>
                <a:gd name="connsiteY114" fmla="*/ 66608 h 68886"/>
                <a:gd name="connsiteX115" fmla="*/ 330644 w 399712"/>
                <a:gd name="connsiteY115" fmla="*/ 67183 h 68886"/>
                <a:gd name="connsiteX116" fmla="*/ 329947 w 399712"/>
                <a:gd name="connsiteY116" fmla="*/ 44765 h 68886"/>
                <a:gd name="connsiteX117" fmla="*/ 329947 w 399712"/>
                <a:gd name="connsiteY117" fmla="*/ 41182 h 68886"/>
                <a:gd name="connsiteX118" fmla="*/ 331210 w 399712"/>
                <a:gd name="connsiteY118" fmla="*/ 38073 h 68886"/>
                <a:gd name="connsiteX119" fmla="*/ 343445 w 399712"/>
                <a:gd name="connsiteY119" fmla="*/ 16825 h 68886"/>
                <a:gd name="connsiteX120" fmla="*/ 353442 w 399712"/>
                <a:gd name="connsiteY120" fmla="*/ 626 h 68886"/>
                <a:gd name="connsiteX121" fmla="*/ 349367 w 399712"/>
                <a:gd name="connsiteY121" fmla="*/ 1220 h 68886"/>
                <a:gd name="connsiteX122" fmla="*/ 343723 w 399712"/>
                <a:gd name="connsiteY122" fmla="*/ 626 h 68886"/>
                <a:gd name="connsiteX123" fmla="*/ 326949 w 399712"/>
                <a:gd name="connsiteY123" fmla="*/ 33422 h 68886"/>
                <a:gd name="connsiteX124" fmla="*/ 309962 w 399712"/>
                <a:gd name="connsiteY124" fmla="*/ 626 h 68886"/>
                <a:gd name="connsiteX125" fmla="*/ 302016 w 399712"/>
                <a:gd name="connsiteY125" fmla="*/ 1220 h 68886"/>
                <a:gd name="connsiteX126" fmla="*/ 294061 w 399712"/>
                <a:gd name="connsiteY126" fmla="*/ 626 h 68886"/>
                <a:gd name="connsiteX127" fmla="*/ 120818 w 399712"/>
                <a:gd name="connsiteY127" fmla="*/ 5379 h 68886"/>
                <a:gd name="connsiteX128" fmla="*/ 129831 w 399712"/>
                <a:gd name="connsiteY128" fmla="*/ 7811 h 68886"/>
                <a:gd name="connsiteX129" fmla="*/ 133906 w 399712"/>
                <a:gd name="connsiteY129" fmla="*/ 17901 h 68886"/>
                <a:gd name="connsiteX130" fmla="*/ 120623 w 399712"/>
                <a:gd name="connsiteY130" fmla="*/ 31296 h 68886"/>
                <a:gd name="connsiteX131" fmla="*/ 113921 w 399712"/>
                <a:gd name="connsiteY131" fmla="*/ 30990 h 68886"/>
                <a:gd name="connsiteX132" fmla="*/ 113921 w 399712"/>
                <a:gd name="connsiteY132" fmla="*/ 5871 h 68886"/>
                <a:gd name="connsiteX133" fmla="*/ 120818 w 399712"/>
                <a:gd name="connsiteY133" fmla="*/ 5379 h 68886"/>
                <a:gd name="connsiteX134" fmla="*/ 28789 w 399712"/>
                <a:gd name="connsiteY134" fmla="*/ 16249 h 68886"/>
                <a:gd name="connsiteX135" fmla="*/ 37905 w 399712"/>
                <a:gd name="connsiteY135" fmla="*/ 40115 h 68886"/>
                <a:gd name="connsiteX136" fmla="*/ 28984 w 399712"/>
                <a:gd name="connsiteY136" fmla="*/ 40505 h 68886"/>
                <a:gd name="connsiteX137" fmla="*/ 18894 w 399712"/>
                <a:gd name="connsiteY137" fmla="*/ 40115 h 68886"/>
                <a:gd name="connsiteX138" fmla="*/ 269137 w 399712"/>
                <a:gd name="connsiteY138" fmla="*/ 16249 h 68886"/>
                <a:gd name="connsiteX139" fmla="*/ 278271 w 399712"/>
                <a:gd name="connsiteY139" fmla="*/ 40115 h 68886"/>
                <a:gd name="connsiteX140" fmla="*/ 269331 w 399712"/>
                <a:gd name="connsiteY140" fmla="*/ 40505 h 68886"/>
                <a:gd name="connsiteX141" fmla="*/ 259250 w 399712"/>
                <a:gd name="connsiteY141" fmla="*/ 40115 h 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399712" h="68886">
                  <a:moveTo>
                    <a:pt x="28882" y="-339"/>
                  </a:moveTo>
                  <a:cubicBezTo>
                    <a:pt x="26561" y="7615"/>
                    <a:pt x="20923" y="20228"/>
                    <a:pt x="11133" y="42166"/>
                  </a:cubicBezTo>
                  <a:lnTo>
                    <a:pt x="-127" y="67183"/>
                  </a:lnTo>
                  <a:cubicBezTo>
                    <a:pt x="1223" y="66989"/>
                    <a:pt x="2595" y="66608"/>
                    <a:pt x="4236" y="66608"/>
                  </a:cubicBezTo>
                  <a:cubicBezTo>
                    <a:pt x="5790" y="66608"/>
                    <a:pt x="7643" y="66989"/>
                    <a:pt x="8896" y="67183"/>
                  </a:cubicBezTo>
                  <a:cubicBezTo>
                    <a:pt x="10440" y="61657"/>
                    <a:pt x="13549" y="53598"/>
                    <a:pt x="16647" y="46139"/>
                  </a:cubicBezTo>
                  <a:cubicBezTo>
                    <a:pt x="20532" y="45935"/>
                    <a:pt x="24422" y="45749"/>
                    <a:pt x="28297" y="45749"/>
                  </a:cubicBezTo>
                  <a:cubicBezTo>
                    <a:pt x="32473" y="45749"/>
                    <a:pt x="36550" y="45935"/>
                    <a:pt x="40736" y="46139"/>
                  </a:cubicBezTo>
                  <a:lnTo>
                    <a:pt x="44792" y="56425"/>
                  </a:lnTo>
                  <a:lnTo>
                    <a:pt x="48877" y="67183"/>
                  </a:lnTo>
                  <a:cubicBezTo>
                    <a:pt x="50625" y="67086"/>
                    <a:pt x="53343" y="66608"/>
                    <a:pt x="56052" y="66608"/>
                  </a:cubicBezTo>
                  <a:cubicBezTo>
                    <a:pt x="58771" y="66608"/>
                    <a:pt x="62170" y="67086"/>
                    <a:pt x="63627" y="67183"/>
                  </a:cubicBezTo>
                  <a:cubicBezTo>
                    <a:pt x="59257" y="57773"/>
                    <a:pt x="52845" y="43114"/>
                    <a:pt x="49164" y="34675"/>
                  </a:cubicBezTo>
                  <a:cubicBezTo>
                    <a:pt x="45668" y="26537"/>
                    <a:pt x="39846" y="12956"/>
                    <a:pt x="35194" y="-339"/>
                  </a:cubicBezTo>
                  <a:cubicBezTo>
                    <a:pt x="34126" y="-48"/>
                    <a:pt x="33152" y="153"/>
                    <a:pt x="32094" y="153"/>
                  </a:cubicBezTo>
                  <a:cubicBezTo>
                    <a:pt x="30928" y="153"/>
                    <a:pt x="29950" y="-48"/>
                    <a:pt x="28882" y="-339"/>
                  </a:cubicBezTo>
                  <a:close/>
                  <a:moveTo>
                    <a:pt x="269239" y="-339"/>
                  </a:moveTo>
                  <a:cubicBezTo>
                    <a:pt x="266918" y="7615"/>
                    <a:pt x="261280" y="20228"/>
                    <a:pt x="251481" y="42166"/>
                  </a:cubicBezTo>
                  <a:lnTo>
                    <a:pt x="240230" y="67183"/>
                  </a:lnTo>
                  <a:cubicBezTo>
                    <a:pt x="241600" y="66989"/>
                    <a:pt x="242942" y="66608"/>
                    <a:pt x="244593" y="66608"/>
                  </a:cubicBezTo>
                  <a:cubicBezTo>
                    <a:pt x="246147" y="66608"/>
                    <a:pt x="247990" y="66989"/>
                    <a:pt x="249262" y="67183"/>
                  </a:cubicBezTo>
                  <a:cubicBezTo>
                    <a:pt x="250806" y="61657"/>
                    <a:pt x="253925" y="53598"/>
                    <a:pt x="257023" y="46139"/>
                  </a:cubicBezTo>
                  <a:cubicBezTo>
                    <a:pt x="260898" y="45935"/>
                    <a:pt x="264779" y="45749"/>
                    <a:pt x="268654" y="45749"/>
                  </a:cubicBezTo>
                  <a:cubicBezTo>
                    <a:pt x="272830" y="45749"/>
                    <a:pt x="276898" y="45935"/>
                    <a:pt x="281074" y="46139"/>
                  </a:cubicBezTo>
                  <a:lnTo>
                    <a:pt x="285149" y="56425"/>
                  </a:lnTo>
                  <a:lnTo>
                    <a:pt x="289224" y="67183"/>
                  </a:lnTo>
                  <a:cubicBezTo>
                    <a:pt x="290982" y="67086"/>
                    <a:pt x="293700" y="66608"/>
                    <a:pt x="296409" y="66608"/>
                  </a:cubicBezTo>
                  <a:cubicBezTo>
                    <a:pt x="299128" y="66608"/>
                    <a:pt x="302527" y="67086"/>
                    <a:pt x="303974" y="67183"/>
                  </a:cubicBezTo>
                  <a:cubicBezTo>
                    <a:pt x="299614" y="57773"/>
                    <a:pt x="293202" y="43114"/>
                    <a:pt x="289512" y="34675"/>
                  </a:cubicBezTo>
                  <a:cubicBezTo>
                    <a:pt x="286016" y="26537"/>
                    <a:pt x="280203" y="12956"/>
                    <a:pt x="275551" y="-339"/>
                  </a:cubicBezTo>
                  <a:cubicBezTo>
                    <a:pt x="274483" y="-48"/>
                    <a:pt x="273509" y="153"/>
                    <a:pt x="272441" y="153"/>
                  </a:cubicBezTo>
                  <a:cubicBezTo>
                    <a:pt x="271285" y="153"/>
                    <a:pt x="270307" y="-48"/>
                    <a:pt x="269239" y="-339"/>
                  </a:cubicBezTo>
                  <a:close/>
                  <a:moveTo>
                    <a:pt x="380575" y="-144"/>
                  </a:moveTo>
                  <a:cubicBezTo>
                    <a:pt x="363007" y="-144"/>
                    <a:pt x="357963" y="10721"/>
                    <a:pt x="357963" y="19247"/>
                  </a:cubicBezTo>
                  <a:cubicBezTo>
                    <a:pt x="357963" y="27308"/>
                    <a:pt x="360787" y="32263"/>
                    <a:pt x="370188" y="36430"/>
                  </a:cubicBezTo>
                  <a:cubicBezTo>
                    <a:pt x="372897" y="37595"/>
                    <a:pt x="377476" y="39330"/>
                    <a:pt x="380185" y="40505"/>
                  </a:cubicBezTo>
                  <a:cubicBezTo>
                    <a:pt x="382031" y="41272"/>
                    <a:pt x="388150" y="43981"/>
                    <a:pt x="388150" y="51653"/>
                  </a:cubicBezTo>
                  <a:cubicBezTo>
                    <a:pt x="388150" y="58646"/>
                    <a:pt x="383085" y="63795"/>
                    <a:pt x="375433" y="63795"/>
                  </a:cubicBezTo>
                  <a:cubicBezTo>
                    <a:pt x="369703" y="63795"/>
                    <a:pt x="364852" y="62339"/>
                    <a:pt x="360395" y="52637"/>
                  </a:cubicBezTo>
                  <a:lnTo>
                    <a:pt x="359030" y="52637"/>
                  </a:lnTo>
                  <a:cubicBezTo>
                    <a:pt x="358554" y="57289"/>
                    <a:pt x="358453" y="58550"/>
                    <a:pt x="356802" y="63591"/>
                  </a:cubicBezTo>
                  <a:cubicBezTo>
                    <a:pt x="360298" y="65339"/>
                    <a:pt x="366608" y="68548"/>
                    <a:pt x="374941" y="68548"/>
                  </a:cubicBezTo>
                  <a:cubicBezTo>
                    <a:pt x="392703" y="68548"/>
                    <a:pt x="399586" y="57205"/>
                    <a:pt x="399586" y="47300"/>
                  </a:cubicBezTo>
                  <a:cubicBezTo>
                    <a:pt x="399586" y="44580"/>
                    <a:pt x="398912" y="38850"/>
                    <a:pt x="394843" y="34489"/>
                  </a:cubicBezTo>
                  <a:cubicBezTo>
                    <a:pt x="392026" y="31382"/>
                    <a:pt x="389111" y="30320"/>
                    <a:pt x="381643" y="27407"/>
                  </a:cubicBezTo>
                  <a:cubicBezTo>
                    <a:pt x="373116" y="24105"/>
                    <a:pt x="368155" y="22159"/>
                    <a:pt x="368155" y="15079"/>
                  </a:cubicBezTo>
                  <a:cubicBezTo>
                    <a:pt x="368155" y="9359"/>
                    <a:pt x="371938" y="4599"/>
                    <a:pt x="379601" y="4599"/>
                  </a:cubicBezTo>
                  <a:cubicBezTo>
                    <a:pt x="385709" y="4599"/>
                    <a:pt x="390871" y="7521"/>
                    <a:pt x="392318" y="13046"/>
                  </a:cubicBezTo>
                  <a:lnTo>
                    <a:pt x="393673" y="13046"/>
                  </a:lnTo>
                  <a:cubicBezTo>
                    <a:pt x="394547" y="9366"/>
                    <a:pt x="394738" y="8587"/>
                    <a:pt x="396681" y="3829"/>
                  </a:cubicBezTo>
                  <a:cubicBezTo>
                    <a:pt x="391922" y="1702"/>
                    <a:pt x="387655" y="-144"/>
                    <a:pt x="380575" y="-144"/>
                  </a:cubicBezTo>
                  <a:close/>
                  <a:moveTo>
                    <a:pt x="71155" y="626"/>
                  </a:moveTo>
                  <a:cubicBezTo>
                    <a:pt x="72126" y="10027"/>
                    <a:pt x="72130" y="16926"/>
                    <a:pt x="72130" y="23044"/>
                  </a:cubicBezTo>
                  <a:cubicBezTo>
                    <a:pt x="72130" y="39631"/>
                    <a:pt x="72131" y="55646"/>
                    <a:pt x="71062" y="67183"/>
                  </a:cubicBezTo>
                  <a:cubicBezTo>
                    <a:pt x="73209" y="67096"/>
                    <a:pt x="75916" y="66608"/>
                    <a:pt x="78043" y="66608"/>
                  </a:cubicBezTo>
                  <a:cubicBezTo>
                    <a:pt x="80277" y="66608"/>
                    <a:pt x="82604" y="67096"/>
                    <a:pt x="84838" y="67183"/>
                  </a:cubicBezTo>
                  <a:cubicBezTo>
                    <a:pt x="84061" y="59326"/>
                    <a:pt x="83872" y="48847"/>
                    <a:pt x="83872" y="34397"/>
                  </a:cubicBezTo>
                  <a:cubicBezTo>
                    <a:pt x="83872" y="24588"/>
                    <a:pt x="83872" y="7813"/>
                    <a:pt x="84940" y="626"/>
                  </a:cubicBezTo>
                  <a:cubicBezTo>
                    <a:pt x="82609" y="918"/>
                    <a:pt x="80189" y="1220"/>
                    <a:pt x="78043" y="1220"/>
                  </a:cubicBezTo>
                  <a:cubicBezTo>
                    <a:pt x="76596" y="1220"/>
                    <a:pt x="72991" y="830"/>
                    <a:pt x="71155" y="626"/>
                  </a:cubicBezTo>
                  <a:close/>
                  <a:moveTo>
                    <a:pt x="101315" y="626"/>
                  </a:moveTo>
                  <a:cubicBezTo>
                    <a:pt x="101985" y="13144"/>
                    <a:pt x="101983" y="14499"/>
                    <a:pt x="101983" y="27212"/>
                  </a:cubicBezTo>
                  <a:cubicBezTo>
                    <a:pt x="101983" y="45926"/>
                    <a:pt x="101887" y="48071"/>
                    <a:pt x="101120" y="67183"/>
                  </a:cubicBezTo>
                  <a:cubicBezTo>
                    <a:pt x="103256" y="66901"/>
                    <a:pt x="105589" y="66608"/>
                    <a:pt x="107803" y="66608"/>
                  </a:cubicBezTo>
                  <a:cubicBezTo>
                    <a:pt x="110241" y="66608"/>
                    <a:pt x="112368" y="66989"/>
                    <a:pt x="114310" y="67183"/>
                  </a:cubicBezTo>
                  <a:cubicBezTo>
                    <a:pt x="114310" y="64668"/>
                    <a:pt x="113921" y="52149"/>
                    <a:pt x="113921" y="49332"/>
                  </a:cubicBezTo>
                  <a:lnTo>
                    <a:pt x="113921" y="35557"/>
                  </a:lnTo>
                  <a:lnTo>
                    <a:pt x="116251" y="35557"/>
                  </a:lnTo>
                  <a:cubicBezTo>
                    <a:pt x="121495" y="42928"/>
                    <a:pt x="127496" y="51463"/>
                    <a:pt x="132449" y="59135"/>
                  </a:cubicBezTo>
                  <a:cubicBezTo>
                    <a:pt x="133906" y="61359"/>
                    <a:pt x="136042" y="64959"/>
                    <a:pt x="137499" y="67183"/>
                  </a:cubicBezTo>
                  <a:cubicBezTo>
                    <a:pt x="140412" y="66795"/>
                    <a:pt x="141583" y="66608"/>
                    <a:pt x="145370" y="66608"/>
                  </a:cubicBezTo>
                  <a:cubicBezTo>
                    <a:pt x="148857" y="66608"/>
                    <a:pt x="151285" y="66901"/>
                    <a:pt x="153994" y="67183"/>
                  </a:cubicBezTo>
                  <a:cubicBezTo>
                    <a:pt x="147885" y="59530"/>
                    <a:pt x="145253" y="56130"/>
                    <a:pt x="137601" y="45359"/>
                  </a:cubicBezTo>
                  <a:cubicBezTo>
                    <a:pt x="136144" y="43320"/>
                    <a:pt x="134008" y="40112"/>
                    <a:pt x="132551" y="38082"/>
                  </a:cubicBezTo>
                  <a:lnTo>
                    <a:pt x="129831" y="34202"/>
                  </a:lnTo>
                  <a:cubicBezTo>
                    <a:pt x="138669" y="32551"/>
                    <a:pt x="146716" y="27009"/>
                    <a:pt x="146716" y="16249"/>
                  </a:cubicBezTo>
                  <a:cubicBezTo>
                    <a:pt x="146716" y="12170"/>
                    <a:pt x="145164" y="8195"/>
                    <a:pt x="142261" y="5379"/>
                  </a:cubicBezTo>
                  <a:cubicBezTo>
                    <a:pt x="138094" y="1407"/>
                    <a:pt x="133331" y="626"/>
                    <a:pt x="127028" y="626"/>
                  </a:cubicBezTo>
                  <a:cubicBezTo>
                    <a:pt x="124794" y="626"/>
                    <a:pt x="113530" y="1109"/>
                    <a:pt x="111015" y="1109"/>
                  </a:cubicBezTo>
                  <a:cubicBezTo>
                    <a:pt x="106062" y="1109"/>
                    <a:pt x="103539" y="830"/>
                    <a:pt x="101315" y="626"/>
                  </a:cubicBezTo>
                  <a:close/>
                  <a:moveTo>
                    <a:pt x="152137" y="626"/>
                  </a:moveTo>
                  <a:cubicBezTo>
                    <a:pt x="156119" y="11105"/>
                    <a:pt x="159503" y="20407"/>
                    <a:pt x="162135" y="27787"/>
                  </a:cubicBezTo>
                  <a:cubicBezTo>
                    <a:pt x="166602" y="40403"/>
                    <a:pt x="169509" y="49150"/>
                    <a:pt x="173005" y="59803"/>
                  </a:cubicBezTo>
                  <a:lnTo>
                    <a:pt x="175418" y="67183"/>
                  </a:lnTo>
                  <a:cubicBezTo>
                    <a:pt x="176778" y="66901"/>
                    <a:pt x="178323" y="66608"/>
                    <a:pt x="179401" y="66608"/>
                  </a:cubicBezTo>
                  <a:cubicBezTo>
                    <a:pt x="180469" y="66608"/>
                    <a:pt x="181445" y="66795"/>
                    <a:pt x="183086" y="67183"/>
                  </a:cubicBezTo>
                  <a:cubicBezTo>
                    <a:pt x="184640" y="62143"/>
                    <a:pt x="186488" y="55932"/>
                    <a:pt x="187857" y="51950"/>
                  </a:cubicBezTo>
                  <a:cubicBezTo>
                    <a:pt x="191625" y="40889"/>
                    <a:pt x="192113" y="39340"/>
                    <a:pt x="197066" y="25569"/>
                  </a:cubicBezTo>
                  <a:lnTo>
                    <a:pt x="199971" y="17521"/>
                  </a:lnTo>
                  <a:cubicBezTo>
                    <a:pt x="201039" y="20619"/>
                    <a:pt x="202886" y="25571"/>
                    <a:pt x="203944" y="28669"/>
                  </a:cubicBezTo>
                  <a:cubicBezTo>
                    <a:pt x="205012" y="31680"/>
                    <a:pt x="209964" y="46523"/>
                    <a:pt x="211129" y="49824"/>
                  </a:cubicBezTo>
                  <a:cubicBezTo>
                    <a:pt x="212683" y="54185"/>
                    <a:pt x="213068" y="55442"/>
                    <a:pt x="216661" y="67183"/>
                  </a:cubicBezTo>
                  <a:cubicBezTo>
                    <a:pt x="217535" y="67086"/>
                    <a:pt x="219363" y="66608"/>
                    <a:pt x="220829" y="66608"/>
                  </a:cubicBezTo>
                  <a:cubicBezTo>
                    <a:pt x="222189" y="66608"/>
                    <a:pt x="223253" y="66901"/>
                    <a:pt x="224710" y="67183"/>
                  </a:cubicBezTo>
                  <a:cubicBezTo>
                    <a:pt x="228400" y="55646"/>
                    <a:pt x="228786" y="54483"/>
                    <a:pt x="234215" y="38954"/>
                  </a:cubicBezTo>
                  <a:cubicBezTo>
                    <a:pt x="239556" y="23814"/>
                    <a:pt x="242851" y="15184"/>
                    <a:pt x="248668" y="626"/>
                  </a:cubicBezTo>
                  <a:cubicBezTo>
                    <a:pt x="247211" y="1015"/>
                    <a:pt x="245772" y="1211"/>
                    <a:pt x="244305" y="1211"/>
                  </a:cubicBezTo>
                  <a:cubicBezTo>
                    <a:pt x="242460" y="1211"/>
                    <a:pt x="240918" y="918"/>
                    <a:pt x="239850" y="626"/>
                  </a:cubicBezTo>
                  <a:cubicBezTo>
                    <a:pt x="236353" y="13241"/>
                    <a:pt x="234618" y="19362"/>
                    <a:pt x="231802" y="27695"/>
                  </a:cubicBezTo>
                  <a:cubicBezTo>
                    <a:pt x="227237" y="41271"/>
                    <a:pt x="226653" y="42824"/>
                    <a:pt x="223846" y="50205"/>
                  </a:cubicBezTo>
                  <a:cubicBezTo>
                    <a:pt x="220739" y="41863"/>
                    <a:pt x="217723" y="33418"/>
                    <a:pt x="214907" y="24891"/>
                  </a:cubicBezTo>
                  <a:cubicBezTo>
                    <a:pt x="213363" y="20230"/>
                    <a:pt x="207429" y="830"/>
                    <a:pt x="207342" y="626"/>
                  </a:cubicBezTo>
                  <a:cubicBezTo>
                    <a:pt x="205992" y="918"/>
                    <a:pt x="205014" y="1211"/>
                    <a:pt x="203072" y="1211"/>
                  </a:cubicBezTo>
                  <a:cubicBezTo>
                    <a:pt x="201343" y="1211"/>
                    <a:pt x="200064" y="830"/>
                    <a:pt x="198811" y="626"/>
                  </a:cubicBezTo>
                  <a:cubicBezTo>
                    <a:pt x="195897" y="12465"/>
                    <a:pt x="185607" y="40992"/>
                    <a:pt x="184636" y="43614"/>
                  </a:cubicBezTo>
                  <a:lnTo>
                    <a:pt x="182213" y="49917"/>
                  </a:lnTo>
                  <a:lnTo>
                    <a:pt x="180366" y="44487"/>
                  </a:lnTo>
                  <a:cubicBezTo>
                    <a:pt x="175821" y="30998"/>
                    <a:pt x="169508" y="12076"/>
                    <a:pt x="166498" y="626"/>
                  </a:cubicBezTo>
                  <a:cubicBezTo>
                    <a:pt x="164070" y="1015"/>
                    <a:pt x="161946" y="1211"/>
                    <a:pt x="159712" y="1211"/>
                  </a:cubicBezTo>
                  <a:cubicBezTo>
                    <a:pt x="157381" y="1211"/>
                    <a:pt x="154080" y="830"/>
                    <a:pt x="152137" y="626"/>
                  </a:cubicBezTo>
                  <a:close/>
                  <a:moveTo>
                    <a:pt x="294061" y="626"/>
                  </a:moveTo>
                  <a:cubicBezTo>
                    <a:pt x="299101" y="9066"/>
                    <a:pt x="307349" y="22453"/>
                    <a:pt x="312292" y="30990"/>
                  </a:cubicBezTo>
                  <a:lnTo>
                    <a:pt x="318019" y="40895"/>
                  </a:lnTo>
                  <a:cubicBezTo>
                    <a:pt x="318019" y="46916"/>
                    <a:pt x="317725" y="59618"/>
                    <a:pt x="317444" y="67183"/>
                  </a:cubicBezTo>
                  <a:cubicBezTo>
                    <a:pt x="319279" y="66989"/>
                    <a:pt x="322000" y="66608"/>
                    <a:pt x="323932" y="66608"/>
                  </a:cubicBezTo>
                  <a:cubicBezTo>
                    <a:pt x="326166" y="66608"/>
                    <a:pt x="328410" y="66989"/>
                    <a:pt x="330644" y="67183"/>
                  </a:cubicBezTo>
                  <a:cubicBezTo>
                    <a:pt x="330245" y="58161"/>
                    <a:pt x="329947" y="52923"/>
                    <a:pt x="329947" y="44765"/>
                  </a:cubicBezTo>
                  <a:lnTo>
                    <a:pt x="329947" y="41182"/>
                  </a:lnTo>
                  <a:cubicBezTo>
                    <a:pt x="329947" y="40318"/>
                    <a:pt x="330530" y="39248"/>
                    <a:pt x="331210" y="38073"/>
                  </a:cubicBezTo>
                  <a:cubicBezTo>
                    <a:pt x="335289" y="31090"/>
                    <a:pt x="339074" y="23807"/>
                    <a:pt x="343445" y="16825"/>
                  </a:cubicBezTo>
                  <a:cubicBezTo>
                    <a:pt x="344892" y="14494"/>
                    <a:pt x="351976" y="3248"/>
                    <a:pt x="353442" y="626"/>
                  </a:cubicBezTo>
                  <a:cubicBezTo>
                    <a:pt x="352364" y="1015"/>
                    <a:pt x="351299" y="1220"/>
                    <a:pt x="349367" y="1220"/>
                  </a:cubicBezTo>
                  <a:cubicBezTo>
                    <a:pt x="347221" y="1220"/>
                    <a:pt x="345277" y="918"/>
                    <a:pt x="343723" y="626"/>
                  </a:cubicBezTo>
                  <a:cubicBezTo>
                    <a:pt x="336740" y="15961"/>
                    <a:pt x="335185" y="19253"/>
                    <a:pt x="326949" y="33422"/>
                  </a:cubicBezTo>
                  <a:cubicBezTo>
                    <a:pt x="318704" y="18971"/>
                    <a:pt x="315012" y="11309"/>
                    <a:pt x="309962" y="626"/>
                  </a:cubicBezTo>
                  <a:cubicBezTo>
                    <a:pt x="307155" y="1112"/>
                    <a:pt x="304337" y="1220"/>
                    <a:pt x="302016" y="1220"/>
                  </a:cubicBezTo>
                  <a:cubicBezTo>
                    <a:pt x="299879" y="1220"/>
                    <a:pt x="297644" y="1015"/>
                    <a:pt x="294061" y="626"/>
                  </a:cubicBezTo>
                  <a:close/>
                  <a:moveTo>
                    <a:pt x="120818" y="5379"/>
                  </a:moveTo>
                  <a:cubicBezTo>
                    <a:pt x="124013" y="5379"/>
                    <a:pt x="127228" y="5869"/>
                    <a:pt x="129831" y="7811"/>
                  </a:cubicBezTo>
                  <a:cubicBezTo>
                    <a:pt x="133230" y="10326"/>
                    <a:pt x="133906" y="13822"/>
                    <a:pt x="133906" y="17901"/>
                  </a:cubicBezTo>
                  <a:cubicBezTo>
                    <a:pt x="133906" y="24194"/>
                    <a:pt x="130325" y="31296"/>
                    <a:pt x="120623" y="31296"/>
                  </a:cubicBezTo>
                  <a:cubicBezTo>
                    <a:pt x="118098" y="31296"/>
                    <a:pt x="115766" y="31087"/>
                    <a:pt x="113921" y="30990"/>
                  </a:cubicBezTo>
                  <a:lnTo>
                    <a:pt x="113921" y="5871"/>
                  </a:lnTo>
                  <a:cubicBezTo>
                    <a:pt x="115377" y="5764"/>
                    <a:pt x="118972" y="5379"/>
                    <a:pt x="120818" y="5379"/>
                  </a:cubicBezTo>
                  <a:close/>
                  <a:moveTo>
                    <a:pt x="28789" y="16249"/>
                  </a:moveTo>
                  <a:lnTo>
                    <a:pt x="37905" y="40115"/>
                  </a:lnTo>
                  <a:cubicBezTo>
                    <a:pt x="34904" y="40319"/>
                    <a:pt x="31994" y="40505"/>
                    <a:pt x="28984" y="40505"/>
                  </a:cubicBezTo>
                  <a:cubicBezTo>
                    <a:pt x="25585" y="40505"/>
                    <a:pt x="22293" y="40212"/>
                    <a:pt x="18894" y="40115"/>
                  </a:cubicBezTo>
                  <a:close/>
                  <a:moveTo>
                    <a:pt x="269137" y="16249"/>
                  </a:moveTo>
                  <a:lnTo>
                    <a:pt x="278271" y="40115"/>
                  </a:lnTo>
                  <a:cubicBezTo>
                    <a:pt x="275260" y="40319"/>
                    <a:pt x="272352" y="40505"/>
                    <a:pt x="269331" y="40505"/>
                  </a:cubicBezTo>
                  <a:cubicBezTo>
                    <a:pt x="265942" y="40505"/>
                    <a:pt x="262640" y="40212"/>
                    <a:pt x="259250" y="40115"/>
                  </a:cubicBezTo>
                  <a:close/>
                </a:path>
              </a:pathLst>
            </a:custGeom>
            <a:grpFill/>
            <a:ln w="9712" cap="flat">
              <a:noFill/>
              <a:prstDash val="solid"/>
              <a:miter/>
            </a:ln>
          </p:spPr>
          <p:txBody>
            <a:bodyPr rtlCol="0" anchor="ctr"/>
            <a:lstStyle/>
            <a:p>
              <a:endParaRPr lang="en-IN"/>
            </a:p>
          </p:txBody>
        </p:sp>
        <p:sp>
          <p:nvSpPr>
            <p:cNvPr id="463" name="Freeform: Shape 462">
              <a:extLst>
                <a:ext uri="{FF2B5EF4-FFF2-40B4-BE49-F238E27FC236}">
                  <a16:creationId xmlns:a16="http://schemas.microsoft.com/office/drawing/2014/main" id="{9497D221-E327-5CD5-122A-9F7247DA090B}"/>
                </a:ext>
              </a:extLst>
            </p:cNvPr>
            <p:cNvSpPr/>
            <p:nvPr/>
          </p:nvSpPr>
          <p:spPr>
            <a:xfrm>
              <a:off x="5623812" y="3266755"/>
              <a:ext cx="943827" cy="319742"/>
            </a:xfrm>
            <a:custGeom>
              <a:avLst/>
              <a:gdLst>
                <a:gd name="connsiteX0" fmla="*/ 325682 w 943827"/>
                <a:gd name="connsiteY0" fmla="*/ -232 h 319742"/>
                <a:gd name="connsiteX1" fmla="*/ 272418 w 943827"/>
                <a:gd name="connsiteY1" fmla="*/ 127265 h 319742"/>
                <a:gd name="connsiteX2" fmla="*/ 238638 w 943827"/>
                <a:gd name="connsiteY2" fmla="*/ 202362 h 319742"/>
                <a:gd name="connsiteX3" fmla="*/ 251736 w 943827"/>
                <a:gd name="connsiteY3" fmla="*/ 200617 h 319742"/>
                <a:gd name="connsiteX4" fmla="*/ 265716 w 943827"/>
                <a:gd name="connsiteY4" fmla="*/ 202362 h 319742"/>
                <a:gd name="connsiteX5" fmla="*/ 289006 w 943827"/>
                <a:gd name="connsiteY5" fmla="*/ 139194 h 319742"/>
                <a:gd name="connsiteX6" fmla="*/ 323928 w 943827"/>
                <a:gd name="connsiteY6" fmla="*/ 138043 h 319742"/>
                <a:gd name="connsiteX7" fmla="*/ 361198 w 943827"/>
                <a:gd name="connsiteY7" fmla="*/ 139194 h 319742"/>
                <a:gd name="connsiteX8" fmla="*/ 373404 w 943827"/>
                <a:gd name="connsiteY8" fmla="*/ 170059 h 319742"/>
                <a:gd name="connsiteX9" fmla="*/ 385639 w 943827"/>
                <a:gd name="connsiteY9" fmla="*/ 202362 h 319742"/>
                <a:gd name="connsiteX10" fmla="*/ 407175 w 943827"/>
                <a:gd name="connsiteY10" fmla="*/ 200617 h 319742"/>
                <a:gd name="connsiteX11" fmla="*/ 429890 w 943827"/>
                <a:gd name="connsiteY11" fmla="*/ 202362 h 319742"/>
                <a:gd name="connsiteX12" fmla="*/ 386502 w 943827"/>
                <a:gd name="connsiteY12" fmla="*/ 104848 h 319742"/>
                <a:gd name="connsiteX13" fmla="*/ 344600 w 943827"/>
                <a:gd name="connsiteY13" fmla="*/ -232 h 319742"/>
                <a:gd name="connsiteX14" fmla="*/ 335290 w 943827"/>
                <a:gd name="connsiteY14" fmla="*/ 1234 h 319742"/>
                <a:gd name="connsiteX15" fmla="*/ 325682 w 943827"/>
                <a:gd name="connsiteY15" fmla="*/ -232 h 319742"/>
                <a:gd name="connsiteX16" fmla="*/ 649741 w 943827"/>
                <a:gd name="connsiteY16" fmla="*/ -232 h 319742"/>
                <a:gd name="connsiteX17" fmla="*/ 596468 w 943827"/>
                <a:gd name="connsiteY17" fmla="*/ 127265 h 319742"/>
                <a:gd name="connsiteX18" fmla="*/ 562716 w 943827"/>
                <a:gd name="connsiteY18" fmla="*/ 202362 h 319742"/>
                <a:gd name="connsiteX19" fmla="*/ 575814 w 943827"/>
                <a:gd name="connsiteY19" fmla="*/ 200617 h 319742"/>
                <a:gd name="connsiteX20" fmla="*/ 589793 w 943827"/>
                <a:gd name="connsiteY20" fmla="*/ 202362 h 319742"/>
                <a:gd name="connsiteX21" fmla="*/ 613065 w 943827"/>
                <a:gd name="connsiteY21" fmla="*/ 139194 h 319742"/>
                <a:gd name="connsiteX22" fmla="*/ 648005 w 943827"/>
                <a:gd name="connsiteY22" fmla="*/ 138043 h 319742"/>
                <a:gd name="connsiteX23" fmla="*/ 685257 w 943827"/>
                <a:gd name="connsiteY23" fmla="*/ 139194 h 319742"/>
                <a:gd name="connsiteX24" fmla="*/ 697482 w 943827"/>
                <a:gd name="connsiteY24" fmla="*/ 170059 h 319742"/>
                <a:gd name="connsiteX25" fmla="*/ 709707 w 943827"/>
                <a:gd name="connsiteY25" fmla="*/ 202362 h 319742"/>
                <a:gd name="connsiteX26" fmla="*/ 731252 w 943827"/>
                <a:gd name="connsiteY26" fmla="*/ 200617 h 319742"/>
                <a:gd name="connsiteX27" fmla="*/ 753958 w 943827"/>
                <a:gd name="connsiteY27" fmla="*/ 202362 h 319742"/>
                <a:gd name="connsiteX28" fmla="*/ 710580 w 943827"/>
                <a:gd name="connsiteY28" fmla="*/ 104848 h 319742"/>
                <a:gd name="connsiteX29" fmla="*/ 668668 w 943827"/>
                <a:gd name="connsiteY29" fmla="*/ -232 h 319742"/>
                <a:gd name="connsiteX30" fmla="*/ 659358 w 943827"/>
                <a:gd name="connsiteY30" fmla="*/ 1234 h 319742"/>
                <a:gd name="connsiteX31" fmla="*/ 649741 w 943827"/>
                <a:gd name="connsiteY31" fmla="*/ -232 h 319742"/>
                <a:gd name="connsiteX32" fmla="*/ 109256 w 943827"/>
                <a:gd name="connsiteY32" fmla="*/ 362 h 319742"/>
                <a:gd name="connsiteX33" fmla="*/ -178 w 943827"/>
                <a:gd name="connsiteY33" fmla="*/ 106890 h 319742"/>
                <a:gd name="connsiteX34" fmla="*/ 27763 w 943827"/>
                <a:gd name="connsiteY34" fmla="*/ 177039 h 319742"/>
                <a:gd name="connsiteX35" fmla="*/ 108393 w 943827"/>
                <a:gd name="connsiteY35" fmla="*/ 206437 h 319742"/>
                <a:gd name="connsiteX36" fmla="*/ 118000 w 943827"/>
                <a:gd name="connsiteY36" fmla="*/ 206159 h 319742"/>
                <a:gd name="connsiteX37" fmla="*/ 184650 w 943827"/>
                <a:gd name="connsiteY37" fmla="*/ 258263 h 319742"/>
                <a:gd name="connsiteX38" fmla="*/ 216963 w 943827"/>
                <a:gd name="connsiteY38" fmla="*/ 240208 h 319742"/>
                <a:gd name="connsiteX39" fmla="*/ 151186 w 943827"/>
                <a:gd name="connsiteY39" fmla="*/ 199448 h 319742"/>
                <a:gd name="connsiteX40" fmla="*/ 216963 w 943827"/>
                <a:gd name="connsiteY40" fmla="*/ 99900 h 319742"/>
                <a:gd name="connsiteX41" fmla="*/ 109256 w 943827"/>
                <a:gd name="connsiteY41" fmla="*/ 362 h 319742"/>
                <a:gd name="connsiteX42" fmla="*/ 417859 w 943827"/>
                <a:gd name="connsiteY42" fmla="*/ 2692 h 319742"/>
                <a:gd name="connsiteX43" fmla="*/ 419317 w 943827"/>
                <a:gd name="connsiteY43" fmla="*/ 13459 h 319742"/>
                <a:gd name="connsiteX44" fmla="*/ 417859 w 943827"/>
                <a:gd name="connsiteY44" fmla="*/ 24218 h 319742"/>
                <a:gd name="connsiteX45" fmla="*/ 463270 w 943827"/>
                <a:gd name="connsiteY45" fmla="*/ 22185 h 319742"/>
                <a:gd name="connsiteX46" fmla="*/ 477835 w 943827"/>
                <a:gd name="connsiteY46" fmla="*/ 22185 h 319742"/>
                <a:gd name="connsiteX47" fmla="*/ 478410 w 943827"/>
                <a:gd name="connsiteY47" fmla="*/ 54498 h 319742"/>
                <a:gd name="connsiteX48" fmla="*/ 478707 w 943827"/>
                <a:gd name="connsiteY48" fmla="*/ 135703 h 319742"/>
                <a:gd name="connsiteX49" fmla="*/ 475793 w 943827"/>
                <a:gd name="connsiteY49" fmla="*/ 202362 h 319742"/>
                <a:gd name="connsiteX50" fmla="*/ 495583 w 943827"/>
                <a:gd name="connsiteY50" fmla="*/ 200617 h 319742"/>
                <a:gd name="connsiteX51" fmla="*/ 516841 w 943827"/>
                <a:gd name="connsiteY51" fmla="*/ 202362 h 319742"/>
                <a:gd name="connsiteX52" fmla="*/ 514798 w 943827"/>
                <a:gd name="connsiteY52" fmla="*/ 162493 h 319742"/>
                <a:gd name="connsiteX53" fmla="*/ 514798 w 943827"/>
                <a:gd name="connsiteY53" fmla="*/ 54795 h 319742"/>
                <a:gd name="connsiteX54" fmla="*/ 515374 w 943827"/>
                <a:gd name="connsiteY54" fmla="*/ 22185 h 319742"/>
                <a:gd name="connsiteX55" fmla="*/ 573307 w 943827"/>
                <a:gd name="connsiteY55" fmla="*/ 24218 h 319742"/>
                <a:gd name="connsiteX56" fmla="*/ 571850 w 943827"/>
                <a:gd name="connsiteY56" fmla="*/ 13747 h 319742"/>
                <a:gd name="connsiteX57" fmla="*/ 573307 w 943827"/>
                <a:gd name="connsiteY57" fmla="*/ 2692 h 319742"/>
                <a:gd name="connsiteX58" fmla="*/ 495583 w 943827"/>
                <a:gd name="connsiteY58" fmla="*/ 4427 h 319742"/>
                <a:gd name="connsiteX59" fmla="*/ 417859 w 943827"/>
                <a:gd name="connsiteY59" fmla="*/ 2692 h 319742"/>
                <a:gd name="connsiteX60" fmla="*/ 785603 w 943827"/>
                <a:gd name="connsiteY60" fmla="*/ 2692 h 319742"/>
                <a:gd name="connsiteX61" fmla="*/ 787635 w 943827"/>
                <a:gd name="connsiteY61" fmla="*/ 82430 h 319742"/>
                <a:gd name="connsiteX62" fmla="*/ 785018 w 943827"/>
                <a:gd name="connsiteY62" fmla="*/ 202362 h 319742"/>
                <a:gd name="connsiteX63" fmla="*/ 805096 w 943827"/>
                <a:gd name="connsiteY63" fmla="*/ 200617 h 319742"/>
                <a:gd name="connsiteX64" fmla="*/ 824599 w 943827"/>
                <a:gd name="connsiteY64" fmla="*/ 202362 h 319742"/>
                <a:gd name="connsiteX65" fmla="*/ 823439 w 943827"/>
                <a:gd name="connsiteY65" fmla="*/ 148801 h 319742"/>
                <a:gd name="connsiteX66" fmla="*/ 823439 w 943827"/>
                <a:gd name="connsiteY66" fmla="*/ 107465 h 319742"/>
                <a:gd name="connsiteX67" fmla="*/ 830429 w 943827"/>
                <a:gd name="connsiteY67" fmla="*/ 107465 h 319742"/>
                <a:gd name="connsiteX68" fmla="*/ 879042 w 943827"/>
                <a:gd name="connsiteY68" fmla="*/ 178209 h 319742"/>
                <a:gd name="connsiteX69" fmla="*/ 894164 w 943827"/>
                <a:gd name="connsiteY69" fmla="*/ 202362 h 319742"/>
                <a:gd name="connsiteX70" fmla="*/ 917742 w 943827"/>
                <a:gd name="connsiteY70" fmla="*/ 200617 h 319742"/>
                <a:gd name="connsiteX71" fmla="*/ 943650 w 943827"/>
                <a:gd name="connsiteY71" fmla="*/ 202362 h 319742"/>
                <a:gd name="connsiteX72" fmla="*/ 894461 w 943827"/>
                <a:gd name="connsiteY72" fmla="*/ 136873 h 319742"/>
                <a:gd name="connsiteX73" fmla="*/ 879321 w 943827"/>
                <a:gd name="connsiteY73" fmla="*/ 115040 h 319742"/>
                <a:gd name="connsiteX74" fmla="*/ 871180 w 943827"/>
                <a:gd name="connsiteY74" fmla="*/ 103409 h 319742"/>
                <a:gd name="connsiteX75" fmla="*/ 921826 w 943827"/>
                <a:gd name="connsiteY75" fmla="*/ 49551 h 319742"/>
                <a:gd name="connsiteX76" fmla="*/ 908422 w 943827"/>
                <a:gd name="connsiteY76" fmla="*/ 16959 h 319742"/>
                <a:gd name="connsiteX77" fmla="*/ 862732 w 943827"/>
                <a:gd name="connsiteY77" fmla="*/ 2692 h 319742"/>
                <a:gd name="connsiteX78" fmla="*/ 814704 w 943827"/>
                <a:gd name="connsiteY78" fmla="*/ 4140 h 319742"/>
                <a:gd name="connsiteX79" fmla="*/ 785603 w 943827"/>
                <a:gd name="connsiteY79" fmla="*/ 2692 h 319742"/>
                <a:gd name="connsiteX80" fmla="*/ 108690 w 943827"/>
                <a:gd name="connsiteY80" fmla="*/ 15195 h 319742"/>
                <a:gd name="connsiteX81" fmla="*/ 177085 w 943827"/>
                <a:gd name="connsiteY81" fmla="*/ 96994 h 319742"/>
                <a:gd name="connsiteX82" fmla="*/ 162232 w 943827"/>
                <a:gd name="connsiteY82" fmla="*/ 162205 h 319742"/>
                <a:gd name="connsiteX83" fmla="*/ 108968 w 943827"/>
                <a:gd name="connsiteY83" fmla="*/ 191594 h 319742"/>
                <a:gd name="connsiteX84" fmla="*/ 39692 w 943827"/>
                <a:gd name="connsiteY84" fmla="*/ 108338 h 319742"/>
                <a:gd name="connsiteX85" fmla="*/ 108690 w 943827"/>
                <a:gd name="connsiteY85" fmla="*/ 15195 h 319742"/>
                <a:gd name="connsiteX86" fmla="*/ 844102 w 943827"/>
                <a:gd name="connsiteY86" fmla="*/ 16959 h 319742"/>
                <a:gd name="connsiteX87" fmla="*/ 871180 w 943827"/>
                <a:gd name="connsiteY87" fmla="*/ 24218 h 319742"/>
                <a:gd name="connsiteX88" fmla="*/ 883396 w 943827"/>
                <a:gd name="connsiteY88" fmla="*/ 54498 h 319742"/>
                <a:gd name="connsiteX89" fmla="*/ 843527 w 943827"/>
                <a:gd name="connsiteY89" fmla="*/ 94674 h 319742"/>
                <a:gd name="connsiteX90" fmla="*/ 823439 w 943827"/>
                <a:gd name="connsiteY90" fmla="*/ 93801 h 319742"/>
                <a:gd name="connsiteX91" fmla="*/ 823439 w 943827"/>
                <a:gd name="connsiteY91" fmla="*/ 18407 h 319742"/>
                <a:gd name="connsiteX92" fmla="*/ 844102 w 943827"/>
                <a:gd name="connsiteY92" fmla="*/ 16959 h 319742"/>
                <a:gd name="connsiteX93" fmla="*/ 325394 w 943827"/>
                <a:gd name="connsiteY93" fmla="*/ 49551 h 319742"/>
                <a:gd name="connsiteX94" fmla="*/ 352750 w 943827"/>
                <a:gd name="connsiteY94" fmla="*/ 121157 h 319742"/>
                <a:gd name="connsiteX95" fmla="*/ 325951 w 943827"/>
                <a:gd name="connsiteY95" fmla="*/ 122327 h 319742"/>
                <a:gd name="connsiteX96" fmla="*/ 295699 w 943827"/>
                <a:gd name="connsiteY96" fmla="*/ 121157 h 319742"/>
                <a:gd name="connsiteX97" fmla="*/ 649453 w 943827"/>
                <a:gd name="connsiteY97" fmla="*/ 49551 h 319742"/>
                <a:gd name="connsiteX98" fmla="*/ 676819 w 943827"/>
                <a:gd name="connsiteY98" fmla="*/ 121157 h 319742"/>
                <a:gd name="connsiteX99" fmla="*/ 650038 w 943827"/>
                <a:gd name="connsiteY99" fmla="*/ 122327 h 319742"/>
                <a:gd name="connsiteX100" fmla="*/ 619758 w 943827"/>
                <a:gd name="connsiteY100" fmla="*/ 121157 h 319742"/>
                <a:gd name="connsiteX101" fmla="*/ 872888 w 943827"/>
                <a:gd name="connsiteY101" fmla="*/ 235641 h 319742"/>
                <a:gd name="connsiteX102" fmla="*/ 867392 w 943827"/>
                <a:gd name="connsiteY102" fmla="*/ 241015 h 319742"/>
                <a:gd name="connsiteX103" fmla="*/ 872888 w 943827"/>
                <a:gd name="connsiteY103" fmla="*/ 245703 h 319742"/>
                <a:gd name="connsiteX104" fmla="*/ 879683 w 943827"/>
                <a:gd name="connsiteY104" fmla="*/ 241015 h 319742"/>
                <a:gd name="connsiteX105" fmla="*/ 872888 w 943827"/>
                <a:gd name="connsiteY105" fmla="*/ 235641 h 319742"/>
                <a:gd name="connsiteX106" fmla="*/ 888260 w 943827"/>
                <a:gd name="connsiteY106" fmla="*/ 235641 h 319742"/>
                <a:gd name="connsiteX107" fmla="*/ 882755 w 943827"/>
                <a:gd name="connsiteY107" fmla="*/ 241015 h 319742"/>
                <a:gd name="connsiteX108" fmla="*/ 888260 w 943827"/>
                <a:gd name="connsiteY108" fmla="*/ 245703 h 319742"/>
                <a:gd name="connsiteX109" fmla="*/ 895008 w 943827"/>
                <a:gd name="connsiteY109" fmla="*/ 241015 h 319742"/>
                <a:gd name="connsiteX110" fmla="*/ 888260 w 943827"/>
                <a:gd name="connsiteY110" fmla="*/ 235641 h 319742"/>
                <a:gd name="connsiteX111" fmla="*/ 646863 w 943827"/>
                <a:gd name="connsiteY111" fmla="*/ 236550 h 319742"/>
                <a:gd name="connsiteX112" fmla="*/ 641340 w 943827"/>
                <a:gd name="connsiteY112" fmla="*/ 241925 h 319742"/>
                <a:gd name="connsiteX113" fmla="*/ 646863 w 943827"/>
                <a:gd name="connsiteY113" fmla="*/ 246641 h 319742"/>
                <a:gd name="connsiteX114" fmla="*/ 653621 w 943827"/>
                <a:gd name="connsiteY114" fmla="*/ 241925 h 319742"/>
                <a:gd name="connsiteX115" fmla="*/ 646863 w 943827"/>
                <a:gd name="connsiteY115" fmla="*/ 236550 h 319742"/>
                <a:gd name="connsiteX116" fmla="*/ 661669 w 943827"/>
                <a:gd name="connsiteY116" fmla="*/ 236550 h 319742"/>
                <a:gd name="connsiteX117" fmla="*/ 656137 w 943827"/>
                <a:gd name="connsiteY117" fmla="*/ 241925 h 319742"/>
                <a:gd name="connsiteX118" fmla="*/ 661669 w 943827"/>
                <a:gd name="connsiteY118" fmla="*/ 246641 h 319742"/>
                <a:gd name="connsiteX119" fmla="*/ 668371 w 943827"/>
                <a:gd name="connsiteY119" fmla="*/ 241925 h 319742"/>
                <a:gd name="connsiteX120" fmla="*/ 661669 w 943827"/>
                <a:gd name="connsiteY120" fmla="*/ 236550 h 319742"/>
                <a:gd name="connsiteX121" fmla="*/ 771706 w 943827"/>
                <a:gd name="connsiteY121" fmla="*/ 236931 h 319742"/>
                <a:gd name="connsiteX122" fmla="*/ 760029 w 943827"/>
                <a:gd name="connsiteY122" fmla="*/ 245415 h 319742"/>
                <a:gd name="connsiteX123" fmla="*/ 760029 w 943827"/>
                <a:gd name="connsiteY123" fmla="*/ 251700 h 319742"/>
                <a:gd name="connsiteX124" fmla="*/ 760029 w 943827"/>
                <a:gd name="connsiteY124" fmla="*/ 291718 h 319742"/>
                <a:gd name="connsiteX125" fmla="*/ 745910 w 943827"/>
                <a:gd name="connsiteY125" fmla="*/ 291718 h 319742"/>
                <a:gd name="connsiteX126" fmla="*/ 745613 w 943827"/>
                <a:gd name="connsiteY126" fmla="*/ 257372 h 319742"/>
                <a:gd name="connsiteX127" fmla="*/ 732970 w 943827"/>
                <a:gd name="connsiteY127" fmla="*/ 266738 h 319742"/>
                <a:gd name="connsiteX128" fmla="*/ 734826 w 943827"/>
                <a:gd name="connsiteY128" fmla="*/ 270850 h 319742"/>
                <a:gd name="connsiteX129" fmla="*/ 734260 w 943827"/>
                <a:gd name="connsiteY129" fmla="*/ 302188 h 319742"/>
                <a:gd name="connsiteX130" fmla="*/ 718813 w 943827"/>
                <a:gd name="connsiteY130" fmla="*/ 311963 h 319742"/>
                <a:gd name="connsiteX131" fmla="*/ 718257 w 943827"/>
                <a:gd name="connsiteY131" fmla="*/ 315110 h 319742"/>
                <a:gd name="connsiteX132" fmla="*/ 728040 w 943827"/>
                <a:gd name="connsiteY132" fmla="*/ 319510 h 319742"/>
                <a:gd name="connsiteX133" fmla="*/ 745297 w 943827"/>
                <a:gd name="connsiteY133" fmla="*/ 302188 h 319742"/>
                <a:gd name="connsiteX134" fmla="*/ 922996 w 943827"/>
                <a:gd name="connsiteY134" fmla="*/ 302188 h 319742"/>
                <a:gd name="connsiteX135" fmla="*/ 922996 w 943827"/>
                <a:gd name="connsiteY135" fmla="*/ 238175 h 319742"/>
                <a:gd name="connsiteX136" fmla="*/ 910380 w 943827"/>
                <a:gd name="connsiteY136" fmla="*/ 246956 h 319742"/>
                <a:gd name="connsiteX137" fmla="*/ 911634 w 943827"/>
                <a:gd name="connsiteY137" fmla="*/ 250753 h 319742"/>
                <a:gd name="connsiteX138" fmla="*/ 911634 w 943827"/>
                <a:gd name="connsiteY138" fmla="*/ 291718 h 319742"/>
                <a:gd name="connsiteX139" fmla="*/ 896299 w 943827"/>
                <a:gd name="connsiteY139" fmla="*/ 291718 h 319742"/>
                <a:gd name="connsiteX140" fmla="*/ 896299 w 943827"/>
                <a:gd name="connsiteY140" fmla="*/ 254522 h 319742"/>
                <a:gd name="connsiteX141" fmla="*/ 888854 w 943827"/>
                <a:gd name="connsiteY141" fmla="*/ 257622 h 319742"/>
                <a:gd name="connsiteX142" fmla="*/ 869175 w 943827"/>
                <a:gd name="connsiteY142" fmla="*/ 274294 h 319742"/>
                <a:gd name="connsiteX143" fmla="*/ 869175 w 943827"/>
                <a:gd name="connsiteY143" fmla="*/ 284078 h 319742"/>
                <a:gd name="connsiteX144" fmla="*/ 884881 w 943827"/>
                <a:gd name="connsiteY144" fmla="*/ 284078 h 319742"/>
                <a:gd name="connsiteX145" fmla="*/ 884881 w 943827"/>
                <a:gd name="connsiteY145" fmla="*/ 291718 h 319742"/>
                <a:gd name="connsiteX146" fmla="*/ 847611 w 943827"/>
                <a:gd name="connsiteY146" fmla="*/ 291718 h 319742"/>
                <a:gd name="connsiteX147" fmla="*/ 847676 w 943827"/>
                <a:gd name="connsiteY147" fmla="*/ 283400 h 319742"/>
                <a:gd name="connsiteX148" fmla="*/ 828024 w 943827"/>
                <a:gd name="connsiteY148" fmla="*/ 264547 h 319742"/>
                <a:gd name="connsiteX149" fmla="*/ 784934 w 943827"/>
                <a:gd name="connsiteY149" fmla="*/ 264547 h 319742"/>
                <a:gd name="connsiteX150" fmla="*/ 771706 w 943827"/>
                <a:gd name="connsiteY150" fmla="*/ 268464 h 319742"/>
                <a:gd name="connsiteX151" fmla="*/ 943316 w 943827"/>
                <a:gd name="connsiteY151" fmla="*/ 238212 h 319742"/>
                <a:gd name="connsiteX152" fmla="*/ 930700 w 943827"/>
                <a:gd name="connsiteY152" fmla="*/ 247003 h 319742"/>
                <a:gd name="connsiteX153" fmla="*/ 931916 w 943827"/>
                <a:gd name="connsiteY153" fmla="*/ 250809 h 319742"/>
                <a:gd name="connsiteX154" fmla="*/ 931916 w 943827"/>
                <a:gd name="connsiteY154" fmla="*/ 302263 h 319742"/>
                <a:gd name="connsiteX155" fmla="*/ 943316 w 943827"/>
                <a:gd name="connsiteY155" fmla="*/ 302263 h 319742"/>
                <a:gd name="connsiteX156" fmla="*/ 673087 w 943827"/>
                <a:gd name="connsiteY156" fmla="*/ 243828 h 319742"/>
                <a:gd name="connsiteX157" fmla="*/ 659247 w 943827"/>
                <a:gd name="connsiteY157" fmla="*/ 257000 h 319742"/>
                <a:gd name="connsiteX158" fmla="*/ 662254 w 943827"/>
                <a:gd name="connsiteY158" fmla="*/ 260147 h 319742"/>
                <a:gd name="connsiteX159" fmla="*/ 661539 w 943827"/>
                <a:gd name="connsiteY159" fmla="*/ 264686 h 319742"/>
                <a:gd name="connsiteX160" fmla="*/ 650382 w 943827"/>
                <a:gd name="connsiteY160" fmla="*/ 271435 h 319742"/>
                <a:gd name="connsiteX161" fmla="*/ 639790 w 943827"/>
                <a:gd name="connsiteY161" fmla="*/ 284356 h 319742"/>
                <a:gd name="connsiteX162" fmla="*/ 638258 w 943827"/>
                <a:gd name="connsiteY162" fmla="*/ 302189 h 319742"/>
                <a:gd name="connsiteX163" fmla="*/ 718739 w 943827"/>
                <a:gd name="connsiteY163" fmla="*/ 302189 h 319742"/>
                <a:gd name="connsiteX164" fmla="*/ 718739 w 943827"/>
                <a:gd name="connsiteY164" fmla="*/ 264148 h 319742"/>
                <a:gd name="connsiteX165" fmla="*/ 706867 w 943827"/>
                <a:gd name="connsiteY165" fmla="*/ 272428 h 319742"/>
                <a:gd name="connsiteX166" fmla="*/ 707804 w 943827"/>
                <a:gd name="connsiteY166" fmla="*/ 278026 h 319742"/>
                <a:gd name="connsiteX167" fmla="*/ 707804 w 943827"/>
                <a:gd name="connsiteY167" fmla="*/ 291718 h 319742"/>
                <a:gd name="connsiteX168" fmla="*/ 673087 w 943827"/>
                <a:gd name="connsiteY168" fmla="*/ 291718 h 319742"/>
                <a:gd name="connsiteX169" fmla="*/ 884881 w 943827"/>
                <a:gd name="connsiteY169" fmla="*/ 269560 h 319742"/>
                <a:gd name="connsiteX170" fmla="*/ 884881 w 943827"/>
                <a:gd name="connsiteY170" fmla="*/ 275853 h 319742"/>
                <a:gd name="connsiteX171" fmla="*/ 877501 w 943827"/>
                <a:gd name="connsiteY171" fmla="*/ 275853 h 319742"/>
                <a:gd name="connsiteX172" fmla="*/ 884881 w 943827"/>
                <a:gd name="connsiteY172" fmla="*/ 269560 h 319742"/>
                <a:gd name="connsiteX173" fmla="*/ 780608 w 943827"/>
                <a:gd name="connsiteY173" fmla="*/ 275529 h 319742"/>
                <a:gd name="connsiteX174" fmla="*/ 827700 w 943827"/>
                <a:gd name="connsiteY174" fmla="*/ 275529 h 319742"/>
                <a:gd name="connsiteX175" fmla="*/ 836295 w 943827"/>
                <a:gd name="connsiteY175" fmla="*/ 284356 h 319742"/>
                <a:gd name="connsiteX176" fmla="*/ 836119 w 943827"/>
                <a:gd name="connsiteY176" fmla="*/ 291718 h 319742"/>
                <a:gd name="connsiteX177" fmla="*/ 771706 w 943827"/>
                <a:gd name="connsiteY177" fmla="*/ 291718 h 319742"/>
                <a:gd name="connsiteX178" fmla="*/ 771706 w 943827"/>
                <a:gd name="connsiteY178" fmla="*/ 280393 h 319742"/>
                <a:gd name="connsiteX179" fmla="*/ 780608 w 943827"/>
                <a:gd name="connsiteY179" fmla="*/ 275529 h 319742"/>
                <a:gd name="connsiteX180" fmla="*/ 661966 w 943827"/>
                <a:gd name="connsiteY180" fmla="*/ 276485 h 319742"/>
                <a:gd name="connsiteX181" fmla="*/ 661966 w 943827"/>
                <a:gd name="connsiteY181" fmla="*/ 291718 h 319742"/>
                <a:gd name="connsiteX182" fmla="*/ 650001 w 943827"/>
                <a:gd name="connsiteY182" fmla="*/ 291718 h 319742"/>
                <a:gd name="connsiteX183" fmla="*/ 652721 w 943827"/>
                <a:gd name="connsiteY183" fmla="*/ 281534 h 319742"/>
                <a:gd name="connsiteX184" fmla="*/ 661966 w 943827"/>
                <a:gd name="connsiteY184" fmla="*/ 276485 h 319742"/>
                <a:gd name="connsiteX185" fmla="*/ 684087 w 943827"/>
                <a:gd name="connsiteY185" fmla="*/ 306310 h 319742"/>
                <a:gd name="connsiteX186" fmla="*/ 678564 w 943827"/>
                <a:gd name="connsiteY186" fmla="*/ 311648 h 319742"/>
                <a:gd name="connsiteX187" fmla="*/ 684087 w 943827"/>
                <a:gd name="connsiteY187" fmla="*/ 316372 h 319742"/>
                <a:gd name="connsiteX188" fmla="*/ 690854 w 943827"/>
                <a:gd name="connsiteY188" fmla="*/ 311648 h 319742"/>
                <a:gd name="connsiteX189" fmla="*/ 684087 w 943827"/>
                <a:gd name="connsiteY189" fmla="*/ 306310 h 319742"/>
                <a:gd name="connsiteX190" fmla="*/ 699468 w 943827"/>
                <a:gd name="connsiteY190" fmla="*/ 306310 h 319742"/>
                <a:gd name="connsiteX191" fmla="*/ 693955 w 943827"/>
                <a:gd name="connsiteY191" fmla="*/ 311648 h 319742"/>
                <a:gd name="connsiteX192" fmla="*/ 699468 w 943827"/>
                <a:gd name="connsiteY192" fmla="*/ 316372 h 319742"/>
                <a:gd name="connsiteX193" fmla="*/ 706254 w 943827"/>
                <a:gd name="connsiteY193" fmla="*/ 311648 h 319742"/>
                <a:gd name="connsiteX194" fmla="*/ 699468 w 943827"/>
                <a:gd name="connsiteY194" fmla="*/ 306310 h 319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943827" h="319742">
                  <a:moveTo>
                    <a:pt x="325682" y="-232"/>
                  </a:moveTo>
                  <a:cubicBezTo>
                    <a:pt x="318690" y="23648"/>
                    <a:pt x="301815" y="61489"/>
                    <a:pt x="272418" y="127265"/>
                  </a:cubicBezTo>
                  <a:lnTo>
                    <a:pt x="238638" y="202362"/>
                  </a:lnTo>
                  <a:cubicBezTo>
                    <a:pt x="242717" y="201789"/>
                    <a:pt x="246793" y="200617"/>
                    <a:pt x="251736" y="200617"/>
                  </a:cubicBezTo>
                  <a:cubicBezTo>
                    <a:pt x="256388" y="200617"/>
                    <a:pt x="261938" y="201789"/>
                    <a:pt x="265716" y="202362"/>
                  </a:cubicBezTo>
                  <a:cubicBezTo>
                    <a:pt x="270368" y="185765"/>
                    <a:pt x="279703" y="161608"/>
                    <a:pt x="289006" y="139194"/>
                  </a:cubicBezTo>
                  <a:cubicBezTo>
                    <a:pt x="300641" y="138621"/>
                    <a:pt x="312284" y="138043"/>
                    <a:pt x="323928" y="138043"/>
                  </a:cubicBezTo>
                  <a:cubicBezTo>
                    <a:pt x="336446" y="138043"/>
                    <a:pt x="348670" y="138621"/>
                    <a:pt x="361198" y="139194"/>
                  </a:cubicBezTo>
                  <a:lnTo>
                    <a:pt x="373404" y="170059"/>
                  </a:lnTo>
                  <a:lnTo>
                    <a:pt x="385639" y="202362"/>
                  </a:lnTo>
                  <a:cubicBezTo>
                    <a:pt x="390874" y="202071"/>
                    <a:pt x="399037" y="200617"/>
                    <a:pt x="407175" y="200617"/>
                  </a:cubicBezTo>
                  <a:cubicBezTo>
                    <a:pt x="415342" y="200617"/>
                    <a:pt x="425510" y="202071"/>
                    <a:pt x="429890" y="202362"/>
                  </a:cubicBezTo>
                  <a:cubicBezTo>
                    <a:pt x="416789" y="174131"/>
                    <a:pt x="397573" y="130175"/>
                    <a:pt x="386502" y="104848"/>
                  </a:cubicBezTo>
                  <a:cubicBezTo>
                    <a:pt x="376024" y="80404"/>
                    <a:pt x="358565" y="39643"/>
                    <a:pt x="344600" y="-232"/>
                  </a:cubicBezTo>
                  <a:cubicBezTo>
                    <a:pt x="341395" y="651"/>
                    <a:pt x="338485" y="1234"/>
                    <a:pt x="335290" y="1234"/>
                  </a:cubicBezTo>
                  <a:cubicBezTo>
                    <a:pt x="331794" y="1234"/>
                    <a:pt x="328877" y="651"/>
                    <a:pt x="325682" y="-232"/>
                  </a:cubicBezTo>
                  <a:close/>
                  <a:moveTo>
                    <a:pt x="649741" y="-232"/>
                  </a:moveTo>
                  <a:cubicBezTo>
                    <a:pt x="642768" y="23648"/>
                    <a:pt x="625874" y="61489"/>
                    <a:pt x="596468" y="127265"/>
                  </a:cubicBezTo>
                  <a:lnTo>
                    <a:pt x="562716" y="202362"/>
                  </a:lnTo>
                  <a:cubicBezTo>
                    <a:pt x="566785" y="201789"/>
                    <a:pt x="570870" y="200617"/>
                    <a:pt x="575814" y="200617"/>
                  </a:cubicBezTo>
                  <a:cubicBezTo>
                    <a:pt x="580465" y="200617"/>
                    <a:pt x="585996" y="201789"/>
                    <a:pt x="589793" y="202362"/>
                  </a:cubicBezTo>
                  <a:cubicBezTo>
                    <a:pt x="594455" y="185765"/>
                    <a:pt x="603752" y="161608"/>
                    <a:pt x="613065" y="139194"/>
                  </a:cubicBezTo>
                  <a:cubicBezTo>
                    <a:pt x="624700" y="138621"/>
                    <a:pt x="636351" y="138043"/>
                    <a:pt x="648005" y="138043"/>
                  </a:cubicBezTo>
                  <a:cubicBezTo>
                    <a:pt x="660523" y="138043"/>
                    <a:pt x="672748" y="138621"/>
                    <a:pt x="685257" y="139194"/>
                  </a:cubicBezTo>
                  <a:lnTo>
                    <a:pt x="697482" y="170059"/>
                  </a:lnTo>
                  <a:lnTo>
                    <a:pt x="709707" y="202362"/>
                  </a:lnTo>
                  <a:cubicBezTo>
                    <a:pt x="714942" y="202071"/>
                    <a:pt x="723104" y="200617"/>
                    <a:pt x="731252" y="200617"/>
                  </a:cubicBezTo>
                  <a:cubicBezTo>
                    <a:pt x="739400" y="200617"/>
                    <a:pt x="749588" y="202071"/>
                    <a:pt x="753958" y="202362"/>
                  </a:cubicBezTo>
                  <a:cubicBezTo>
                    <a:pt x="740857" y="174131"/>
                    <a:pt x="721641" y="130175"/>
                    <a:pt x="710580" y="104848"/>
                  </a:cubicBezTo>
                  <a:cubicBezTo>
                    <a:pt x="700101" y="80404"/>
                    <a:pt x="682634" y="39643"/>
                    <a:pt x="668668" y="-232"/>
                  </a:cubicBezTo>
                  <a:cubicBezTo>
                    <a:pt x="665464" y="651"/>
                    <a:pt x="662553" y="1234"/>
                    <a:pt x="659358" y="1234"/>
                  </a:cubicBezTo>
                  <a:cubicBezTo>
                    <a:pt x="655862" y="1234"/>
                    <a:pt x="652946" y="651"/>
                    <a:pt x="649741" y="-232"/>
                  </a:cubicBezTo>
                  <a:close/>
                  <a:moveTo>
                    <a:pt x="109256" y="362"/>
                  </a:moveTo>
                  <a:cubicBezTo>
                    <a:pt x="50472" y="362"/>
                    <a:pt x="-178" y="32956"/>
                    <a:pt x="-178" y="106890"/>
                  </a:cubicBezTo>
                  <a:cubicBezTo>
                    <a:pt x="-178" y="122593"/>
                    <a:pt x="3319" y="152294"/>
                    <a:pt x="27763" y="177039"/>
                  </a:cubicBezTo>
                  <a:cubicBezTo>
                    <a:pt x="53091" y="202658"/>
                    <a:pt x="83065" y="206437"/>
                    <a:pt x="108393" y="206437"/>
                  </a:cubicBezTo>
                  <a:cubicBezTo>
                    <a:pt x="111588" y="206437"/>
                    <a:pt x="114786" y="206440"/>
                    <a:pt x="118000" y="206159"/>
                  </a:cubicBezTo>
                  <a:lnTo>
                    <a:pt x="184650" y="258263"/>
                  </a:lnTo>
                  <a:cubicBezTo>
                    <a:pt x="193381" y="252144"/>
                    <a:pt x="207067" y="244578"/>
                    <a:pt x="216963" y="240208"/>
                  </a:cubicBezTo>
                  <a:lnTo>
                    <a:pt x="151186" y="199448"/>
                  </a:lnTo>
                  <a:cubicBezTo>
                    <a:pt x="191635" y="185191"/>
                    <a:pt x="216963" y="149089"/>
                    <a:pt x="216963" y="99900"/>
                  </a:cubicBezTo>
                  <a:cubicBezTo>
                    <a:pt x="216963" y="30055"/>
                    <a:pt x="163689" y="362"/>
                    <a:pt x="109256" y="362"/>
                  </a:cubicBezTo>
                  <a:close/>
                  <a:moveTo>
                    <a:pt x="417859" y="2692"/>
                  </a:moveTo>
                  <a:cubicBezTo>
                    <a:pt x="418743" y="6188"/>
                    <a:pt x="419317" y="9963"/>
                    <a:pt x="419317" y="13459"/>
                  </a:cubicBezTo>
                  <a:cubicBezTo>
                    <a:pt x="419317" y="16956"/>
                    <a:pt x="418743" y="20732"/>
                    <a:pt x="417859" y="24218"/>
                  </a:cubicBezTo>
                  <a:cubicBezTo>
                    <a:pt x="432718" y="22771"/>
                    <a:pt x="460658" y="22185"/>
                    <a:pt x="463270" y="22185"/>
                  </a:cubicBezTo>
                  <a:lnTo>
                    <a:pt x="477835" y="22185"/>
                  </a:lnTo>
                  <a:cubicBezTo>
                    <a:pt x="478126" y="33548"/>
                    <a:pt x="478410" y="43728"/>
                    <a:pt x="478410" y="54498"/>
                  </a:cubicBezTo>
                  <a:lnTo>
                    <a:pt x="478707" y="135703"/>
                  </a:lnTo>
                  <a:cubicBezTo>
                    <a:pt x="478707" y="157836"/>
                    <a:pt x="476968" y="180249"/>
                    <a:pt x="475793" y="202362"/>
                  </a:cubicBezTo>
                  <a:cubicBezTo>
                    <a:pt x="486271" y="201207"/>
                    <a:pt x="490640" y="200617"/>
                    <a:pt x="495583" y="200617"/>
                  </a:cubicBezTo>
                  <a:cubicBezTo>
                    <a:pt x="499079" y="200617"/>
                    <a:pt x="508392" y="201498"/>
                    <a:pt x="516841" y="202362"/>
                  </a:cubicBezTo>
                  <a:cubicBezTo>
                    <a:pt x="515957" y="194224"/>
                    <a:pt x="514798" y="184606"/>
                    <a:pt x="514798" y="162493"/>
                  </a:cubicBezTo>
                  <a:lnTo>
                    <a:pt x="514798" y="54795"/>
                  </a:lnTo>
                  <a:cubicBezTo>
                    <a:pt x="514798" y="43734"/>
                    <a:pt x="515083" y="32674"/>
                    <a:pt x="515374" y="22185"/>
                  </a:cubicBezTo>
                  <a:cubicBezTo>
                    <a:pt x="535457" y="22185"/>
                    <a:pt x="556137" y="22480"/>
                    <a:pt x="573307" y="24218"/>
                  </a:cubicBezTo>
                  <a:cubicBezTo>
                    <a:pt x="572433" y="19566"/>
                    <a:pt x="571850" y="16952"/>
                    <a:pt x="571850" y="13747"/>
                  </a:cubicBezTo>
                  <a:cubicBezTo>
                    <a:pt x="571850" y="11416"/>
                    <a:pt x="572433" y="7625"/>
                    <a:pt x="573307" y="2692"/>
                  </a:cubicBezTo>
                  <a:cubicBezTo>
                    <a:pt x="545367" y="4139"/>
                    <a:pt x="519746" y="4427"/>
                    <a:pt x="495583" y="4427"/>
                  </a:cubicBezTo>
                  <a:cubicBezTo>
                    <a:pt x="473169" y="4427"/>
                    <a:pt x="440856" y="4139"/>
                    <a:pt x="417859" y="2692"/>
                  </a:cubicBezTo>
                  <a:close/>
                  <a:moveTo>
                    <a:pt x="785603" y="2692"/>
                  </a:moveTo>
                  <a:cubicBezTo>
                    <a:pt x="787632" y="40236"/>
                    <a:pt x="787635" y="44302"/>
                    <a:pt x="787635" y="82430"/>
                  </a:cubicBezTo>
                  <a:cubicBezTo>
                    <a:pt x="787635" y="138621"/>
                    <a:pt x="787339" y="145016"/>
                    <a:pt x="785018" y="202362"/>
                  </a:cubicBezTo>
                  <a:cubicBezTo>
                    <a:pt x="791418" y="201498"/>
                    <a:pt x="798405" y="200617"/>
                    <a:pt x="805096" y="200617"/>
                  </a:cubicBezTo>
                  <a:cubicBezTo>
                    <a:pt x="812370" y="200617"/>
                    <a:pt x="818782" y="201789"/>
                    <a:pt x="824599" y="202362"/>
                  </a:cubicBezTo>
                  <a:cubicBezTo>
                    <a:pt x="824599" y="194787"/>
                    <a:pt x="823439" y="157250"/>
                    <a:pt x="823439" y="148801"/>
                  </a:cubicBezTo>
                  <a:lnTo>
                    <a:pt x="823439" y="107465"/>
                  </a:lnTo>
                  <a:lnTo>
                    <a:pt x="830429" y="107465"/>
                  </a:lnTo>
                  <a:cubicBezTo>
                    <a:pt x="846142" y="129588"/>
                    <a:pt x="864203" y="155212"/>
                    <a:pt x="879042" y="178209"/>
                  </a:cubicBezTo>
                  <a:cubicBezTo>
                    <a:pt x="883403" y="184910"/>
                    <a:pt x="889803" y="195681"/>
                    <a:pt x="894164" y="202362"/>
                  </a:cubicBezTo>
                  <a:cubicBezTo>
                    <a:pt x="902904" y="201207"/>
                    <a:pt x="906399" y="200617"/>
                    <a:pt x="917742" y="200617"/>
                  </a:cubicBezTo>
                  <a:cubicBezTo>
                    <a:pt x="928220" y="200617"/>
                    <a:pt x="935502" y="201498"/>
                    <a:pt x="943650" y="202362"/>
                  </a:cubicBezTo>
                  <a:cubicBezTo>
                    <a:pt x="925314" y="179375"/>
                    <a:pt x="917467" y="169183"/>
                    <a:pt x="894461" y="136873"/>
                  </a:cubicBezTo>
                  <a:cubicBezTo>
                    <a:pt x="890091" y="130755"/>
                    <a:pt x="883691" y="121149"/>
                    <a:pt x="879321" y="115040"/>
                  </a:cubicBezTo>
                  <a:lnTo>
                    <a:pt x="871180" y="103409"/>
                  </a:lnTo>
                  <a:cubicBezTo>
                    <a:pt x="897663" y="98456"/>
                    <a:pt x="921826" y="81871"/>
                    <a:pt x="921826" y="49551"/>
                  </a:cubicBezTo>
                  <a:cubicBezTo>
                    <a:pt x="921826" y="37324"/>
                    <a:pt x="917162" y="25389"/>
                    <a:pt x="908422" y="16959"/>
                  </a:cubicBezTo>
                  <a:cubicBezTo>
                    <a:pt x="895913" y="5024"/>
                    <a:pt x="881651" y="2692"/>
                    <a:pt x="862732" y="2692"/>
                  </a:cubicBezTo>
                  <a:cubicBezTo>
                    <a:pt x="856032" y="2692"/>
                    <a:pt x="822279" y="4140"/>
                    <a:pt x="814704" y="4140"/>
                  </a:cubicBezTo>
                  <a:cubicBezTo>
                    <a:pt x="799855" y="4140"/>
                    <a:pt x="792284" y="3265"/>
                    <a:pt x="785603" y="2692"/>
                  </a:cubicBezTo>
                  <a:close/>
                  <a:moveTo>
                    <a:pt x="108690" y="15195"/>
                  </a:moveTo>
                  <a:cubicBezTo>
                    <a:pt x="156422" y="15195"/>
                    <a:pt x="177085" y="54788"/>
                    <a:pt x="177085" y="96994"/>
                  </a:cubicBezTo>
                  <a:cubicBezTo>
                    <a:pt x="177085" y="121147"/>
                    <a:pt x="174168" y="143860"/>
                    <a:pt x="162232" y="162205"/>
                  </a:cubicBezTo>
                  <a:cubicBezTo>
                    <a:pt x="150297" y="180531"/>
                    <a:pt x="130518" y="191594"/>
                    <a:pt x="108968" y="191594"/>
                  </a:cubicBezTo>
                  <a:cubicBezTo>
                    <a:pt x="55127" y="191594"/>
                    <a:pt x="39692" y="140357"/>
                    <a:pt x="39692" y="108338"/>
                  </a:cubicBezTo>
                  <a:cubicBezTo>
                    <a:pt x="39692" y="34996"/>
                    <a:pt x="78992" y="15195"/>
                    <a:pt x="108690" y="15195"/>
                  </a:cubicBezTo>
                  <a:close/>
                  <a:moveTo>
                    <a:pt x="844102" y="16959"/>
                  </a:moveTo>
                  <a:cubicBezTo>
                    <a:pt x="853707" y="16959"/>
                    <a:pt x="863304" y="18401"/>
                    <a:pt x="871180" y="24218"/>
                  </a:cubicBezTo>
                  <a:cubicBezTo>
                    <a:pt x="881357" y="31793"/>
                    <a:pt x="883396" y="42262"/>
                    <a:pt x="883396" y="54498"/>
                  </a:cubicBezTo>
                  <a:cubicBezTo>
                    <a:pt x="883396" y="73416"/>
                    <a:pt x="872632" y="94674"/>
                    <a:pt x="843527" y="94674"/>
                  </a:cubicBezTo>
                  <a:cubicBezTo>
                    <a:pt x="835952" y="94674"/>
                    <a:pt x="828965" y="94073"/>
                    <a:pt x="823439" y="93801"/>
                  </a:cubicBezTo>
                  <a:lnTo>
                    <a:pt x="823439" y="18407"/>
                  </a:lnTo>
                  <a:cubicBezTo>
                    <a:pt x="827799" y="18126"/>
                    <a:pt x="838567" y="16959"/>
                    <a:pt x="844102" y="16959"/>
                  </a:cubicBezTo>
                  <a:close/>
                  <a:moveTo>
                    <a:pt x="325394" y="49551"/>
                  </a:moveTo>
                  <a:lnTo>
                    <a:pt x="352750" y="121157"/>
                  </a:lnTo>
                  <a:cubicBezTo>
                    <a:pt x="343719" y="121750"/>
                    <a:pt x="334993" y="122327"/>
                    <a:pt x="325951" y="122327"/>
                  </a:cubicBezTo>
                  <a:cubicBezTo>
                    <a:pt x="315774" y="122327"/>
                    <a:pt x="305877" y="121449"/>
                    <a:pt x="295699" y="121157"/>
                  </a:cubicBezTo>
                  <a:close/>
                  <a:moveTo>
                    <a:pt x="649453" y="49551"/>
                  </a:moveTo>
                  <a:lnTo>
                    <a:pt x="676819" y="121157"/>
                  </a:lnTo>
                  <a:cubicBezTo>
                    <a:pt x="667797" y="121750"/>
                    <a:pt x="659060" y="122327"/>
                    <a:pt x="650038" y="122327"/>
                  </a:cubicBezTo>
                  <a:cubicBezTo>
                    <a:pt x="639841" y="122327"/>
                    <a:pt x="629955" y="121449"/>
                    <a:pt x="619758" y="121157"/>
                  </a:cubicBezTo>
                  <a:close/>
                  <a:moveTo>
                    <a:pt x="872888" y="235641"/>
                  </a:moveTo>
                  <a:cubicBezTo>
                    <a:pt x="868566" y="235641"/>
                    <a:pt x="867392" y="237539"/>
                    <a:pt x="867392" y="241015"/>
                  </a:cubicBezTo>
                  <a:cubicBezTo>
                    <a:pt x="867392" y="244492"/>
                    <a:pt x="868935" y="245703"/>
                    <a:pt x="872888" y="245703"/>
                  </a:cubicBezTo>
                  <a:cubicBezTo>
                    <a:pt x="876879" y="245703"/>
                    <a:pt x="879683" y="244172"/>
                    <a:pt x="879683" y="241015"/>
                  </a:cubicBezTo>
                  <a:cubicBezTo>
                    <a:pt x="879683" y="237879"/>
                    <a:pt x="877831" y="235641"/>
                    <a:pt x="872888" y="235641"/>
                  </a:cubicBezTo>
                  <a:close/>
                  <a:moveTo>
                    <a:pt x="888260" y="235641"/>
                  </a:moveTo>
                  <a:cubicBezTo>
                    <a:pt x="883909" y="235641"/>
                    <a:pt x="882755" y="237539"/>
                    <a:pt x="882755" y="241015"/>
                  </a:cubicBezTo>
                  <a:cubicBezTo>
                    <a:pt x="882755" y="244492"/>
                    <a:pt x="884239" y="245703"/>
                    <a:pt x="888260" y="245703"/>
                  </a:cubicBezTo>
                  <a:cubicBezTo>
                    <a:pt x="892222" y="245703"/>
                    <a:pt x="895008" y="244172"/>
                    <a:pt x="895008" y="241015"/>
                  </a:cubicBezTo>
                  <a:cubicBezTo>
                    <a:pt x="895008" y="237879"/>
                    <a:pt x="893155" y="235641"/>
                    <a:pt x="888260" y="235641"/>
                  </a:cubicBezTo>
                  <a:close/>
                  <a:moveTo>
                    <a:pt x="646863" y="236550"/>
                  </a:moveTo>
                  <a:cubicBezTo>
                    <a:pt x="642503" y="236550"/>
                    <a:pt x="641340" y="238458"/>
                    <a:pt x="641340" y="241925"/>
                  </a:cubicBezTo>
                  <a:cubicBezTo>
                    <a:pt x="641340" y="245421"/>
                    <a:pt x="642853" y="246641"/>
                    <a:pt x="646863" y="246641"/>
                  </a:cubicBezTo>
                  <a:cubicBezTo>
                    <a:pt x="650826" y="246641"/>
                    <a:pt x="653621" y="245081"/>
                    <a:pt x="653621" y="241925"/>
                  </a:cubicBezTo>
                  <a:cubicBezTo>
                    <a:pt x="653621" y="238759"/>
                    <a:pt x="651768" y="236550"/>
                    <a:pt x="646863" y="236550"/>
                  </a:cubicBezTo>
                  <a:close/>
                  <a:moveTo>
                    <a:pt x="661669" y="236550"/>
                  </a:moveTo>
                  <a:cubicBezTo>
                    <a:pt x="657289" y="236550"/>
                    <a:pt x="656137" y="238458"/>
                    <a:pt x="656137" y="241925"/>
                  </a:cubicBezTo>
                  <a:cubicBezTo>
                    <a:pt x="656137" y="245421"/>
                    <a:pt x="657649" y="246641"/>
                    <a:pt x="661669" y="246641"/>
                  </a:cubicBezTo>
                  <a:cubicBezTo>
                    <a:pt x="665670" y="246641"/>
                    <a:pt x="668371" y="245081"/>
                    <a:pt x="668371" y="241925"/>
                  </a:cubicBezTo>
                  <a:cubicBezTo>
                    <a:pt x="668371" y="238759"/>
                    <a:pt x="666544" y="236550"/>
                    <a:pt x="661669" y="236550"/>
                  </a:cubicBezTo>
                  <a:close/>
                  <a:moveTo>
                    <a:pt x="771706" y="236931"/>
                  </a:moveTo>
                  <a:cubicBezTo>
                    <a:pt x="771706" y="236931"/>
                    <a:pt x="764972" y="241657"/>
                    <a:pt x="760029" y="245415"/>
                  </a:cubicBezTo>
                  <a:cubicBezTo>
                    <a:pt x="755095" y="249174"/>
                    <a:pt x="760029" y="251700"/>
                    <a:pt x="760029" y="251700"/>
                  </a:cubicBezTo>
                  <a:lnTo>
                    <a:pt x="760029" y="291718"/>
                  </a:lnTo>
                  <a:lnTo>
                    <a:pt x="745910" y="291718"/>
                  </a:lnTo>
                  <a:lnTo>
                    <a:pt x="745613" y="257372"/>
                  </a:lnTo>
                  <a:cubicBezTo>
                    <a:pt x="745613" y="257372"/>
                    <a:pt x="735786" y="264553"/>
                    <a:pt x="732970" y="266738"/>
                  </a:cubicBezTo>
                  <a:cubicBezTo>
                    <a:pt x="730221" y="268913"/>
                    <a:pt x="731748" y="270850"/>
                    <a:pt x="734826" y="270850"/>
                  </a:cubicBezTo>
                  <a:cubicBezTo>
                    <a:pt x="734826" y="270850"/>
                    <a:pt x="734260" y="296206"/>
                    <a:pt x="734260" y="302188"/>
                  </a:cubicBezTo>
                  <a:cubicBezTo>
                    <a:pt x="734260" y="308210"/>
                    <a:pt x="729273" y="315090"/>
                    <a:pt x="718813" y="311963"/>
                  </a:cubicBezTo>
                  <a:cubicBezTo>
                    <a:pt x="718813" y="311963"/>
                    <a:pt x="715498" y="312604"/>
                    <a:pt x="718257" y="315110"/>
                  </a:cubicBezTo>
                  <a:cubicBezTo>
                    <a:pt x="721005" y="317606"/>
                    <a:pt x="724321" y="319510"/>
                    <a:pt x="728040" y="319510"/>
                  </a:cubicBezTo>
                  <a:cubicBezTo>
                    <a:pt x="731741" y="319510"/>
                    <a:pt x="745297" y="316950"/>
                    <a:pt x="745297" y="302188"/>
                  </a:cubicBezTo>
                  <a:lnTo>
                    <a:pt x="922996" y="302188"/>
                  </a:lnTo>
                  <a:lnTo>
                    <a:pt x="922996" y="238175"/>
                  </a:lnTo>
                  <a:cubicBezTo>
                    <a:pt x="922996" y="238175"/>
                    <a:pt x="912536" y="245082"/>
                    <a:pt x="910380" y="246956"/>
                  </a:cubicBezTo>
                  <a:cubicBezTo>
                    <a:pt x="908215" y="248831"/>
                    <a:pt x="908846" y="251083"/>
                    <a:pt x="911634" y="250753"/>
                  </a:cubicBezTo>
                  <a:lnTo>
                    <a:pt x="911634" y="291718"/>
                  </a:lnTo>
                  <a:lnTo>
                    <a:pt x="896299" y="291718"/>
                  </a:lnTo>
                  <a:lnTo>
                    <a:pt x="896299" y="254522"/>
                  </a:lnTo>
                  <a:cubicBezTo>
                    <a:pt x="896299" y="254522"/>
                    <a:pt x="893156" y="255719"/>
                    <a:pt x="888854" y="257622"/>
                  </a:cubicBezTo>
                  <a:cubicBezTo>
                    <a:pt x="884591" y="259555"/>
                    <a:pt x="869175" y="265825"/>
                    <a:pt x="869175" y="274294"/>
                  </a:cubicBezTo>
                  <a:lnTo>
                    <a:pt x="869175" y="284078"/>
                  </a:lnTo>
                  <a:lnTo>
                    <a:pt x="884881" y="284078"/>
                  </a:lnTo>
                  <a:lnTo>
                    <a:pt x="884881" y="291718"/>
                  </a:lnTo>
                  <a:lnTo>
                    <a:pt x="847611" y="291718"/>
                  </a:lnTo>
                  <a:cubicBezTo>
                    <a:pt x="847640" y="289921"/>
                    <a:pt x="847676" y="287275"/>
                    <a:pt x="847676" y="283400"/>
                  </a:cubicBezTo>
                  <a:cubicBezTo>
                    <a:pt x="847676" y="271193"/>
                    <a:pt x="837279" y="264547"/>
                    <a:pt x="828024" y="264547"/>
                  </a:cubicBezTo>
                  <a:lnTo>
                    <a:pt x="784934" y="264547"/>
                  </a:lnTo>
                  <a:cubicBezTo>
                    <a:pt x="777388" y="264547"/>
                    <a:pt x="773746" y="266376"/>
                    <a:pt x="771706" y="268464"/>
                  </a:cubicBezTo>
                  <a:close/>
                  <a:moveTo>
                    <a:pt x="943316" y="238212"/>
                  </a:moveTo>
                  <a:cubicBezTo>
                    <a:pt x="943316" y="238212"/>
                    <a:pt x="932827" y="245138"/>
                    <a:pt x="930700" y="247003"/>
                  </a:cubicBezTo>
                  <a:cubicBezTo>
                    <a:pt x="928535" y="248877"/>
                    <a:pt x="929168" y="251120"/>
                    <a:pt x="931916" y="250809"/>
                  </a:cubicBezTo>
                  <a:lnTo>
                    <a:pt x="931916" y="302263"/>
                  </a:lnTo>
                  <a:lnTo>
                    <a:pt x="943316" y="302263"/>
                  </a:lnTo>
                  <a:close/>
                  <a:moveTo>
                    <a:pt x="673087" y="243828"/>
                  </a:moveTo>
                  <a:cubicBezTo>
                    <a:pt x="673087" y="243828"/>
                    <a:pt x="660431" y="255456"/>
                    <a:pt x="659247" y="257000"/>
                  </a:cubicBezTo>
                  <a:cubicBezTo>
                    <a:pt x="658023" y="258651"/>
                    <a:pt x="662254" y="260147"/>
                    <a:pt x="662254" y="260147"/>
                  </a:cubicBezTo>
                  <a:lnTo>
                    <a:pt x="661539" y="264686"/>
                  </a:lnTo>
                  <a:cubicBezTo>
                    <a:pt x="661539" y="264686"/>
                    <a:pt x="656500" y="267298"/>
                    <a:pt x="650382" y="271435"/>
                  </a:cubicBezTo>
                  <a:cubicBezTo>
                    <a:pt x="644302" y="275523"/>
                    <a:pt x="639790" y="280744"/>
                    <a:pt x="639790" y="284356"/>
                  </a:cubicBezTo>
                  <a:cubicBezTo>
                    <a:pt x="639790" y="287979"/>
                    <a:pt x="638258" y="302189"/>
                    <a:pt x="638258" y="302189"/>
                  </a:cubicBezTo>
                  <a:lnTo>
                    <a:pt x="718739" y="302189"/>
                  </a:lnTo>
                  <a:lnTo>
                    <a:pt x="718739" y="264148"/>
                  </a:lnTo>
                  <a:cubicBezTo>
                    <a:pt x="718739" y="264148"/>
                    <a:pt x="711470" y="268330"/>
                    <a:pt x="706867" y="272428"/>
                  </a:cubicBezTo>
                  <a:cubicBezTo>
                    <a:pt x="702293" y="276488"/>
                    <a:pt x="707804" y="278026"/>
                    <a:pt x="707804" y="278026"/>
                  </a:cubicBezTo>
                  <a:lnTo>
                    <a:pt x="707804" y="291718"/>
                  </a:lnTo>
                  <a:lnTo>
                    <a:pt x="673087" y="291718"/>
                  </a:lnTo>
                  <a:close/>
                  <a:moveTo>
                    <a:pt x="884881" y="269560"/>
                  </a:moveTo>
                  <a:lnTo>
                    <a:pt x="884881" y="275853"/>
                  </a:lnTo>
                  <a:lnTo>
                    <a:pt x="877501" y="275853"/>
                  </a:lnTo>
                  <a:cubicBezTo>
                    <a:pt x="877501" y="271804"/>
                    <a:pt x="884881" y="269560"/>
                    <a:pt x="884881" y="269560"/>
                  </a:cubicBezTo>
                  <a:close/>
                  <a:moveTo>
                    <a:pt x="780608" y="275529"/>
                  </a:moveTo>
                  <a:lnTo>
                    <a:pt x="827700" y="275529"/>
                  </a:lnTo>
                  <a:cubicBezTo>
                    <a:pt x="837868" y="275529"/>
                    <a:pt x="836295" y="280880"/>
                    <a:pt x="836295" y="284356"/>
                  </a:cubicBezTo>
                  <a:cubicBezTo>
                    <a:pt x="836295" y="286221"/>
                    <a:pt x="836206" y="289261"/>
                    <a:pt x="836119" y="291718"/>
                  </a:cubicBezTo>
                  <a:lnTo>
                    <a:pt x="771706" y="291718"/>
                  </a:lnTo>
                  <a:lnTo>
                    <a:pt x="771706" y="280393"/>
                  </a:lnTo>
                  <a:cubicBezTo>
                    <a:pt x="773386" y="276032"/>
                    <a:pt x="776219" y="275529"/>
                    <a:pt x="780608" y="275529"/>
                  </a:cubicBezTo>
                  <a:close/>
                  <a:moveTo>
                    <a:pt x="661966" y="276485"/>
                  </a:moveTo>
                  <a:lnTo>
                    <a:pt x="661966" y="291718"/>
                  </a:lnTo>
                  <a:lnTo>
                    <a:pt x="650001" y="291718"/>
                  </a:lnTo>
                  <a:cubicBezTo>
                    <a:pt x="650001" y="291718"/>
                    <a:pt x="648389" y="284351"/>
                    <a:pt x="652721" y="281534"/>
                  </a:cubicBezTo>
                  <a:cubicBezTo>
                    <a:pt x="657072" y="278679"/>
                    <a:pt x="661966" y="276485"/>
                    <a:pt x="661966" y="276485"/>
                  </a:cubicBezTo>
                  <a:close/>
                  <a:moveTo>
                    <a:pt x="684087" y="306310"/>
                  </a:moveTo>
                  <a:cubicBezTo>
                    <a:pt x="679756" y="306310"/>
                    <a:pt x="678564" y="308161"/>
                    <a:pt x="678564" y="311648"/>
                  </a:cubicBezTo>
                  <a:cubicBezTo>
                    <a:pt x="678564" y="315105"/>
                    <a:pt x="680096" y="316372"/>
                    <a:pt x="684087" y="316372"/>
                  </a:cubicBezTo>
                  <a:cubicBezTo>
                    <a:pt x="688049" y="316372"/>
                    <a:pt x="690854" y="314794"/>
                    <a:pt x="690854" y="311648"/>
                  </a:cubicBezTo>
                  <a:cubicBezTo>
                    <a:pt x="690854" y="308472"/>
                    <a:pt x="689030" y="306310"/>
                    <a:pt x="684087" y="306310"/>
                  </a:cubicBezTo>
                  <a:close/>
                  <a:moveTo>
                    <a:pt x="699468" y="306310"/>
                  </a:moveTo>
                  <a:cubicBezTo>
                    <a:pt x="695137" y="306310"/>
                    <a:pt x="693955" y="308161"/>
                    <a:pt x="693955" y="311648"/>
                  </a:cubicBezTo>
                  <a:cubicBezTo>
                    <a:pt x="693955" y="315105"/>
                    <a:pt x="695526" y="316372"/>
                    <a:pt x="699468" y="316372"/>
                  </a:cubicBezTo>
                  <a:cubicBezTo>
                    <a:pt x="703489" y="316372"/>
                    <a:pt x="706254" y="314794"/>
                    <a:pt x="706254" y="311648"/>
                  </a:cubicBezTo>
                  <a:cubicBezTo>
                    <a:pt x="706254" y="308472"/>
                    <a:pt x="704431" y="306310"/>
                    <a:pt x="699468" y="306310"/>
                  </a:cubicBezTo>
                  <a:close/>
                </a:path>
              </a:pathLst>
            </a:custGeom>
            <a:grpFill/>
            <a:ln w="9712" cap="flat">
              <a:noFill/>
              <a:prstDash val="solid"/>
              <a:miter/>
            </a:ln>
          </p:spPr>
          <p:txBody>
            <a:bodyPr rtlCol="0" anchor="ctr"/>
            <a:lstStyle/>
            <a:p>
              <a:endParaRPr lang="en-IN"/>
            </a:p>
          </p:txBody>
        </p:sp>
      </p:grpSp>
      <p:pic>
        <p:nvPicPr>
          <p:cNvPr id="465" name="Graphic 464">
            <a:extLst>
              <a:ext uri="{FF2B5EF4-FFF2-40B4-BE49-F238E27FC236}">
                <a16:creationId xmlns:a16="http://schemas.microsoft.com/office/drawing/2014/main" id="{5FB1CB5E-FBFB-2FE4-1D9E-1466DE226D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11004" y="2234570"/>
            <a:ext cx="1108298" cy="738864"/>
          </a:xfrm>
          <a:prstGeom prst="rect">
            <a:avLst/>
          </a:prstGeom>
        </p:spPr>
      </p:pic>
      <p:grpSp>
        <p:nvGrpSpPr>
          <p:cNvPr id="502" name="Group 501">
            <a:extLst>
              <a:ext uri="{FF2B5EF4-FFF2-40B4-BE49-F238E27FC236}">
                <a16:creationId xmlns:a16="http://schemas.microsoft.com/office/drawing/2014/main" id="{E68CA37E-1F50-10BD-F2C2-BB21A623666A}"/>
              </a:ext>
            </a:extLst>
          </p:cNvPr>
          <p:cNvGrpSpPr/>
          <p:nvPr/>
        </p:nvGrpSpPr>
        <p:grpSpPr>
          <a:xfrm>
            <a:off x="7454185" y="1875674"/>
            <a:ext cx="1151025" cy="293731"/>
            <a:chOff x="-3041944" y="7228364"/>
            <a:chExt cx="1916628" cy="489104"/>
          </a:xfrm>
          <a:solidFill>
            <a:schemeClr val="bg1"/>
          </a:solidFill>
        </p:grpSpPr>
        <p:sp>
          <p:nvSpPr>
            <p:cNvPr id="492" name="Freeform: Shape 491">
              <a:extLst>
                <a:ext uri="{FF2B5EF4-FFF2-40B4-BE49-F238E27FC236}">
                  <a16:creationId xmlns:a16="http://schemas.microsoft.com/office/drawing/2014/main" id="{F64F7768-05B3-95ED-33D8-99BA180574BB}"/>
                </a:ext>
              </a:extLst>
            </p:cNvPr>
            <p:cNvSpPr/>
            <p:nvPr/>
          </p:nvSpPr>
          <p:spPr>
            <a:xfrm>
              <a:off x="-2126136" y="7228364"/>
              <a:ext cx="6250" cy="488904"/>
            </a:xfrm>
            <a:custGeom>
              <a:avLst/>
              <a:gdLst>
                <a:gd name="connsiteX0" fmla="*/ 0 w 6250"/>
                <a:gd name="connsiteY0" fmla="*/ 0 h 488904"/>
                <a:gd name="connsiteX1" fmla="*/ 6251 w 6250"/>
                <a:gd name="connsiteY1" fmla="*/ 0 h 488904"/>
                <a:gd name="connsiteX2" fmla="*/ 6251 w 6250"/>
                <a:gd name="connsiteY2" fmla="*/ 488904 h 488904"/>
                <a:gd name="connsiteX3" fmla="*/ 0 w 6250"/>
                <a:gd name="connsiteY3" fmla="*/ 488904 h 488904"/>
              </a:gdLst>
              <a:ahLst/>
              <a:cxnLst>
                <a:cxn ang="0">
                  <a:pos x="connsiteX0" y="connsiteY0"/>
                </a:cxn>
                <a:cxn ang="0">
                  <a:pos x="connsiteX1" y="connsiteY1"/>
                </a:cxn>
                <a:cxn ang="0">
                  <a:pos x="connsiteX2" y="connsiteY2"/>
                </a:cxn>
                <a:cxn ang="0">
                  <a:pos x="connsiteX3" y="connsiteY3"/>
                </a:cxn>
              </a:cxnLst>
              <a:rect l="l" t="t" r="r" b="b"/>
              <a:pathLst>
                <a:path w="6250" h="488904">
                  <a:moveTo>
                    <a:pt x="0" y="0"/>
                  </a:moveTo>
                  <a:lnTo>
                    <a:pt x="6251" y="0"/>
                  </a:lnTo>
                  <a:lnTo>
                    <a:pt x="6251" y="488904"/>
                  </a:lnTo>
                  <a:lnTo>
                    <a:pt x="0" y="488904"/>
                  </a:lnTo>
                  <a:close/>
                </a:path>
              </a:pathLst>
            </a:custGeom>
            <a:grpFill/>
            <a:ln w="16858" cap="flat">
              <a:noFill/>
              <a:prstDash val="solid"/>
              <a:miter/>
            </a:ln>
          </p:spPr>
          <p:txBody>
            <a:bodyPr rtlCol="0" anchor="ctr"/>
            <a:lstStyle/>
            <a:p>
              <a:endParaRPr lang="en-IN"/>
            </a:p>
          </p:txBody>
        </p:sp>
        <p:sp>
          <p:nvSpPr>
            <p:cNvPr id="493" name="Freeform: Shape 492">
              <a:extLst>
                <a:ext uri="{FF2B5EF4-FFF2-40B4-BE49-F238E27FC236}">
                  <a16:creationId xmlns:a16="http://schemas.microsoft.com/office/drawing/2014/main" id="{76DE1B12-DB77-C752-FFE9-C9C3873223D5}"/>
                </a:ext>
              </a:extLst>
            </p:cNvPr>
            <p:cNvSpPr/>
            <p:nvPr/>
          </p:nvSpPr>
          <p:spPr>
            <a:xfrm>
              <a:off x="-2918451" y="7230392"/>
              <a:ext cx="593813" cy="304086"/>
            </a:xfrm>
            <a:custGeom>
              <a:avLst/>
              <a:gdLst>
                <a:gd name="connsiteX0" fmla="*/ 296458 w 593813"/>
                <a:gd name="connsiteY0" fmla="*/ 303818 h 304086"/>
                <a:gd name="connsiteX1" fmla="*/ 593449 w 593813"/>
                <a:gd name="connsiteY1" fmla="*/ 151774 h 304086"/>
                <a:gd name="connsiteX2" fmla="*/ 296458 w 593813"/>
                <a:gd name="connsiteY2" fmla="*/ -269 h 304086"/>
                <a:gd name="connsiteX3" fmla="*/ -364 w 593813"/>
                <a:gd name="connsiteY3" fmla="*/ 151774 h 304086"/>
                <a:gd name="connsiteX4" fmla="*/ 296458 w 593813"/>
                <a:gd name="connsiteY4" fmla="*/ 303818 h 304086"/>
                <a:gd name="connsiteX5" fmla="*/ 352376 w 593813"/>
                <a:gd name="connsiteY5" fmla="*/ 229147 h 304086"/>
                <a:gd name="connsiteX6" fmla="*/ 319433 w 593813"/>
                <a:gd name="connsiteY6" fmla="*/ 274930 h 304086"/>
                <a:gd name="connsiteX7" fmla="*/ 299499 w 593813"/>
                <a:gd name="connsiteY7" fmla="*/ 279491 h 304086"/>
                <a:gd name="connsiteX8" fmla="*/ 296627 w 593813"/>
                <a:gd name="connsiteY8" fmla="*/ 279491 h 304086"/>
                <a:gd name="connsiteX9" fmla="*/ 148132 w 593813"/>
                <a:gd name="connsiteY9" fmla="*/ 258880 h 304086"/>
                <a:gd name="connsiteX10" fmla="*/ 146442 w 593813"/>
                <a:gd name="connsiteY10" fmla="*/ 258880 h 304086"/>
                <a:gd name="connsiteX11" fmla="*/ 140529 w 593813"/>
                <a:gd name="connsiteY11" fmla="*/ 253643 h 304086"/>
                <a:gd name="connsiteX12" fmla="*/ 142219 w 593813"/>
                <a:gd name="connsiteY12" fmla="*/ 248406 h 304086"/>
                <a:gd name="connsiteX13" fmla="*/ 144922 w 593813"/>
                <a:gd name="connsiteY13" fmla="*/ 246041 h 304086"/>
                <a:gd name="connsiteX14" fmla="*/ 240371 w 593813"/>
                <a:gd name="connsiteY14" fmla="*/ 195360 h 304086"/>
                <a:gd name="connsiteX15" fmla="*/ 310311 w 593813"/>
                <a:gd name="connsiteY15" fmla="*/ 173060 h 304086"/>
                <a:gd name="connsiteX16" fmla="*/ 352376 w 593813"/>
                <a:gd name="connsiteY16" fmla="*/ 229147 h 304086"/>
                <a:gd name="connsiteX17" fmla="*/ 502561 w 593813"/>
                <a:gd name="connsiteY17" fmla="*/ 75922 h 304086"/>
                <a:gd name="connsiteX18" fmla="*/ 507460 w 593813"/>
                <a:gd name="connsiteY18" fmla="*/ 72374 h 304086"/>
                <a:gd name="connsiteX19" fmla="*/ 513711 w 593813"/>
                <a:gd name="connsiteY19" fmla="*/ 74401 h 304086"/>
                <a:gd name="connsiteX20" fmla="*/ 569291 w 593813"/>
                <a:gd name="connsiteY20" fmla="*/ 151605 h 304086"/>
                <a:gd name="connsiteX21" fmla="*/ 405422 w 593813"/>
                <a:gd name="connsiteY21" fmla="*/ 268848 h 304086"/>
                <a:gd name="connsiteX22" fmla="*/ 393597 w 593813"/>
                <a:gd name="connsiteY22" fmla="*/ 268848 h 304086"/>
                <a:gd name="connsiteX23" fmla="*/ 393597 w 593813"/>
                <a:gd name="connsiteY23" fmla="*/ 264117 h 304086"/>
                <a:gd name="connsiteX24" fmla="*/ 396300 w 593813"/>
                <a:gd name="connsiteY24" fmla="*/ 260570 h 304086"/>
                <a:gd name="connsiteX25" fmla="*/ 500027 w 593813"/>
                <a:gd name="connsiteY25" fmla="*/ 80989 h 304086"/>
                <a:gd name="connsiteX26" fmla="*/ 502561 w 593813"/>
                <a:gd name="connsiteY26" fmla="*/ 75922 h 304086"/>
                <a:gd name="connsiteX27" fmla="*/ 241554 w 593813"/>
                <a:gd name="connsiteY27" fmla="*/ 73894 h 304086"/>
                <a:gd name="connsiteX28" fmla="*/ 275341 w 593813"/>
                <a:gd name="connsiteY28" fmla="*/ 28281 h 304086"/>
                <a:gd name="connsiteX29" fmla="*/ 295106 w 593813"/>
                <a:gd name="connsiteY29" fmla="*/ 23720 h 304086"/>
                <a:gd name="connsiteX30" fmla="*/ 297979 w 593813"/>
                <a:gd name="connsiteY30" fmla="*/ 23720 h 304086"/>
                <a:gd name="connsiteX31" fmla="*/ 446643 w 593813"/>
                <a:gd name="connsiteY31" fmla="*/ 44330 h 304086"/>
                <a:gd name="connsiteX32" fmla="*/ 448163 w 593813"/>
                <a:gd name="connsiteY32" fmla="*/ 44330 h 304086"/>
                <a:gd name="connsiteX33" fmla="*/ 454245 w 593813"/>
                <a:gd name="connsiteY33" fmla="*/ 49736 h 304086"/>
                <a:gd name="connsiteX34" fmla="*/ 451711 w 593813"/>
                <a:gd name="connsiteY34" fmla="*/ 54635 h 304086"/>
                <a:gd name="connsiteX35" fmla="*/ 449008 w 593813"/>
                <a:gd name="connsiteY35" fmla="*/ 57001 h 304086"/>
                <a:gd name="connsiteX36" fmla="*/ 353559 w 593813"/>
                <a:gd name="connsiteY36" fmla="*/ 107682 h 304086"/>
                <a:gd name="connsiteX37" fmla="*/ 283619 w 593813"/>
                <a:gd name="connsiteY37" fmla="*/ 129981 h 304086"/>
                <a:gd name="connsiteX38" fmla="*/ 241554 w 593813"/>
                <a:gd name="connsiteY38" fmla="*/ 73894 h 304086"/>
                <a:gd name="connsiteX39" fmla="*/ 187663 w 593813"/>
                <a:gd name="connsiteY39" fmla="*/ 34532 h 304086"/>
                <a:gd name="connsiteX40" fmla="*/ 199489 w 593813"/>
                <a:gd name="connsiteY40" fmla="*/ 34532 h 304086"/>
                <a:gd name="connsiteX41" fmla="*/ 199489 w 593813"/>
                <a:gd name="connsiteY41" fmla="*/ 39262 h 304086"/>
                <a:gd name="connsiteX42" fmla="*/ 196954 w 593813"/>
                <a:gd name="connsiteY42" fmla="*/ 42809 h 304086"/>
                <a:gd name="connsiteX43" fmla="*/ 93058 w 593813"/>
                <a:gd name="connsiteY43" fmla="*/ 222390 h 304086"/>
                <a:gd name="connsiteX44" fmla="*/ 90693 w 593813"/>
                <a:gd name="connsiteY44" fmla="*/ 227120 h 304086"/>
                <a:gd name="connsiteX45" fmla="*/ 85794 w 593813"/>
                <a:gd name="connsiteY45" fmla="*/ 230668 h 304086"/>
                <a:gd name="connsiteX46" fmla="*/ 79543 w 593813"/>
                <a:gd name="connsiteY46" fmla="*/ 228640 h 304086"/>
                <a:gd name="connsiteX47" fmla="*/ 23963 w 593813"/>
                <a:gd name="connsiteY47" fmla="*/ 151437 h 304086"/>
                <a:gd name="connsiteX48" fmla="*/ 187663 w 593813"/>
                <a:gd name="connsiteY48" fmla="*/ 34532 h 304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93813" h="304086">
                  <a:moveTo>
                    <a:pt x="296458" y="303818"/>
                  </a:moveTo>
                  <a:cubicBezTo>
                    <a:pt x="460496" y="303818"/>
                    <a:pt x="593449" y="236243"/>
                    <a:pt x="593449" y="151774"/>
                  </a:cubicBezTo>
                  <a:cubicBezTo>
                    <a:pt x="593449" y="67306"/>
                    <a:pt x="460496" y="-269"/>
                    <a:pt x="296458" y="-269"/>
                  </a:cubicBezTo>
                  <a:cubicBezTo>
                    <a:pt x="132421" y="-269"/>
                    <a:pt x="-364" y="67306"/>
                    <a:pt x="-364" y="151774"/>
                  </a:cubicBezTo>
                  <a:cubicBezTo>
                    <a:pt x="-364" y="236243"/>
                    <a:pt x="132589" y="303818"/>
                    <a:pt x="296458" y="303818"/>
                  </a:cubicBezTo>
                  <a:close/>
                  <a:moveTo>
                    <a:pt x="352376" y="229147"/>
                  </a:moveTo>
                  <a:cubicBezTo>
                    <a:pt x="346970" y="247730"/>
                    <a:pt x="335330" y="263898"/>
                    <a:pt x="319433" y="274930"/>
                  </a:cubicBezTo>
                  <a:cubicBezTo>
                    <a:pt x="313166" y="277785"/>
                    <a:pt x="306391" y="279339"/>
                    <a:pt x="299499" y="279491"/>
                  </a:cubicBezTo>
                  <a:lnTo>
                    <a:pt x="296627" y="279491"/>
                  </a:lnTo>
                  <a:cubicBezTo>
                    <a:pt x="246385" y="279896"/>
                    <a:pt x="196363" y="272953"/>
                    <a:pt x="148132" y="258880"/>
                  </a:cubicBezTo>
                  <a:lnTo>
                    <a:pt x="146442" y="258880"/>
                  </a:lnTo>
                  <a:cubicBezTo>
                    <a:pt x="142556" y="257698"/>
                    <a:pt x="140529" y="255840"/>
                    <a:pt x="140529" y="253643"/>
                  </a:cubicBezTo>
                  <a:cubicBezTo>
                    <a:pt x="140327" y="251734"/>
                    <a:pt x="140935" y="249826"/>
                    <a:pt x="142219" y="248406"/>
                  </a:cubicBezTo>
                  <a:lnTo>
                    <a:pt x="144922" y="246041"/>
                  </a:lnTo>
                  <a:cubicBezTo>
                    <a:pt x="173877" y="224248"/>
                    <a:pt x="206094" y="207152"/>
                    <a:pt x="240371" y="195360"/>
                  </a:cubicBezTo>
                  <a:cubicBezTo>
                    <a:pt x="263110" y="186238"/>
                    <a:pt x="286491" y="178787"/>
                    <a:pt x="310311" y="173060"/>
                  </a:cubicBezTo>
                  <a:cubicBezTo>
                    <a:pt x="326022" y="169006"/>
                    <a:pt x="381940" y="160559"/>
                    <a:pt x="352376" y="229147"/>
                  </a:cubicBezTo>
                  <a:close/>
                  <a:moveTo>
                    <a:pt x="502561" y="75922"/>
                  </a:moveTo>
                  <a:cubicBezTo>
                    <a:pt x="503389" y="73911"/>
                    <a:pt x="505281" y="72526"/>
                    <a:pt x="507460" y="72374"/>
                  </a:cubicBezTo>
                  <a:cubicBezTo>
                    <a:pt x="509724" y="72289"/>
                    <a:pt x="511937" y="73016"/>
                    <a:pt x="513711" y="74401"/>
                  </a:cubicBezTo>
                  <a:cubicBezTo>
                    <a:pt x="548512" y="95856"/>
                    <a:pt x="569291" y="122548"/>
                    <a:pt x="569291" y="151605"/>
                  </a:cubicBezTo>
                  <a:cubicBezTo>
                    <a:pt x="569291" y="204145"/>
                    <a:pt x="501717" y="249251"/>
                    <a:pt x="405422" y="268848"/>
                  </a:cubicBezTo>
                  <a:cubicBezTo>
                    <a:pt x="399172" y="270030"/>
                    <a:pt x="395117" y="270030"/>
                    <a:pt x="393597" y="268848"/>
                  </a:cubicBezTo>
                  <a:cubicBezTo>
                    <a:pt x="392583" y="267429"/>
                    <a:pt x="392583" y="265537"/>
                    <a:pt x="393597" y="264117"/>
                  </a:cubicBezTo>
                  <a:cubicBezTo>
                    <a:pt x="394408" y="262867"/>
                    <a:pt x="395303" y="261685"/>
                    <a:pt x="396300" y="260570"/>
                  </a:cubicBezTo>
                  <a:cubicBezTo>
                    <a:pt x="438703" y="205581"/>
                    <a:pt x="473588" y="145186"/>
                    <a:pt x="500027" y="80989"/>
                  </a:cubicBezTo>
                  <a:cubicBezTo>
                    <a:pt x="501041" y="79469"/>
                    <a:pt x="501886" y="77104"/>
                    <a:pt x="502561" y="75922"/>
                  </a:cubicBezTo>
                  <a:close/>
                  <a:moveTo>
                    <a:pt x="241554" y="73894"/>
                  </a:moveTo>
                  <a:cubicBezTo>
                    <a:pt x="247213" y="55244"/>
                    <a:pt x="259157" y="39127"/>
                    <a:pt x="275341" y="28281"/>
                  </a:cubicBezTo>
                  <a:cubicBezTo>
                    <a:pt x="281524" y="25341"/>
                    <a:pt x="288264" y="23788"/>
                    <a:pt x="295106" y="23720"/>
                  </a:cubicBezTo>
                  <a:lnTo>
                    <a:pt x="297979" y="23720"/>
                  </a:lnTo>
                  <a:cubicBezTo>
                    <a:pt x="348271" y="23331"/>
                    <a:pt x="398361" y="30275"/>
                    <a:pt x="446643" y="44330"/>
                  </a:cubicBezTo>
                  <a:lnTo>
                    <a:pt x="448163" y="44330"/>
                  </a:lnTo>
                  <a:cubicBezTo>
                    <a:pt x="452218" y="45682"/>
                    <a:pt x="454245" y="47540"/>
                    <a:pt x="454245" y="49736"/>
                  </a:cubicBezTo>
                  <a:cubicBezTo>
                    <a:pt x="454144" y="51662"/>
                    <a:pt x="453215" y="53436"/>
                    <a:pt x="451711" y="54635"/>
                  </a:cubicBezTo>
                  <a:lnTo>
                    <a:pt x="449008" y="57001"/>
                  </a:lnTo>
                  <a:cubicBezTo>
                    <a:pt x="420069" y="78844"/>
                    <a:pt x="387853" y="95941"/>
                    <a:pt x="353559" y="107682"/>
                  </a:cubicBezTo>
                  <a:cubicBezTo>
                    <a:pt x="330887" y="116990"/>
                    <a:pt x="307490" y="124440"/>
                    <a:pt x="283619" y="129981"/>
                  </a:cubicBezTo>
                  <a:cubicBezTo>
                    <a:pt x="267908" y="134036"/>
                    <a:pt x="211990" y="142651"/>
                    <a:pt x="241554" y="73894"/>
                  </a:cubicBezTo>
                  <a:close/>
                  <a:moveTo>
                    <a:pt x="187663" y="34532"/>
                  </a:moveTo>
                  <a:cubicBezTo>
                    <a:pt x="193913" y="33349"/>
                    <a:pt x="197968" y="33349"/>
                    <a:pt x="199489" y="34532"/>
                  </a:cubicBezTo>
                  <a:cubicBezTo>
                    <a:pt x="200502" y="35951"/>
                    <a:pt x="200502" y="37843"/>
                    <a:pt x="199489" y="39262"/>
                  </a:cubicBezTo>
                  <a:cubicBezTo>
                    <a:pt x="198813" y="40563"/>
                    <a:pt x="197951" y="41745"/>
                    <a:pt x="196954" y="42809"/>
                  </a:cubicBezTo>
                  <a:cubicBezTo>
                    <a:pt x="144415" y="104641"/>
                    <a:pt x="104545" y="196036"/>
                    <a:pt x="93058" y="222390"/>
                  </a:cubicBezTo>
                  <a:cubicBezTo>
                    <a:pt x="92213" y="224079"/>
                    <a:pt x="91368" y="225938"/>
                    <a:pt x="90693" y="227120"/>
                  </a:cubicBezTo>
                  <a:cubicBezTo>
                    <a:pt x="89865" y="229131"/>
                    <a:pt x="87973" y="230516"/>
                    <a:pt x="85794" y="230668"/>
                  </a:cubicBezTo>
                  <a:cubicBezTo>
                    <a:pt x="83547" y="230651"/>
                    <a:pt x="81368" y="229942"/>
                    <a:pt x="79543" y="228640"/>
                  </a:cubicBezTo>
                  <a:cubicBezTo>
                    <a:pt x="44742" y="207186"/>
                    <a:pt x="23963" y="180325"/>
                    <a:pt x="23963" y="151437"/>
                  </a:cubicBezTo>
                  <a:cubicBezTo>
                    <a:pt x="23963" y="99235"/>
                    <a:pt x="91538" y="54129"/>
                    <a:pt x="187663" y="34532"/>
                  </a:cubicBezTo>
                  <a:close/>
                </a:path>
              </a:pathLst>
            </a:custGeom>
            <a:grpFill/>
            <a:ln w="16858" cap="flat">
              <a:noFill/>
              <a:prstDash val="solid"/>
              <a:miter/>
            </a:ln>
          </p:spPr>
          <p:txBody>
            <a:bodyPr rtlCol="0" anchor="ctr"/>
            <a:lstStyle/>
            <a:p>
              <a:endParaRPr lang="en-IN"/>
            </a:p>
          </p:txBody>
        </p:sp>
        <p:sp>
          <p:nvSpPr>
            <p:cNvPr id="494" name="Freeform: Shape 493">
              <a:extLst>
                <a:ext uri="{FF2B5EF4-FFF2-40B4-BE49-F238E27FC236}">
                  <a16:creationId xmlns:a16="http://schemas.microsoft.com/office/drawing/2014/main" id="{B31E49F3-5656-7D2A-2AB3-3D98346DBFC1}"/>
                </a:ext>
              </a:extLst>
            </p:cNvPr>
            <p:cNvSpPr/>
            <p:nvPr/>
          </p:nvSpPr>
          <p:spPr>
            <a:xfrm>
              <a:off x="-3041944" y="7595803"/>
              <a:ext cx="110484" cy="121634"/>
            </a:xfrm>
            <a:custGeom>
              <a:avLst/>
              <a:gdLst>
                <a:gd name="connsiteX0" fmla="*/ 81597 w 110484"/>
                <a:gd name="connsiteY0" fmla="*/ 0 h 121634"/>
                <a:gd name="connsiteX1" fmla="*/ 81597 w 110484"/>
                <a:gd name="connsiteY1" fmla="*/ 46289 h 121634"/>
                <a:gd name="connsiteX2" fmla="*/ 28888 w 110484"/>
                <a:gd name="connsiteY2" fmla="*/ 46289 h 121634"/>
                <a:gd name="connsiteX3" fmla="*/ 28888 w 110484"/>
                <a:gd name="connsiteY3" fmla="*/ 0 h 121634"/>
                <a:gd name="connsiteX4" fmla="*/ 0 w 110484"/>
                <a:gd name="connsiteY4" fmla="*/ 0 h 121634"/>
                <a:gd name="connsiteX5" fmla="*/ 0 w 110484"/>
                <a:gd name="connsiteY5" fmla="*/ 121635 h 121634"/>
                <a:gd name="connsiteX6" fmla="*/ 28888 w 110484"/>
                <a:gd name="connsiteY6" fmla="*/ 121635 h 121634"/>
                <a:gd name="connsiteX7" fmla="*/ 28888 w 110484"/>
                <a:gd name="connsiteY7" fmla="*/ 72643 h 121634"/>
                <a:gd name="connsiteX8" fmla="*/ 81597 w 110484"/>
                <a:gd name="connsiteY8" fmla="*/ 72643 h 121634"/>
                <a:gd name="connsiteX9" fmla="*/ 81597 w 110484"/>
                <a:gd name="connsiteY9" fmla="*/ 121635 h 121634"/>
                <a:gd name="connsiteX10" fmla="*/ 110485 w 110484"/>
                <a:gd name="connsiteY10" fmla="*/ 121635 h 121634"/>
                <a:gd name="connsiteX11" fmla="*/ 110485 w 110484"/>
                <a:gd name="connsiteY11" fmla="*/ 0 h 121634"/>
                <a:gd name="connsiteX12" fmla="*/ 108964 w 110484"/>
                <a:gd name="connsiteY12" fmla="*/ 0 h 121634"/>
                <a:gd name="connsiteX13" fmla="*/ 81597 w 110484"/>
                <a:gd name="connsiteY13" fmla="*/ 0 h 12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484" h="121634">
                  <a:moveTo>
                    <a:pt x="81597" y="0"/>
                  </a:moveTo>
                  <a:lnTo>
                    <a:pt x="81597" y="46289"/>
                  </a:lnTo>
                  <a:lnTo>
                    <a:pt x="28888" y="46289"/>
                  </a:lnTo>
                  <a:lnTo>
                    <a:pt x="28888" y="0"/>
                  </a:lnTo>
                  <a:lnTo>
                    <a:pt x="0" y="0"/>
                  </a:lnTo>
                  <a:lnTo>
                    <a:pt x="0" y="121635"/>
                  </a:lnTo>
                  <a:lnTo>
                    <a:pt x="28888" y="121635"/>
                  </a:lnTo>
                  <a:lnTo>
                    <a:pt x="28888" y="72643"/>
                  </a:lnTo>
                  <a:lnTo>
                    <a:pt x="81597" y="72643"/>
                  </a:lnTo>
                  <a:lnTo>
                    <a:pt x="81597" y="121635"/>
                  </a:lnTo>
                  <a:lnTo>
                    <a:pt x="110485" y="121635"/>
                  </a:lnTo>
                  <a:lnTo>
                    <a:pt x="110485" y="0"/>
                  </a:lnTo>
                  <a:lnTo>
                    <a:pt x="108964" y="0"/>
                  </a:lnTo>
                  <a:lnTo>
                    <a:pt x="81597" y="0"/>
                  </a:lnTo>
                  <a:close/>
                </a:path>
              </a:pathLst>
            </a:custGeom>
            <a:grpFill/>
            <a:ln w="16858" cap="flat">
              <a:noFill/>
              <a:prstDash val="solid"/>
              <a:miter/>
            </a:ln>
          </p:spPr>
          <p:txBody>
            <a:bodyPr rtlCol="0" anchor="ctr"/>
            <a:lstStyle/>
            <a:p>
              <a:endParaRPr lang="en-IN"/>
            </a:p>
          </p:txBody>
        </p:sp>
        <p:sp>
          <p:nvSpPr>
            <p:cNvPr id="495" name="Freeform: Shape 494">
              <a:extLst>
                <a:ext uri="{FF2B5EF4-FFF2-40B4-BE49-F238E27FC236}">
                  <a16:creationId xmlns:a16="http://schemas.microsoft.com/office/drawing/2014/main" id="{5C3859AD-4D9B-90BC-50DC-0951140E296E}"/>
                </a:ext>
              </a:extLst>
            </p:cNvPr>
            <p:cNvSpPr/>
            <p:nvPr/>
          </p:nvSpPr>
          <p:spPr>
            <a:xfrm>
              <a:off x="-2919971" y="7595803"/>
              <a:ext cx="128898" cy="121634"/>
            </a:xfrm>
            <a:custGeom>
              <a:avLst/>
              <a:gdLst>
                <a:gd name="connsiteX0" fmla="*/ 94774 w 128898"/>
                <a:gd name="connsiteY0" fmla="*/ 0 h 121634"/>
                <a:gd name="connsiteX1" fmla="*/ 64365 w 128898"/>
                <a:gd name="connsiteY1" fmla="*/ 48147 h 121634"/>
                <a:gd name="connsiteX2" fmla="*/ 34125 w 128898"/>
                <a:gd name="connsiteY2" fmla="*/ 0 h 121634"/>
                <a:gd name="connsiteX3" fmla="*/ 0 w 128898"/>
                <a:gd name="connsiteY3" fmla="*/ 0 h 121634"/>
                <a:gd name="connsiteX4" fmla="*/ 50005 w 128898"/>
                <a:gd name="connsiteY4" fmla="*/ 79400 h 121634"/>
                <a:gd name="connsiteX5" fmla="*/ 50005 w 128898"/>
                <a:gd name="connsiteY5" fmla="*/ 121635 h 121634"/>
                <a:gd name="connsiteX6" fmla="*/ 78894 w 128898"/>
                <a:gd name="connsiteY6" fmla="*/ 121635 h 121634"/>
                <a:gd name="connsiteX7" fmla="*/ 78894 w 128898"/>
                <a:gd name="connsiteY7" fmla="*/ 79400 h 121634"/>
                <a:gd name="connsiteX8" fmla="*/ 128899 w 128898"/>
                <a:gd name="connsiteY8" fmla="*/ 0 h 121634"/>
                <a:gd name="connsiteX9" fmla="*/ 126196 w 128898"/>
                <a:gd name="connsiteY9" fmla="*/ 0 h 121634"/>
                <a:gd name="connsiteX10" fmla="*/ 94774 w 128898"/>
                <a:gd name="connsiteY10" fmla="*/ 0 h 12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898" h="121634">
                  <a:moveTo>
                    <a:pt x="94774" y="0"/>
                  </a:moveTo>
                  <a:lnTo>
                    <a:pt x="64365" y="48147"/>
                  </a:lnTo>
                  <a:lnTo>
                    <a:pt x="34125" y="0"/>
                  </a:lnTo>
                  <a:lnTo>
                    <a:pt x="0" y="0"/>
                  </a:lnTo>
                  <a:lnTo>
                    <a:pt x="50005" y="79400"/>
                  </a:lnTo>
                  <a:lnTo>
                    <a:pt x="50005" y="121635"/>
                  </a:lnTo>
                  <a:lnTo>
                    <a:pt x="78894" y="121635"/>
                  </a:lnTo>
                  <a:lnTo>
                    <a:pt x="78894" y="79400"/>
                  </a:lnTo>
                  <a:lnTo>
                    <a:pt x="128899" y="0"/>
                  </a:lnTo>
                  <a:lnTo>
                    <a:pt x="126196" y="0"/>
                  </a:lnTo>
                  <a:lnTo>
                    <a:pt x="94774" y="0"/>
                  </a:lnTo>
                  <a:close/>
                </a:path>
              </a:pathLst>
            </a:custGeom>
            <a:grpFill/>
            <a:ln w="16858" cap="flat">
              <a:noFill/>
              <a:prstDash val="solid"/>
              <a:miter/>
            </a:ln>
          </p:spPr>
          <p:txBody>
            <a:bodyPr rtlCol="0" anchor="ctr"/>
            <a:lstStyle/>
            <a:p>
              <a:endParaRPr lang="en-IN"/>
            </a:p>
          </p:txBody>
        </p:sp>
        <p:sp>
          <p:nvSpPr>
            <p:cNvPr id="496" name="Freeform: Shape 495">
              <a:extLst>
                <a:ext uri="{FF2B5EF4-FFF2-40B4-BE49-F238E27FC236}">
                  <a16:creationId xmlns:a16="http://schemas.microsoft.com/office/drawing/2014/main" id="{302EAC61-0C8F-A185-135B-E95BAAE06933}"/>
                </a:ext>
              </a:extLst>
            </p:cNvPr>
            <p:cNvSpPr/>
            <p:nvPr/>
          </p:nvSpPr>
          <p:spPr>
            <a:xfrm>
              <a:off x="-2779415" y="7595803"/>
              <a:ext cx="110521" cy="121665"/>
            </a:xfrm>
            <a:custGeom>
              <a:avLst/>
              <a:gdLst>
                <a:gd name="connsiteX0" fmla="*/ 81063 w 110521"/>
                <a:gd name="connsiteY0" fmla="*/ -269 h 121665"/>
                <a:gd name="connsiteX1" fmla="*/ 81063 w 110521"/>
                <a:gd name="connsiteY1" fmla="*/ 88930 h 121665"/>
                <a:gd name="connsiteX2" fmla="*/ 75319 w 110521"/>
                <a:gd name="connsiteY2" fmla="*/ 95011 h 121665"/>
                <a:gd name="connsiteX3" fmla="*/ 74982 w 110521"/>
                <a:gd name="connsiteY3" fmla="*/ 95011 h 121665"/>
                <a:gd name="connsiteX4" fmla="*/ 28524 w 110521"/>
                <a:gd name="connsiteY4" fmla="*/ 95011 h 121665"/>
                <a:gd name="connsiteX5" fmla="*/ 28524 w 110521"/>
                <a:gd name="connsiteY5" fmla="*/ -269 h 121665"/>
                <a:gd name="connsiteX6" fmla="*/ -364 w 110521"/>
                <a:gd name="connsiteY6" fmla="*/ -269 h 121665"/>
                <a:gd name="connsiteX7" fmla="*/ -364 w 110521"/>
                <a:gd name="connsiteY7" fmla="*/ 121365 h 121665"/>
                <a:gd name="connsiteX8" fmla="*/ 85118 w 110521"/>
                <a:gd name="connsiteY8" fmla="*/ 121365 h 121665"/>
                <a:gd name="connsiteX9" fmla="*/ 103363 w 110521"/>
                <a:gd name="connsiteY9" fmla="*/ 114608 h 121665"/>
                <a:gd name="connsiteX10" fmla="*/ 110120 w 110521"/>
                <a:gd name="connsiteY10" fmla="*/ 96532 h 121665"/>
                <a:gd name="connsiteX11" fmla="*/ 110120 w 110521"/>
                <a:gd name="connsiteY11" fmla="*/ -269 h 121665"/>
                <a:gd name="connsiteX12" fmla="*/ 81063 w 110521"/>
                <a:gd name="connsiteY12" fmla="*/ -269 h 12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521" h="121665">
                  <a:moveTo>
                    <a:pt x="81063" y="-269"/>
                  </a:moveTo>
                  <a:lnTo>
                    <a:pt x="81063" y="88930"/>
                  </a:lnTo>
                  <a:cubicBezTo>
                    <a:pt x="81165" y="92190"/>
                    <a:pt x="78597" y="94910"/>
                    <a:pt x="75319" y="95011"/>
                  </a:cubicBezTo>
                  <a:cubicBezTo>
                    <a:pt x="75218" y="95011"/>
                    <a:pt x="75100" y="95011"/>
                    <a:pt x="74982" y="95011"/>
                  </a:cubicBezTo>
                  <a:lnTo>
                    <a:pt x="28524" y="95011"/>
                  </a:lnTo>
                  <a:lnTo>
                    <a:pt x="28524" y="-269"/>
                  </a:lnTo>
                  <a:lnTo>
                    <a:pt x="-364" y="-269"/>
                  </a:lnTo>
                  <a:lnTo>
                    <a:pt x="-364" y="121365"/>
                  </a:lnTo>
                  <a:lnTo>
                    <a:pt x="85118" y="121365"/>
                  </a:lnTo>
                  <a:cubicBezTo>
                    <a:pt x="91875" y="121703"/>
                    <a:pt x="98464" y="119270"/>
                    <a:pt x="103363" y="114608"/>
                  </a:cubicBezTo>
                  <a:cubicBezTo>
                    <a:pt x="108042" y="109793"/>
                    <a:pt x="110492" y="103238"/>
                    <a:pt x="110120" y="96532"/>
                  </a:cubicBezTo>
                  <a:lnTo>
                    <a:pt x="110120" y="-269"/>
                  </a:lnTo>
                  <a:lnTo>
                    <a:pt x="81063" y="-269"/>
                  </a:lnTo>
                  <a:close/>
                </a:path>
              </a:pathLst>
            </a:custGeom>
            <a:grpFill/>
            <a:ln w="16858" cap="flat">
              <a:noFill/>
              <a:prstDash val="solid"/>
              <a:miter/>
            </a:ln>
          </p:spPr>
          <p:txBody>
            <a:bodyPr rtlCol="0" anchor="ctr"/>
            <a:lstStyle/>
            <a:p>
              <a:endParaRPr lang="en-IN"/>
            </a:p>
          </p:txBody>
        </p:sp>
        <p:sp>
          <p:nvSpPr>
            <p:cNvPr id="497" name="Freeform: Shape 496">
              <a:extLst>
                <a:ext uri="{FF2B5EF4-FFF2-40B4-BE49-F238E27FC236}">
                  <a16:creationId xmlns:a16="http://schemas.microsoft.com/office/drawing/2014/main" id="{3FEF241C-0536-517A-61D5-AF792AE5E73B}"/>
                </a:ext>
              </a:extLst>
            </p:cNvPr>
            <p:cNvSpPr/>
            <p:nvPr/>
          </p:nvSpPr>
          <p:spPr>
            <a:xfrm>
              <a:off x="-2641901" y="7595769"/>
              <a:ext cx="110510" cy="121668"/>
            </a:xfrm>
            <a:custGeom>
              <a:avLst/>
              <a:gdLst>
                <a:gd name="connsiteX0" fmla="*/ 85287 w 110510"/>
                <a:gd name="connsiteY0" fmla="*/ -235 h 121668"/>
                <a:gd name="connsiteX1" fmla="*/ -364 w 110510"/>
                <a:gd name="connsiteY1" fmla="*/ -235 h 121668"/>
                <a:gd name="connsiteX2" fmla="*/ -364 w 110510"/>
                <a:gd name="connsiteY2" fmla="*/ 121399 h 121668"/>
                <a:gd name="connsiteX3" fmla="*/ 28524 w 110510"/>
                <a:gd name="connsiteY3" fmla="*/ 121399 h 121668"/>
                <a:gd name="connsiteX4" fmla="*/ 28524 w 110510"/>
                <a:gd name="connsiteY4" fmla="*/ 26119 h 121668"/>
                <a:gd name="connsiteX5" fmla="*/ 74982 w 110510"/>
                <a:gd name="connsiteY5" fmla="*/ 26119 h 121668"/>
                <a:gd name="connsiteX6" fmla="*/ 81064 w 110510"/>
                <a:gd name="connsiteY6" fmla="*/ 31862 h 121668"/>
                <a:gd name="connsiteX7" fmla="*/ 81064 w 110510"/>
                <a:gd name="connsiteY7" fmla="*/ 32200 h 121668"/>
                <a:gd name="connsiteX8" fmla="*/ 81064 w 110510"/>
                <a:gd name="connsiteY8" fmla="*/ 121399 h 121668"/>
                <a:gd name="connsiteX9" fmla="*/ 110121 w 110510"/>
                <a:gd name="connsiteY9" fmla="*/ 121399 h 121668"/>
                <a:gd name="connsiteX10" fmla="*/ 110121 w 110510"/>
                <a:gd name="connsiteY10" fmla="*/ 24598 h 121668"/>
                <a:gd name="connsiteX11" fmla="*/ 103363 w 110510"/>
                <a:gd name="connsiteY11" fmla="*/ 6522 h 121668"/>
                <a:gd name="connsiteX12" fmla="*/ 85287 w 110510"/>
                <a:gd name="connsiteY12" fmla="*/ -235 h 121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510" h="121668">
                  <a:moveTo>
                    <a:pt x="85287" y="-235"/>
                  </a:moveTo>
                  <a:lnTo>
                    <a:pt x="-364" y="-235"/>
                  </a:lnTo>
                  <a:lnTo>
                    <a:pt x="-364" y="121399"/>
                  </a:lnTo>
                  <a:lnTo>
                    <a:pt x="28524" y="121399"/>
                  </a:lnTo>
                  <a:lnTo>
                    <a:pt x="28524" y="26119"/>
                  </a:lnTo>
                  <a:lnTo>
                    <a:pt x="74982" y="26119"/>
                  </a:lnTo>
                  <a:cubicBezTo>
                    <a:pt x="78242" y="26017"/>
                    <a:pt x="80962" y="28585"/>
                    <a:pt x="81064" y="31862"/>
                  </a:cubicBezTo>
                  <a:cubicBezTo>
                    <a:pt x="81064" y="31964"/>
                    <a:pt x="81064" y="32082"/>
                    <a:pt x="81064" y="32200"/>
                  </a:cubicBezTo>
                  <a:lnTo>
                    <a:pt x="81064" y="121399"/>
                  </a:lnTo>
                  <a:lnTo>
                    <a:pt x="110121" y="121399"/>
                  </a:lnTo>
                  <a:lnTo>
                    <a:pt x="110121" y="24598"/>
                  </a:lnTo>
                  <a:cubicBezTo>
                    <a:pt x="110425" y="17908"/>
                    <a:pt x="107975" y="11387"/>
                    <a:pt x="103363" y="6522"/>
                  </a:cubicBezTo>
                  <a:cubicBezTo>
                    <a:pt x="98532" y="1859"/>
                    <a:pt x="91994" y="-590"/>
                    <a:pt x="85287" y="-235"/>
                  </a:cubicBezTo>
                  <a:close/>
                </a:path>
              </a:pathLst>
            </a:custGeom>
            <a:grpFill/>
            <a:ln w="16858" cap="flat">
              <a:noFill/>
              <a:prstDash val="solid"/>
              <a:miter/>
            </a:ln>
          </p:spPr>
          <p:txBody>
            <a:bodyPr rtlCol="0" anchor="ctr"/>
            <a:lstStyle/>
            <a:p>
              <a:endParaRPr lang="en-IN"/>
            </a:p>
          </p:txBody>
        </p:sp>
        <p:sp>
          <p:nvSpPr>
            <p:cNvPr id="498" name="Freeform: Shape 497">
              <a:extLst>
                <a:ext uri="{FF2B5EF4-FFF2-40B4-BE49-F238E27FC236}">
                  <a16:creationId xmlns:a16="http://schemas.microsoft.com/office/drawing/2014/main" id="{BDFA7A31-A558-97E1-D595-68797DF1EED7}"/>
                </a:ext>
              </a:extLst>
            </p:cNvPr>
            <p:cNvSpPr/>
            <p:nvPr/>
          </p:nvSpPr>
          <p:spPr>
            <a:xfrm>
              <a:off x="-2504724" y="7595702"/>
              <a:ext cx="110417" cy="121756"/>
            </a:xfrm>
            <a:custGeom>
              <a:avLst/>
              <a:gdLst>
                <a:gd name="connsiteX0" fmla="*/ 85118 w 110417"/>
                <a:gd name="connsiteY0" fmla="*/ -168 h 121756"/>
                <a:gd name="connsiteX1" fmla="*/ -364 w 110417"/>
                <a:gd name="connsiteY1" fmla="*/ -168 h 121756"/>
                <a:gd name="connsiteX2" fmla="*/ -364 w 110417"/>
                <a:gd name="connsiteY2" fmla="*/ 121466 h 121756"/>
                <a:gd name="connsiteX3" fmla="*/ 85118 w 110417"/>
                <a:gd name="connsiteY3" fmla="*/ 121466 h 121756"/>
                <a:gd name="connsiteX4" fmla="*/ 103363 w 110417"/>
                <a:gd name="connsiteY4" fmla="*/ 114709 h 121756"/>
                <a:gd name="connsiteX5" fmla="*/ 109952 w 110417"/>
                <a:gd name="connsiteY5" fmla="*/ 96633 h 121756"/>
                <a:gd name="connsiteX6" fmla="*/ 109952 w 110417"/>
                <a:gd name="connsiteY6" fmla="*/ 24666 h 121756"/>
                <a:gd name="connsiteX7" fmla="*/ 89375 w 110417"/>
                <a:gd name="connsiteY7" fmla="*/ -168 h 121756"/>
                <a:gd name="connsiteX8" fmla="*/ 85118 w 110417"/>
                <a:gd name="connsiteY8" fmla="*/ -168 h 121756"/>
                <a:gd name="connsiteX9" fmla="*/ 81064 w 110417"/>
                <a:gd name="connsiteY9" fmla="*/ 32437 h 121756"/>
                <a:gd name="connsiteX10" fmla="*/ 81064 w 110417"/>
                <a:gd name="connsiteY10" fmla="*/ 88862 h 121756"/>
                <a:gd name="connsiteX11" fmla="*/ 75151 w 110417"/>
                <a:gd name="connsiteY11" fmla="*/ 95112 h 121756"/>
                <a:gd name="connsiteX12" fmla="*/ 74982 w 110417"/>
                <a:gd name="connsiteY12" fmla="*/ 95112 h 121756"/>
                <a:gd name="connsiteX13" fmla="*/ 28524 w 110417"/>
                <a:gd name="connsiteY13" fmla="*/ 95112 h 121756"/>
                <a:gd name="connsiteX14" fmla="*/ 28524 w 110417"/>
                <a:gd name="connsiteY14" fmla="*/ 26186 h 121756"/>
                <a:gd name="connsiteX15" fmla="*/ 74644 w 110417"/>
                <a:gd name="connsiteY15" fmla="*/ 26186 h 121756"/>
                <a:gd name="connsiteX16" fmla="*/ 81046 w 110417"/>
                <a:gd name="connsiteY16" fmla="*/ 31558 h 121756"/>
                <a:gd name="connsiteX17" fmla="*/ 81064 w 110417"/>
                <a:gd name="connsiteY17" fmla="*/ 32437 h 12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417" h="121756">
                  <a:moveTo>
                    <a:pt x="85118" y="-168"/>
                  </a:moveTo>
                  <a:lnTo>
                    <a:pt x="-364" y="-168"/>
                  </a:lnTo>
                  <a:lnTo>
                    <a:pt x="-364" y="121466"/>
                  </a:lnTo>
                  <a:lnTo>
                    <a:pt x="85118" y="121466"/>
                  </a:lnTo>
                  <a:cubicBezTo>
                    <a:pt x="91859" y="121737"/>
                    <a:pt x="98430" y="119304"/>
                    <a:pt x="103363" y="114709"/>
                  </a:cubicBezTo>
                  <a:cubicBezTo>
                    <a:pt x="107924" y="109827"/>
                    <a:pt x="110307" y="103306"/>
                    <a:pt x="109952" y="96633"/>
                  </a:cubicBezTo>
                  <a:lnTo>
                    <a:pt x="109952" y="24666"/>
                  </a:lnTo>
                  <a:cubicBezTo>
                    <a:pt x="111134" y="12131"/>
                    <a:pt x="101910" y="1015"/>
                    <a:pt x="89375" y="-168"/>
                  </a:cubicBezTo>
                  <a:cubicBezTo>
                    <a:pt x="87956" y="-303"/>
                    <a:pt x="86537" y="-303"/>
                    <a:pt x="85118" y="-168"/>
                  </a:cubicBezTo>
                  <a:close/>
                  <a:moveTo>
                    <a:pt x="81064" y="32437"/>
                  </a:moveTo>
                  <a:lnTo>
                    <a:pt x="81064" y="88862"/>
                  </a:lnTo>
                  <a:cubicBezTo>
                    <a:pt x="81165" y="92224"/>
                    <a:pt x="78513" y="95011"/>
                    <a:pt x="75151" y="95112"/>
                  </a:cubicBezTo>
                  <a:cubicBezTo>
                    <a:pt x="75100" y="95112"/>
                    <a:pt x="75033" y="95112"/>
                    <a:pt x="74982" y="95112"/>
                  </a:cubicBezTo>
                  <a:lnTo>
                    <a:pt x="28524" y="95112"/>
                  </a:lnTo>
                  <a:lnTo>
                    <a:pt x="28524" y="26186"/>
                  </a:lnTo>
                  <a:lnTo>
                    <a:pt x="74644" y="26186"/>
                  </a:lnTo>
                  <a:cubicBezTo>
                    <a:pt x="77905" y="25899"/>
                    <a:pt x="80759" y="28298"/>
                    <a:pt x="81046" y="31558"/>
                  </a:cubicBezTo>
                  <a:cubicBezTo>
                    <a:pt x="81081" y="31845"/>
                    <a:pt x="81081" y="32150"/>
                    <a:pt x="81064" y="32437"/>
                  </a:cubicBezTo>
                  <a:close/>
                </a:path>
              </a:pathLst>
            </a:custGeom>
            <a:grpFill/>
            <a:ln w="16858" cap="flat">
              <a:noFill/>
              <a:prstDash val="solid"/>
              <a:miter/>
            </a:ln>
          </p:spPr>
          <p:txBody>
            <a:bodyPr rtlCol="0" anchor="ctr"/>
            <a:lstStyle/>
            <a:p>
              <a:endParaRPr lang="en-IN"/>
            </a:p>
          </p:txBody>
        </p:sp>
        <p:sp>
          <p:nvSpPr>
            <p:cNvPr id="499" name="Freeform: Shape 498">
              <a:extLst>
                <a:ext uri="{FF2B5EF4-FFF2-40B4-BE49-F238E27FC236}">
                  <a16:creationId xmlns:a16="http://schemas.microsoft.com/office/drawing/2014/main" id="{9E097966-14A4-07A6-83FE-682F8D21F014}"/>
                </a:ext>
              </a:extLst>
            </p:cNvPr>
            <p:cNvSpPr/>
            <p:nvPr/>
          </p:nvSpPr>
          <p:spPr>
            <a:xfrm>
              <a:off x="-2368806" y="7595720"/>
              <a:ext cx="110392" cy="121716"/>
            </a:xfrm>
            <a:custGeom>
              <a:avLst/>
              <a:gdLst>
                <a:gd name="connsiteX0" fmla="*/ 24546 w 110392"/>
                <a:gd name="connsiteY0" fmla="*/ -187 h 121716"/>
                <a:gd name="connsiteX1" fmla="*/ -288 w 110392"/>
                <a:gd name="connsiteY1" fmla="*/ 20761 h 121716"/>
                <a:gd name="connsiteX2" fmla="*/ -288 w 110392"/>
                <a:gd name="connsiteY2" fmla="*/ 24647 h 121716"/>
                <a:gd name="connsiteX3" fmla="*/ -288 w 110392"/>
                <a:gd name="connsiteY3" fmla="*/ 121448 h 121716"/>
                <a:gd name="connsiteX4" fmla="*/ 28600 w 110392"/>
                <a:gd name="connsiteY4" fmla="*/ 121448 h 121716"/>
                <a:gd name="connsiteX5" fmla="*/ 28600 w 110392"/>
                <a:gd name="connsiteY5" fmla="*/ 83775 h 121716"/>
                <a:gd name="connsiteX6" fmla="*/ 81140 w 110392"/>
                <a:gd name="connsiteY6" fmla="*/ 83775 h 121716"/>
                <a:gd name="connsiteX7" fmla="*/ 81140 w 110392"/>
                <a:gd name="connsiteY7" fmla="*/ 121448 h 121716"/>
                <a:gd name="connsiteX8" fmla="*/ 110028 w 110392"/>
                <a:gd name="connsiteY8" fmla="*/ 121448 h 121716"/>
                <a:gd name="connsiteX9" fmla="*/ 110028 w 110392"/>
                <a:gd name="connsiteY9" fmla="*/ -187 h 121716"/>
                <a:gd name="connsiteX10" fmla="*/ 81140 w 110392"/>
                <a:gd name="connsiteY10" fmla="*/ 26167 h 121716"/>
                <a:gd name="connsiteX11" fmla="*/ 81140 w 110392"/>
                <a:gd name="connsiteY11" fmla="*/ 57421 h 121716"/>
                <a:gd name="connsiteX12" fmla="*/ 28600 w 110392"/>
                <a:gd name="connsiteY12" fmla="*/ 57421 h 121716"/>
                <a:gd name="connsiteX13" fmla="*/ 28600 w 110392"/>
                <a:gd name="connsiteY13" fmla="*/ 32249 h 121716"/>
                <a:gd name="connsiteX14" fmla="*/ 34682 w 110392"/>
                <a:gd name="connsiteY14" fmla="*/ 26167 h 12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392" h="121716">
                  <a:moveTo>
                    <a:pt x="24546" y="-187"/>
                  </a:moveTo>
                  <a:cubicBezTo>
                    <a:pt x="11909" y="-1252"/>
                    <a:pt x="776" y="8125"/>
                    <a:pt x="-288" y="20761"/>
                  </a:cubicBezTo>
                  <a:cubicBezTo>
                    <a:pt x="-390" y="22062"/>
                    <a:pt x="-390" y="23363"/>
                    <a:pt x="-288" y="24647"/>
                  </a:cubicBezTo>
                  <a:lnTo>
                    <a:pt x="-288" y="121448"/>
                  </a:lnTo>
                  <a:lnTo>
                    <a:pt x="28600" y="121448"/>
                  </a:lnTo>
                  <a:lnTo>
                    <a:pt x="28600" y="83775"/>
                  </a:lnTo>
                  <a:lnTo>
                    <a:pt x="81140" y="83775"/>
                  </a:lnTo>
                  <a:lnTo>
                    <a:pt x="81140" y="121448"/>
                  </a:lnTo>
                  <a:lnTo>
                    <a:pt x="110028" y="121448"/>
                  </a:lnTo>
                  <a:lnTo>
                    <a:pt x="110028" y="-187"/>
                  </a:lnTo>
                  <a:close/>
                  <a:moveTo>
                    <a:pt x="81140" y="26167"/>
                  </a:moveTo>
                  <a:lnTo>
                    <a:pt x="81140" y="57421"/>
                  </a:lnTo>
                  <a:lnTo>
                    <a:pt x="28600" y="57421"/>
                  </a:lnTo>
                  <a:lnTo>
                    <a:pt x="28600" y="32249"/>
                  </a:lnTo>
                  <a:cubicBezTo>
                    <a:pt x="28600" y="28887"/>
                    <a:pt x="31320" y="26167"/>
                    <a:pt x="34682" y="26167"/>
                  </a:cubicBezTo>
                  <a:close/>
                </a:path>
              </a:pathLst>
            </a:custGeom>
            <a:grpFill/>
            <a:ln w="16858" cap="flat">
              <a:noFill/>
              <a:prstDash val="solid"/>
              <a:miter/>
            </a:ln>
          </p:spPr>
          <p:txBody>
            <a:bodyPr rtlCol="0" anchor="ctr"/>
            <a:lstStyle/>
            <a:p>
              <a:endParaRPr lang="en-IN"/>
            </a:p>
          </p:txBody>
        </p:sp>
        <p:sp>
          <p:nvSpPr>
            <p:cNvPr id="500" name="Freeform: Shape 499">
              <a:extLst>
                <a:ext uri="{FF2B5EF4-FFF2-40B4-BE49-F238E27FC236}">
                  <a16:creationId xmlns:a16="http://schemas.microsoft.com/office/drawing/2014/main" id="{D42E6318-E0B3-EE45-3688-0EF38CD27DA9}"/>
                </a:ext>
              </a:extLst>
            </p:cNvPr>
            <p:cNvSpPr/>
            <p:nvPr/>
          </p:nvSpPr>
          <p:spPr>
            <a:xfrm>
              <a:off x="-2230201" y="7595803"/>
              <a:ext cx="28888" cy="121634"/>
            </a:xfrm>
            <a:custGeom>
              <a:avLst/>
              <a:gdLst>
                <a:gd name="connsiteX0" fmla="*/ 0 w 28888"/>
                <a:gd name="connsiteY0" fmla="*/ 0 h 121634"/>
                <a:gd name="connsiteX1" fmla="*/ 28888 w 28888"/>
                <a:gd name="connsiteY1" fmla="*/ 0 h 121634"/>
                <a:gd name="connsiteX2" fmla="*/ 28888 w 28888"/>
                <a:gd name="connsiteY2" fmla="*/ 121635 h 121634"/>
                <a:gd name="connsiteX3" fmla="*/ 0 w 28888"/>
                <a:gd name="connsiteY3" fmla="*/ 121635 h 121634"/>
              </a:gdLst>
              <a:ahLst/>
              <a:cxnLst>
                <a:cxn ang="0">
                  <a:pos x="connsiteX0" y="connsiteY0"/>
                </a:cxn>
                <a:cxn ang="0">
                  <a:pos x="connsiteX1" y="connsiteY1"/>
                </a:cxn>
                <a:cxn ang="0">
                  <a:pos x="connsiteX2" y="connsiteY2"/>
                </a:cxn>
                <a:cxn ang="0">
                  <a:pos x="connsiteX3" y="connsiteY3"/>
                </a:cxn>
              </a:cxnLst>
              <a:rect l="l" t="t" r="r" b="b"/>
              <a:pathLst>
                <a:path w="28888" h="121634">
                  <a:moveTo>
                    <a:pt x="0" y="0"/>
                  </a:moveTo>
                  <a:lnTo>
                    <a:pt x="28888" y="0"/>
                  </a:lnTo>
                  <a:lnTo>
                    <a:pt x="28888" y="121635"/>
                  </a:lnTo>
                  <a:lnTo>
                    <a:pt x="0" y="121635"/>
                  </a:lnTo>
                  <a:close/>
                </a:path>
              </a:pathLst>
            </a:custGeom>
            <a:grpFill/>
            <a:ln w="16858" cap="flat">
              <a:noFill/>
              <a:prstDash val="solid"/>
              <a:miter/>
            </a:ln>
          </p:spPr>
          <p:txBody>
            <a:bodyPr rtlCol="0" anchor="ctr"/>
            <a:lstStyle/>
            <a:p>
              <a:endParaRPr lang="en-IN"/>
            </a:p>
          </p:txBody>
        </p:sp>
        <p:sp>
          <p:nvSpPr>
            <p:cNvPr id="501" name="Freeform: Shape 500">
              <a:extLst>
                <a:ext uri="{FF2B5EF4-FFF2-40B4-BE49-F238E27FC236}">
                  <a16:creationId xmlns:a16="http://schemas.microsoft.com/office/drawing/2014/main" id="{D451E67D-FD3D-D7FB-C699-6C61FDD41F09}"/>
                </a:ext>
              </a:extLst>
            </p:cNvPr>
            <p:cNvSpPr/>
            <p:nvPr/>
          </p:nvSpPr>
          <p:spPr>
            <a:xfrm>
              <a:off x="-2045390" y="7358357"/>
              <a:ext cx="920074" cy="218524"/>
            </a:xfrm>
            <a:custGeom>
              <a:avLst/>
              <a:gdLst>
                <a:gd name="connsiteX0" fmla="*/ 918659 w 920074"/>
                <a:gd name="connsiteY0" fmla="*/ 19078 h 218524"/>
                <a:gd name="connsiteX1" fmla="*/ 905364 w 920074"/>
                <a:gd name="connsiteY1" fmla="*/ 2185 h 218524"/>
                <a:gd name="connsiteX2" fmla="*/ 901765 w 920074"/>
                <a:gd name="connsiteY2" fmla="*/ 2185 h 218524"/>
                <a:gd name="connsiteX3" fmla="*/ 840272 w 920074"/>
                <a:gd name="connsiteY3" fmla="*/ 2185 h 218524"/>
                <a:gd name="connsiteX4" fmla="*/ 823378 w 920074"/>
                <a:gd name="connsiteY4" fmla="*/ 7253 h 218524"/>
                <a:gd name="connsiteX5" fmla="*/ 537199 w 920074"/>
                <a:gd name="connsiteY5" fmla="*/ 193083 h 218524"/>
                <a:gd name="connsiteX6" fmla="*/ 535003 w 920074"/>
                <a:gd name="connsiteY6" fmla="*/ 193928 h 218524"/>
                <a:gd name="connsiteX7" fmla="*/ 533483 w 920074"/>
                <a:gd name="connsiteY7" fmla="*/ 191225 h 218524"/>
                <a:gd name="connsiteX8" fmla="*/ 533483 w 920074"/>
                <a:gd name="connsiteY8" fmla="*/ 19078 h 218524"/>
                <a:gd name="connsiteX9" fmla="*/ 520086 w 920074"/>
                <a:gd name="connsiteY9" fmla="*/ 2252 h 218524"/>
                <a:gd name="connsiteX10" fmla="*/ 517434 w 920074"/>
                <a:gd name="connsiteY10" fmla="*/ 2185 h 218524"/>
                <a:gd name="connsiteX11" fmla="*/ 377385 w 920074"/>
                <a:gd name="connsiteY11" fmla="*/ 2185 h 218524"/>
                <a:gd name="connsiteX12" fmla="*/ 360491 w 920074"/>
                <a:gd name="connsiteY12" fmla="*/ 6915 h 218524"/>
                <a:gd name="connsiteX13" fmla="*/ 101173 w 920074"/>
                <a:gd name="connsiteY13" fmla="*/ 162844 h 218524"/>
                <a:gd name="connsiteX14" fmla="*/ 98807 w 920074"/>
                <a:gd name="connsiteY14" fmla="*/ 163858 h 218524"/>
                <a:gd name="connsiteX15" fmla="*/ 97287 w 920074"/>
                <a:gd name="connsiteY15" fmla="*/ 161324 h 218524"/>
                <a:gd name="connsiteX16" fmla="*/ 97287 w 920074"/>
                <a:gd name="connsiteY16" fmla="*/ 3705 h 218524"/>
                <a:gd name="connsiteX17" fmla="*/ 95598 w 920074"/>
                <a:gd name="connsiteY17" fmla="*/ -181 h 218524"/>
                <a:gd name="connsiteX18" fmla="*/ 93402 w 920074"/>
                <a:gd name="connsiteY18" fmla="*/ -181 h 218524"/>
                <a:gd name="connsiteX19" fmla="*/ 16704 w 920074"/>
                <a:gd name="connsiteY19" fmla="*/ 45939 h 218524"/>
                <a:gd name="connsiteX20" fmla="*/ -189 w 920074"/>
                <a:gd name="connsiteY20" fmla="*/ 76517 h 218524"/>
                <a:gd name="connsiteX21" fmla="*/ -189 w 920074"/>
                <a:gd name="connsiteY21" fmla="*/ 194773 h 218524"/>
                <a:gd name="connsiteX22" fmla="*/ 13494 w 920074"/>
                <a:gd name="connsiteY22" fmla="*/ 211667 h 218524"/>
                <a:gd name="connsiteX23" fmla="*/ 16704 w 920074"/>
                <a:gd name="connsiteY23" fmla="*/ 211667 h 218524"/>
                <a:gd name="connsiteX24" fmla="*/ 108775 w 920074"/>
                <a:gd name="connsiteY24" fmla="*/ 211667 h 218524"/>
                <a:gd name="connsiteX25" fmla="*/ 124824 w 920074"/>
                <a:gd name="connsiteY25" fmla="*/ 206767 h 218524"/>
                <a:gd name="connsiteX26" fmla="*/ 224835 w 920074"/>
                <a:gd name="connsiteY26" fmla="*/ 146795 h 218524"/>
                <a:gd name="connsiteX27" fmla="*/ 226693 w 920074"/>
                <a:gd name="connsiteY27" fmla="*/ 146795 h 218524"/>
                <a:gd name="connsiteX28" fmla="*/ 228382 w 920074"/>
                <a:gd name="connsiteY28" fmla="*/ 147639 h 218524"/>
                <a:gd name="connsiteX29" fmla="*/ 288186 w 920074"/>
                <a:gd name="connsiteY29" fmla="*/ 207443 h 218524"/>
                <a:gd name="connsiteX30" fmla="*/ 304235 w 920074"/>
                <a:gd name="connsiteY30" fmla="*/ 212343 h 218524"/>
                <a:gd name="connsiteX31" fmla="*/ 393434 w 920074"/>
                <a:gd name="connsiteY31" fmla="*/ 212343 h 218524"/>
                <a:gd name="connsiteX32" fmla="*/ 396643 w 920074"/>
                <a:gd name="connsiteY32" fmla="*/ 210653 h 218524"/>
                <a:gd name="connsiteX33" fmla="*/ 394447 w 920074"/>
                <a:gd name="connsiteY33" fmla="*/ 207275 h 218524"/>
                <a:gd name="connsiteX34" fmla="*/ 295788 w 920074"/>
                <a:gd name="connsiteY34" fmla="*/ 108784 h 218524"/>
                <a:gd name="connsiteX35" fmla="*/ 294606 w 920074"/>
                <a:gd name="connsiteY35" fmla="*/ 106588 h 218524"/>
                <a:gd name="connsiteX36" fmla="*/ 296464 w 920074"/>
                <a:gd name="connsiteY36" fmla="*/ 104391 h 218524"/>
                <a:gd name="connsiteX37" fmla="*/ 434317 w 920074"/>
                <a:gd name="connsiteY37" fmla="*/ 21444 h 218524"/>
                <a:gd name="connsiteX38" fmla="*/ 436681 w 920074"/>
                <a:gd name="connsiteY38" fmla="*/ 20599 h 218524"/>
                <a:gd name="connsiteX39" fmla="*/ 438202 w 920074"/>
                <a:gd name="connsiteY39" fmla="*/ 23133 h 218524"/>
                <a:gd name="connsiteX40" fmla="*/ 438202 w 920074"/>
                <a:gd name="connsiteY40" fmla="*/ 196125 h 218524"/>
                <a:gd name="connsiteX41" fmla="*/ 451599 w 920074"/>
                <a:gd name="connsiteY41" fmla="*/ 212951 h 218524"/>
                <a:gd name="connsiteX42" fmla="*/ 454251 w 920074"/>
                <a:gd name="connsiteY42" fmla="*/ 213018 h 218524"/>
                <a:gd name="connsiteX43" fmla="*/ 592948 w 920074"/>
                <a:gd name="connsiteY43" fmla="*/ 213018 h 218524"/>
                <a:gd name="connsiteX44" fmla="*/ 608997 w 920074"/>
                <a:gd name="connsiteY44" fmla="*/ 207950 h 218524"/>
                <a:gd name="connsiteX45" fmla="*/ 818311 w 920074"/>
                <a:gd name="connsiteY45" fmla="*/ 72800 h 218524"/>
                <a:gd name="connsiteX46" fmla="*/ 820506 w 920074"/>
                <a:gd name="connsiteY46" fmla="*/ 71956 h 218524"/>
                <a:gd name="connsiteX47" fmla="*/ 822027 w 920074"/>
                <a:gd name="connsiteY47" fmla="*/ 74659 h 218524"/>
                <a:gd name="connsiteX48" fmla="*/ 822027 w 920074"/>
                <a:gd name="connsiteY48" fmla="*/ 214876 h 218524"/>
                <a:gd name="connsiteX49" fmla="*/ 823885 w 920074"/>
                <a:gd name="connsiteY49" fmla="*/ 218255 h 218524"/>
                <a:gd name="connsiteX50" fmla="*/ 826419 w 920074"/>
                <a:gd name="connsiteY50" fmla="*/ 217242 h 218524"/>
                <a:gd name="connsiteX51" fmla="*/ 902610 w 920074"/>
                <a:gd name="connsiteY51" fmla="*/ 171460 h 218524"/>
                <a:gd name="connsiteX52" fmla="*/ 919504 w 920074"/>
                <a:gd name="connsiteY52" fmla="*/ 140713 h 21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920074" h="218524">
                  <a:moveTo>
                    <a:pt x="918659" y="19078"/>
                  </a:moveTo>
                  <a:cubicBezTo>
                    <a:pt x="919656" y="10733"/>
                    <a:pt x="913692" y="3181"/>
                    <a:pt x="905364" y="2185"/>
                  </a:cubicBezTo>
                  <a:cubicBezTo>
                    <a:pt x="904164" y="2050"/>
                    <a:pt x="902965" y="2050"/>
                    <a:pt x="901765" y="2185"/>
                  </a:cubicBezTo>
                  <a:lnTo>
                    <a:pt x="840272" y="2185"/>
                  </a:lnTo>
                  <a:cubicBezTo>
                    <a:pt x="834241" y="1948"/>
                    <a:pt x="828294" y="3739"/>
                    <a:pt x="823378" y="7253"/>
                  </a:cubicBezTo>
                  <a:lnTo>
                    <a:pt x="537199" y="193083"/>
                  </a:lnTo>
                  <a:cubicBezTo>
                    <a:pt x="536557" y="193557"/>
                    <a:pt x="535797" y="193844"/>
                    <a:pt x="535003" y="193928"/>
                  </a:cubicBezTo>
                  <a:cubicBezTo>
                    <a:pt x="533989" y="193928"/>
                    <a:pt x="533483" y="192915"/>
                    <a:pt x="533483" y="191225"/>
                  </a:cubicBezTo>
                  <a:lnTo>
                    <a:pt x="533483" y="19078"/>
                  </a:lnTo>
                  <a:cubicBezTo>
                    <a:pt x="534429" y="10733"/>
                    <a:pt x="528431" y="3198"/>
                    <a:pt x="520086" y="2252"/>
                  </a:cubicBezTo>
                  <a:cubicBezTo>
                    <a:pt x="519207" y="2151"/>
                    <a:pt x="518329" y="2134"/>
                    <a:pt x="517434" y="2185"/>
                  </a:cubicBezTo>
                  <a:lnTo>
                    <a:pt x="377385" y="2185"/>
                  </a:lnTo>
                  <a:cubicBezTo>
                    <a:pt x="371387" y="1931"/>
                    <a:pt x="365475" y="3587"/>
                    <a:pt x="360491" y="6915"/>
                  </a:cubicBezTo>
                  <a:lnTo>
                    <a:pt x="101173" y="162844"/>
                  </a:lnTo>
                  <a:cubicBezTo>
                    <a:pt x="100480" y="163367"/>
                    <a:pt x="99669" y="163706"/>
                    <a:pt x="98807" y="163858"/>
                  </a:cubicBezTo>
                  <a:cubicBezTo>
                    <a:pt x="97794" y="163858"/>
                    <a:pt x="97287" y="163013"/>
                    <a:pt x="97287" y="161324"/>
                  </a:cubicBezTo>
                  <a:lnTo>
                    <a:pt x="97287" y="3705"/>
                  </a:lnTo>
                  <a:cubicBezTo>
                    <a:pt x="97287" y="1171"/>
                    <a:pt x="97287" y="-181"/>
                    <a:pt x="95598" y="-181"/>
                  </a:cubicBezTo>
                  <a:cubicBezTo>
                    <a:pt x="94872" y="-299"/>
                    <a:pt x="94128" y="-299"/>
                    <a:pt x="93402" y="-181"/>
                  </a:cubicBezTo>
                  <a:lnTo>
                    <a:pt x="16704" y="45939"/>
                  </a:lnTo>
                  <a:cubicBezTo>
                    <a:pt x="5200" y="51565"/>
                    <a:pt x="-1558" y="63779"/>
                    <a:pt x="-189" y="76517"/>
                  </a:cubicBezTo>
                  <a:lnTo>
                    <a:pt x="-189" y="194773"/>
                  </a:lnTo>
                  <a:cubicBezTo>
                    <a:pt x="-1068" y="203220"/>
                    <a:pt x="5048" y="210788"/>
                    <a:pt x="13494" y="211667"/>
                  </a:cubicBezTo>
                  <a:cubicBezTo>
                    <a:pt x="14559" y="211785"/>
                    <a:pt x="15640" y="211785"/>
                    <a:pt x="16704" y="211667"/>
                  </a:cubicBezTo>
                  <a:lnTo>
                    <a:pt x="108775" y="211667"/>
                  </a:lnTo>
                  <a:cubicBezTo>
                    <a:pt x="114502" y="211751"/>
                    <a:pt x="120128" y="210045"/>
                    <a:pt x="124824" y="206767"/>
                  </a:cubicBezTo>
                  <a:lnTo>
                    <a:pt x="224835" y="146795"/>
                  </a:lnTo>
                  <a:cubicBezTo>
                    <a:pt x="225443" y="146609"/>
                    <a:pt x="226085" y="146609"/>
                    <a:pt x="226693" y="146795"/>
                  </a:cubicBezTo>
                  <a:cubicBezTo>
                    <a:pt x="227352" y="146829"/>
                    <a:pt x="227960" y="147133"/>
                    <a:pt x="228382" y="147639"/>
                  </a:cubicBezTo>
                  <a:lnTo>
                    <a:pt x="288186" y="207443"/>
                  </a:lnTo>
                  <a:cubicBezTo>
                    <a:pt x="292663" y="211177"/>
                    <a:pt x="298441" y="212934"/>
                    <a:pt x="304235" y="212343"/>
                  </a:cubicBezTo>
                  <a:lnTo>
                    <a:pt x="393434" y="212343"/>
                  </a:lnTo>
                  <a:cubicBezTo>
                    <a:pt x="395123" y="212343"/>
                    <a:pt x="396643" y="212343"/>
                    <a:pt x="396643" y="210653"/>
                  </a:cubicBezTo>
                  <a:cubicBezTo>
                    <a:pt x="396643" y="208964"/>
                    <a:pt x="395799" y="208626"/>
                    <a:pt x="394447" y="207275"/>
                  </a:cubicBezTo>
                  <a:lnTo>
                    <a:pt x="295788" y="108784"/>
                  </a:lnTo>
                  <a:cubicBezTo>
                    <a:pt x="295163" y="108210"/>
                    <a:pt x="294741" y="107433"/>
                    <a:pt x="294606" y="106588"/>
                  </a:cubicBezTo>
                  <a:cubicBezTo>
                    <a:pt x="294606" y="106588"/>
                    <a:pt x="294606" y="105236"/>
                    <a:pt x="296464" y="104391"/>
                  </a:cubicBezTo>
                  <a:lnTo>
                    <a:pt x="434317" y="21444"/>
                  </a:lnTo>
                  <a:cubicBezTo>
                    <a:pt x="435026" y="20987"/>
                    <a:pt x="435837" y="20700"/>
                    <a:pt x="436681" y="20599"/>
                  </a:cubicBezTo>
                  <a:cubicBezTo>
                    <a:pt x="436681" y="20599"/>
                    <a:pt x="438202" y="21781"/>
                    <a:pt x="438202" y="23133"/>
                  </a:cubicBezTo>
                  <a:lnTo>
                    <a:pt x="438202" y="196125"/>
                  </a:lnTo>
                  <a:cubicBezTo>
                    <a:pt x="437256" y="204470"/>
                    <a:pt x="443253" y="212005"/>
                    <a:pt x="451599" y="212951"/>
                  </a:cubicBezTo>
                  <a:cubicBezTo>
                    <a:pt x="452478" y="213052"/>
                    <a:pt x="453373" y="213069"/>
                    <a:pt x="454251" y="213018"/>
                  </a:cubicBezTo>
                  <a:lnTo>
                    <a:pt x="592948" y="213018"/>
                  </a:lnTo>
                  <a:cubicBezTo>
                    <a:pt x="598709" y="213102"/>
                    <a:pt x="604335" y="211329"/>
                    <a:pt x="608997" y="207950"/>
                  </a:cubicBezTo>
                  <a:lnTo>
                    <a:pt x="818311" y="72800"/>
                  </a:lnTo>
                  <a:cubicBezTo>
                    <a:pt x="818952" y="72327"/>
                    <a:pt x="819712" y="72040"/>
                    <a:pt x="820506" y="71956"/>
                  </a:cubicBezTo>
                  <a:cubicBezTo>
                    <a:pt x="821520" y="71956"/>
                    <a:pt x="822027" y="73138"/>
                    <a:pt x="822027" y="74659"/>
                  </a:cubicBezTo>
                  <a:lnTo>
                    <a:pt x="822027" y="214876"/>
                  </a:lnTo>
                  <a:cubicBezTo>
                    <a:pt x="822027" y="217410"/>
                    <a:pt x="822027" y="218255"/>
                    <a:pt x="823885" y="218255"/>
                  </a:cubicBezTo>
                  <a:cubicBezTo>
                    <a:pt x="824814" y="218171"/>
                    <a:pt x="825693" y="217816"/>
                    <a:pt x="826419" y="217242"/>
                  </a:cubicBezTo>
                  <a:lnTo>
                    <a:pt x="902610" y="171460"/>
                  </a:lnTo>
                  <a:cubicBezTo>
                    <a:pt x="914216" y="165851"/>
                    <a:pt x="921007" y="153519"/>
                    <a:pt x="919504" y="140713"/>
                  </a:cubicBezTo>
                  <a:close/>
                </a:path>
              </a:pathLst>
            </a:custGeom>
            <a:grpFill/>
            <a:ln w="16858" cap="flat">
              <a:noFill/>
              <a:prstDash val="solid"/>
              <a:miter/>
            </a:ln>
          </p:spPr>
          <p:txBody>
            <a:bodyPr rtlCol="0" anchor="ctr"/>
            <a:lstStyle/>
            <a:p>
              <a:endParaRPr lang="en-IN"/>
            </a:p>
          </p:txBody>
        </p:sp>
      </p:grpSp>
      <p:sp>
        <p:nvSpPr>
          <p:cNvPr id="5" name="TextBox 4">
            <a:extLst>
              <a:ext uri="{FF2B5EF4-FFF2-40B4-BE49-F238E27FC236}">
                <a16:creationId xmlns:a16="http://schemas.microsoft.com/office/drawing/2014/main" id="{6002FAB7-45BB-5BDD-2FF9-A77BCF67738B}"/>
              </a:ext>
            </a:extLst>
          </p:cNvPr>
          <p:cNvSpPr txBox="1"/>
          <p:nvPr/>
        </p:nvSpPr>
        <p:spPr>
          <a:xfrm>
            <a:off x="1538345" y="3448902"/>
            <a:ext cx="9115311" cy="707886"/>
          </a:xfrm>
          <a:prstGeom prst="rect">
            <a:avLst/>
          </a:prstGeom>
          <a:noFill/>
        </p:spPr>
        <p:txBody>
          <a:bodyPr wrap="square" rtlCol="0">
            <a:spAutoFit/>
          </a:bodyPr>
          <a:lstStyle>
            <a:defPPr>
              <a:defRPr lang="en-US"/>
            </a:defPPr>
            <a:lvl1pPr algn="ctr">
              <a:defRPr sz="4000">
                <a:solidFill>
                  <a:schemeClr val="bg1"/>
                </a:solidFill>
                <a:effectLst>
                  <a:outerShdw dist="38100" dir="2700000" algn="tl" rotWithShape="0">
                    <a:srgbClr val="FFFF6D">
                      <a:alpha val="76000"/>
                    </a:srgbClr>
                  </a:outerShdw>
                </a:effectLst>
                <a:latin typeface="Cal Sans" pitchFamily="2" charset="0"/>
              </a:defRPr>
            </a:lvl1pPr>
          </a:lstStyle>
          <a:p>
            <a:r>
              <a:rPr lang="en-IN">
                <a:latin typeface="+mj-lt"/>
              </a:rPr>
              <a:t>PATROCINADORES</a:t>
            </a:r>
            <a:endParaRPr lang="en-IN" dirty="0">
              <a:latin typeface="+mj-lt"/>
            </a:endParaRPr>
          </a:p>
        </p:txBody>
      </p:sp>
      <p:sp>
        <p:nvSpPr>
          <p:cNvPr id="10" name="Graphic 8">
            <a:extLst>
              <a:ext uri="{FF2B5EF4-FFF2-40B4-BE49-F238E27FC236}">
                <a16:creationId xmlns:a16="http://schemas.microsoft.com/office/drawing/2014/main" id="{6A475DE8-3B35-BDF0-0EDF-E0E276B66B0A}"/>
              </a:ext>
            </a:extLst>
          </p:cNvPr>
          <p:cNvSpPr/>
          <p:nvPr/>
        </p:nvSpPr>
        <p:spPr>
          <a:xfrm>
            <a:off x="6409373" y="4672741"/>
            <a:ext cx="440667" cy="385583"/>
          </a:xfrm>
          <a:custGeom>
            <a:avLst/>
            <a:gdLst>
              <a:gd name="connsiteX0" fmla="*/ 3505200 w 4876800"/>
              <a:gd name="connsiteY0" fmla="*/ 0 h 4267200"/>
              <a:gd name="connsiteX1" fmla="*/ 2438400 w 4876800"/>
              <a:gd name="connsiteY1" fmla="*/ 1471879 h 4267200"/>
              <a:gd name="connsiteX2" fmla="*/ 1371600 w 4876800"/>
              <a:gd name="connsiteY2" fmla="*/ 0 h 4267200"/>
              <a:gd name="connsiteX3" fmla="*/ 0 w 4876800"/>
              <a:gd name="connsiteY3" fmla="*/ 4267200 h 4267200"/>
              <a:gd name="connsiteX4" fmla="*/ 609600 w 4876800"/>
              <a:gd name="connsiteY4" fmla="*/ 4267200 h 4267200"/>
              <a:gd name="connsiteX5" fmla="*/ 1371600 w 4876800"/>
              <a:gd name="connsiteY5" fmla="*/ 304800 h 4267200"/>
              <a:gd name="connsiteX6" fmla="*/ 2133600 w 4876800"/>
              <a:gd name="connsiteY6" fmla="*/ 3962400 h 4267200"/>
              <a:gd name="connsiteX7" fmla="*/ 2743200 w 4876800"/>
              <a:gd name="connsiteY7" fmla="*/ 3962400 h 4267200"/>
              <a:gd name="connsiteX8" fmla="*/ 3505200 w 4876800"/>
              <a:gd name="connsiteY8" fmla="*/ 304800 h 4267200"/>
              <a:gd name="connsiteX9" fmla="*/ 4267200 w 4876800"/>
              <a:gd name="connsiteY9" fmla="*/ 4267200 h 4267200"/>
              <a:gd name="connsiteX10" fmla="*/ 4876800 w 4876800"/>
              <a:gd name="connsiteY10" fmla="*/ 4267200 h 4267200"/>
              <a:gd name="connsiteX11" fmla="*/ 3505200 w 4876800"/>
              <a:gd name="connsiteY11" fmla="*/ 0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76800" h="4267200">
                <a:moveTo>
                  <a:pt x="3505200" y="0"/>
                </a:moveTo>
                <a:cubicBezTo>
                  <a:pt x="3074213" y="0"/>
                  <a:pt x="2689860" y="574243"/>
                  <a:pt x="2438400" y="1471879"/>
                </a:cubicBezTo>
                <a:cubicBezTo>
                  <a:pt x="2187245" y="574243"/>
                  <a:pt x="1802587" y="0"/>
                  <a:pt x="1371600" y="0"/>
                </a:cubicBezTo>
                <a:cubicBezTo>
                  <a:pt x="614172" y="0"/>
                  <a:pt x="0" y="1910487"/>
                  <a:pt x="0" y="4267200"/>
                </a:cubicBezTo>
                <a:lnTo>
                  <a:pt x="609600" y="4267200"/>
                </a:lnTo>
                <a:cubicBezTo>
                  <a:pt x="609600" y="2078736"/>
                  <a:pt x="950976" y="304800"/>
                  <a:pt x="1371600" y="304800"/>
                </a:cubicBezTo>
                <a:cubicBezTo>
                  <a:pt x="1792529" y="304800"/>
                  <a:pt x="2133600" y="1942491"/>
                  <a:pt x="2133600" y="3962400"/>
                </a:cubicBezTo>
                <a:lnTo>
                  <a:pt x="2743200" y="3962400"/>
                </a:lnTo>
                <a:cubicBezTo>
                  <a:pt x="2743200" y="1942491"/>
                  <a:pt x="3084576" y="304800"/>
                  <a:pt x="3505200" y="304800"/>
                </a:cubicBezTo>
                <a:cubicBezTo>
                  <a:pt x="3926129" y="304800"/>
                  <a:pt x="4267200" y="2078736"/>
                  <a:pt x="4267200" y="4267200"/>
                </a:cubicBezTo>
                <a:lnTo>
                  <a:pt x="4876800" y="4267200"/>
                </a:lnTo>
                <a:cubicBezTo>
                  <a:pt x="4876800" y="1910487"/>
                  <a:pt x="4262628" y="0"/>
                  <a:pt x="3505200" y="0"/>
                </a:cubicBezTo>
                <a:close/>
              </a:path>
            </a:pathLst>
          </a:custGeom>
          <a:solidFill>
            <a:schemeClr val="bg1"/>
          </a:solidFill>
          <a:ln w="9525" cap="flat">
            <a:noFill/>
            <a:prstDash val="solid"/>
            <a:miter/>
          </a:ln>
        </p:spPr>
        <p:txBody>
          <a:bodyPr rtlCol="0" anchor="ctr"/>
          <a:lstStyle/>
          <a:p>
            <a:endParaRPr lang="en-IN"/>
          </a:p>
        </p:txBody>
      </p:sp>
      <p:grpSp>
        <p:nvGrpSpPr>
          <p:cNvPr id="28" name="Graphic 26">
            <a:extLst>
              <a:ext uri="{FF2B5EF4-FFF2-40B4-BE49-F238E27FC236}">
                <a16:creationId xmlns:a16="http://schemas.microsoft.com/office/drawing/2014/main" id="{A6C09A90-9200-D66F-5990-56EBB1F779B3}"/>
              </a:ext>
            </a:extLst>
          </p:cNvPr>
          <p:cNvGrpSpPr/>
          <p:nvPr/>
        </p:nvGrpSpPr>
        <p:grpSpPr>
          <a:xfrm>
            <a:off x="3636953" y="4732194"/>
            <a:ext cx="1278468" cy="474806"/>
            <a:chOff x="-1460117" y="3118094"/>
            <a:chExt cx="6144880" cy="2523665"/>
          </a:xfrm>
          <a:solidFill>
            <a:schemeClr val="bg1"/>
          </a:solidFill>
        </p:grpSpPr>
        <p:sp>
          <p:nvSpPr>
            <p:cNvPr id="30" name="Freeform: Shape 29">
              <a:extLst>
                <a:ext uri="{FF2B5EF4-FFF2-40B4-BE49-F238E27FC236}">
                  <a16:creationId xmlns:a16="http://schemas.microsoft.com/office/drawing/2014/main" id="{E9C62305-2D2C-B22C-B495-5AFB099F4B49}"/>
                </a:ext>
              </a:extLst>
            </p:cNvPr>
            <p:cNvSpPr/>
            <p:nvPr/>
          </p:nvSpPr>
          <p:spPr>
            <a:xfrm>
              <a:off x="-1460117" y="3118094"/>
              <a:ext cx="6144880" cy="2523665"/>
            </a:xfrm>
            <a:custGeom>
              <a:avLst/>
              <a:gdLst>
                <a:gd name="connsiteX0" fmla="*/ 2672772 w 6144910"/>
                <a:gd name="connsiteY0" fmla="*/ 1430941 h 2523672"/>
                <a:gd name="connsiteX1" fmla="*/ 2925843 w 6144910"/>
                <a:gd name="connsiteY1" fmla="*/ 1539745 h 2523672"/>
                <a:gd name="connsiteX2" fmla="*/ 2159524 w 6144910"/>
                <a:gd name="connsiteY2" fmla="*/ 1920560 h 2523672"/>
                <a:gd name="connsiteX3" fmla="*/ 1906453 w 6144910"/>
                <a:gd name="connsiteY3" fmla="*/ 1797542 h 2523672"/>
                <a:gd name="connsiteX4" fmla="*/ 2672772 w 6144910"/>
                <a:gd name="connsiteY4" fmla="*/ 1430941 h 2523672"/>
                <a:gd name="connsiteX5" fmla="*/ 2355812 w 6144910"/>
                <a:gd name="connsiteY5" fmla="*/ 1319792 h 2523672"/>
                <a:gd name="connsiteX6" fmla="*/ 1563446 w 6144910"/>
                <a:gd name="connsiteY6" fmla="*/ 1658001 h 2523672"/>
                <a:gd name="connsiteX7" fmla="*/ 1802339 w 6144910"/>
                <a:gd name="connsiteY7" fmla="*/ 1752628 h 2523672"/>
                <a:gd name="connsiteX8" fmla="*/ 2571040 w 6144910"/>
                <a:gd name="connsiteY8" fmla="*/ 1393134 h 2523672"/>
                <a:gd name="connsiteX9" fmla="*/ 2355812 w 6144910"/>
                <a:gd name="connsiteY9" fmla="*/ 1319792 h 2523672"/>
                <a:gd name="connsiteX10" fmla="*/ 4349678 w 6144910"/>
                <a:gd name="connsiteY10" fmla="*/ 1840147 h 2523672"/>
                <a:gd name="connsiteX11" fmla="*/ 4378070 w 6144910"/>
                <a:gd name="connsiteY11" fmla="*/ 1859051 h 2523672"/>
                <a:gd name="connsiteX12" fmla="*/ 4397009 w 6144910"/>
                <a:gd name="connsiteY12" fmla="*/ 1854325 h 2523672"/>
                <a:gd name="connsiteX13" fmla="*/ 4401734 w 6144910"/>
                <a:gd name="connsiteY13" fmla="*/ 1842492 h 2523672"/>
                <a:gd name="connsiteX14" fmla="*/ 4385140 w 6144910"/>
                <a:gd name="connsiteY14" fmla="*/ 1828314 h 2523672"/>
                <a:gd name="connsiteX15" fmla="*/ 4368617 w 6144910"/>
                <a:gd name="connsiteY15" fmla="*/ 1823588 h 2523672"/>
                <a:gd name="connsiteX16" fmla="*/ 4352023 w 6144910"/>
                <a:gd name="connsiteY16" fmla="*/ 1816482 h 2523672"/>
                <a:gd name="connsiteX17" fmla="*/ 4344952 w 6144910"/>
                <a:gd name="connsiteY17" fmla="*/ 1797578 h 2523672"/>
                <a:gd name="connsiteX18" fmla="*/ 4378070 w 6144910"/>
                <a:gd name="connsiteY18" fmla="*/ 1771602 h 2523672"/>
                <a:gd name="connsiteX19" fmla="*/ 4411187 w 6144910"/>
                <a:gd name="connsiteY19" fmla="*/ 1795232 h 2523672"/>
                <a:gd name="connsiteX20" fmla="*/ 4399389 w 6144910"/>
                <a:gd name="connsiteY20" fmla="*/ 1797578 h 2523672"/>
                <a:gd name="connsiteX21" fmla="*/ 4375724 w 6144910"/>
                <a:gd name="connsiteY21" fmla="*/ 1781019 h 2523672"/>
                <a:gd name="connsiteX22" fmla="*/ 4356784 w 6144910"/>
                <a:gd name="connsiteY22" fmla="*/ 1795197 h 2523672"/>
                <a:gd name="connsiteX23" fmla="*/ 4373379 w 6144910"/>
                <a:gd name="connsiteY23" fmla="*/ 1811756 h 2523672"/>
                <a:gd name="connsiteX24" fmla="*/ 4387521 w 6144910"/>
                <a:gd name="connsiteY24" fmla="*/ 1814101 h 2523672"/>
                <a:gd name="connsiteX25" fmla="*/ 4406461 w 6144910"/>
                <a:gd name="connsiteY25" fmla="*/ 1821172 h 2523672"/>
                <a:gd name="connsiteX26" fmla="*/ 4413532 w 6144910"/>
                <a:gd name="connsiteY26" fmla="*/ 1842492 h 2523672"/>
                <a:gd name="connsiteX27" fmla="*/ 4404080 w 6144910"/>
                <a:gd name="connsiteY27" fmla="*/ 1863777 h 2523672"/>
                <a:gd name="connsiteX28" fmla="*/ 4378070 w 6144910"/>
                <a:gd name="connsiteY28" fmla="*/ 1870884 h 2523672"/>
                <a:gd name="connsiteX29" fmla="*/ 4340261 w 6144910"/>
                <a:gd name="connsiteY29" fmla="*/ 1842492 h 2523672"/>
                <a:gd name="connsiteX30" fmla="*/ 4349678 w 6144910"/>
                <a:gd name="connsiteY30" fmla="*/ 1840147 h 2523672"/>
                <a:gd name="connsiteX31" fmla="*/ 4441923 w 6144910"/>
                <a:gd name="connsiteY31" fmla="*/ 1868539 h 2523672"/>
                <a:gd name="connsiteX32" fmla="*/ 4432507 w 6144910"/>
                <a:gd name="connsiteY32" fmla="*/ 1868539 h 2523672"/>
                <a:gd name="connsiteX33" fmla="*/ 4432507 w 6144910"/>
                <a:gd name="connsiteY33" fmla="*/ 1773948 h 2523672"/>
                <a:gd name="connsiteX34" fmla="*/ 4448994 w 6144910"/>
                <a:gd name="connsiteY34" fmla="*/ 1773948 h 2523672"/>
                <a:gd name="connsiteX35" fmla="*/ 4479838 w 6144910"/>
                <a:gd name="connsiteY35" fmla="*/ 1849599 h 2523672"/>
                <a:gd name="connsiteX36" fmla="*/ 4505777 w 6144910"/>
                <a:gd name="connsiteY36" fmla="*/ 1773948 h 2523672"/>
                <a:gd name="connsiteX37" fmla="*/ 4524717 w 6144910"/>
                <a:gd name="connsiteY37" fmla="*/ 1773948 h 2523672"/>
                <a:gd name="connsiteX38" fmla="*/ 4524717 w 6144910"/>
                <a:gd name="connsiteY38" fmla="*/ 1868539 h 2523672"/>
                <a:gd name="connsiteX39" fmla="*/ 4512920 w 6144910"/>
                <a:gd name="connsiteY39" fmla="*/ 1868539 h 2523672"/>
                <a:gd name="connsiteX40" fmla="*/ 4512920 w 6144910"/>
                <a:gd name="connsiteY40" fmla="*/ 1785745 h 2523672"/>
                <a:gd name="connsiteX41" fmla="*/ 4482112 w 6144910"/>
                <a:gd name="connsiteY41" fmla="*/ 1868539 h 2523672"/>
                <a:gd name="connsiteX42" fmla="*/ 4472660 w 6144910"/>
                <a:gd name="connsiteY42" fmla="*/ 1868539 h 2523672"/>
                <a:gd name="connsiteX43" fmla="*/ 4441923 w 6144910"/>
                <a:gd name="connsiteY43" fmla="*/ 1785745 h 2523672"/>
                <a:gd name="connsiteX44" fmla="*/ 4441923 w 6144910"/>
                <a:gd name="connsiteY44" fmla="*/ 1868539 h 2523672"/>
                <a:gd name="connsiteX45" fmla="*/ 3247530 w 6144910"/>
                <a:gd name="connsiteY45" fmla="*/ 1419144 h 2523672"/>
                <a:gd name="connsiteX46" fmla="*/ 2575801 w 6144910"/>
                <a:gd name="connsiteY46" fmla="*/ 1156586 h 2523672"/>
                <a:gd name="connsiteX47" fmla="*/ 2334527 w 6144910"/>
                <a:gd name="connsiteY47" fmla="*/ 1232272 h 2523672"/>
                <a:gd name="connsiteX48" fmla="*/ 3025195 w 6144910"/>
                <a:gd name="connsiteY48" fmla="*/ 1499521 h 2523672"/>
                <a:gd name="connsiteX49" fmla="*/ 3247530 w 6144910"/>
                <a:gd name="connsiteY49" fmla="*/ 1419144 h 2523672"/>
                <a:gd name="connsiteX50" fmla="*/ 3599953 w 6144910"/>
                <a:gd name="connsiteY50" fmla="*/ 1315066 h 2523672"/>
                <a:gd name="connsiteX51" fmla="*/ 2916356 w 6144910"/>
                <a:gd name="connsiteY51" fmla="*/ 1073828 h 2523672"/>
                <a:gd name="connsiteX52" fmla="*/ 2694057 w 6144910"/>
                <a:gd name="connsiteY52" fmla="*/ 1123468 h 2523672"/>
                <a:gd name="connsiteX53" fmla="*/ 3370512 w 6144910"/>
                <a:gd name="connsiteY53" fmla="*/ 1381301 h 2523672"/>
                <a:gd name="connsiteX54" fmla="*/ 3599953 w 6144910"/>
                <a:gd name="connsiteY54" fmla="*/ 1315066 h 2523672"/>
                <a:gd name="connsiteX55" fmla="*/ 4167567 w 6144910"/>
                <a:gd name="connsiteY55" fmla="*/ 1504283 h 2523672"/>
                <a:gd name="connsiteX56" fmla="*/ 2620715 w 6144910"/>
                <a:gd name="connsiteY56" fmla="*/ 2291922 h 2523672"/>
                <a:gd name="connsiteX57" fmla="*/ 2963651 w 6144910"/>
                <a:gd name="connsiteY57" fmla="*/ 2523673 h 2523672"/>
                <a:gd name="connsiteX58" fmla="*/ 4432471 w 6144910"/>
                <a:gd name="connsiteY58" fmla="*/ 1655621 h 2523672"/>
                <a:gd name="connsiteX59" fmla="*/ 4167567 w 6144910"/>
                <a:gd name="connsiteY59" fmla="*/ 1504283 h 2523672"/>
                <a:gd name="connsiteX60" fmla="*/ 3784408 w 6144910"/>
                <a:gd name="connsiteY60" fmla="*/ 1324518 h 2523672"/>
                <a:gd name="connsiteX61" fmla="*/ 2176047 w 6144910"/>
                <a:gd name="connsiteY61" fmla="*/ 2048268 h 2523672"/>
                <a:gd name="connsiteX62" fmla="*/ 2500079 w 6144910"/>
                <a:gd name="connsiteY62" fmla="*/ 2220926 h 2523672"/>
                <a:gd name="connsiteX63" fmla="*/ 4080048 w 6144910"/>
                <a:gd name="connsiteY63" fmla="*/ 1459297 h 2523672"/>
                <a:gd name="connsiteX64" fmla="*/ 3784408 w 6144910"/>
                <a:gd name="connsiteY64" fmla="*/ 1324518 h 2523672"/>
                <a:gd name="connsiteX65" fmla="*/ 2197332 w 6144910"/>
                <a:gd name="connsiteY65" fmla="*/ 196323 h 2523672"/>
                <a:gd name="connsiteX66" fmla="*/ 2407833 w 6144910"/>
                <a:gd name="connsiteY66" fmla="*/ 439942 h 2523672"/>
                <a:gd name="connsiteX67" fmla="*/ 2197332 w 6144910"/>
                <a:gd name="connsiteY67" fmla="*/ 685942 h 2523672"/>
                <a:gd name="connsiteX68" fmla="*/ 1986830 w 6144910"/>
                <a:gd name="connsiteY68" fmla="*/ 439942 h 2523672"/>
                <a:gd name="connsiteX69" fmla="*/ 2197332 w 6144910"/>
                <a:gd name="connsiteY69" fmla="*/ 196323 h 2523672"/>
                <a:gd name="connsiteX70" fmla="*/ 2197332 w 6144910"/>
                <a:gd name="connsiteY70" fmla="*/ 591316 h 2523672"/>
                <a:gd name="connsiteX71" fmla="*/ 2251734 w 6144910"/>
                <a:gd name="connsiteY71" fmla="*/ 439942 h 2523672"/>
                <a:gd name="connsiteX72" fmla="*/ 2197332 w 6144910"/>
                <a:gd name="connsiteY72" fmla="*/ 290950 h 2523672"/>
                <a:gd name="connsiteX73" fmla="*/ 2142930 w 6144910"/>
                <a:gd name="connsiteY73" fmla="*/ 439942 h 2523672"/>
                <a:gd name="connsiteX74" fmla="*/ 2197332 w 6144910"/>
                <a:gd name="connsiteY74" fmla="*/ 591316 h 2523672"/>
                <a:gd name="connsiteX75" fmla="*/ 2504840 w 6144910"/>
                <a:gd name="connsiteY75" fmla="*/ 314580 h 2523672"/>
                <a:gd name="connsiteX76" fmla="*/ 2443331 w 6144910"/>
                <a:gd name="connsiteY76" fmla="*/ 314580 h 2523672"/>
                <a:gd name="connsiteX77" fmla="*/ 2443331 w 6144910"/>
                <a:gd name="connsiteY77" fmla="*/ 210501 h 2523672"/>
                <a:gd name="connsiteX78" fmla="*/ 2504840 w 6144910"/>
                <a:gd name="connsiteY78" fmla="*/ 210501 h 2523672"/>
                <a:gd name="connsiteX79" fmla="*/ 2504840 w 6144910"/>
                <a:gd name="connsiteY79" fmla="*/ 158480 h 2523672"/>
                <a:gd name="connsiteX80" fmla="*/ 2660940 w 6144910"/>
                <a:gd name="connsiteY80" fmla="*/ 0 h 2523672"/>
                <a:gd name="connsiteX81" fmla="*/ 2736626 w 6144910"/>
                <a:gd name="connsiteY81" fmla="*/ 7107 h 2523672"/>
                <a:gd name="connsiteX82" fmla="*/ 2736626 w 6144910"/>
                <a:gd name="connsiteY82" fmla="*/ 123018 h 2523672"/>
                <a:gd name="connsiteX83" fmla="*/ 2708271 w 6144910"/>
                <a:gd name="connsiteY83" fmla="*/ 118291 h 2523672"/>
                <a:gd name="connsiteX84" fmla="*/ 2653868 w 6144910"/>
                <a:gd name="connsiteY84" fmla="*/ 163206 h 2523672"/>
                <a:gd name="connsiteX85" fmla="*/ 2653868 w 6144910"/>
                <a:gd name="connsiteY85" fmla="*/ 210537 h 2523672"/>
                <a:gd name="connsiteX86" fmla="*/ 2736626 w 6144910"/>
                <a:gd name="connsiteY86" fmla="*/ 210537 h 2523672"/>
                <a:gd name="connsiteX87" fmla="*/ 2736626 w 6144910"/>
                <a:gd name="connsiteY87" fmla="*/ 314615 h 2523672"/>
                <a:gd name="connsiteX88" fmla="*/ 2653868 w 6144910"/>
                <a:gd name="connsiteY88" fmla="*/ 314615 h 2523672"/>
                <a:gd name="connsiteX89" fmla="*/ 2653868 w 6144910"/>
                <a:gd name="connsiteY89" fmla="*/ 676490 h 2523672"/>
                <a:gd name="connsiteX90" fmla="*/ 2504840 w 6144910"/>
                <a:gd name="connsiteY90" fmla="*/ 676490 h 2523672"/>
                <a:gd name="connsiteX91" fmla="*/ 2504840 w 6144910"/>
                <a:gd name="connsiteY91" fmla="*/ 314580 h 2523672"/>
                <a:gd name="connsiteX92" fmla="*/ 747451 w 6144910"/>
                <a:gd name="connsiteY92" fmla="*/ 340590 h 2523672"/>
                <a:gd name="connsiteX93" fmla="*/ 709643 w 6144910"/>
                <a:gd name="connsiteY93" fmla="*/ 293295 h 2523672"/>
                <a:gd name="connsiteX94" fmla="*/ 659967 w 6144910"/>
                <a:gd name="connsiteY94" fmla="*/ 354768 h 2523672"/>
                <a:gd name="connsiteX95" fmla="*/ 527498 w 6144910"/>
                <a:gd name="connsiteY95" fmla="*/ 326377 h 2523672"/>
                <a:gd name="connsiteX96" fmla="*/ 714334 w 6144910"/>
                <a:gd name="connsiteY96" fmla="*/ 198669 h 2523672"/>
                <a:gd name="connsiteX97" fmla="*/ 898825 w 6144910"/>
                <a:gd name="connsiteY97" fmla="*/ 340555 h 2523672"/>
                <a:gd name="connsiteX98" fmla="*/ 898825 w 6144910"/>
                <a:gd name="connsiteY98" fmla="*/ 600732 h 2523672"/>
                <a:gd name="connsiteX99" fmla="*/ 913002 w 6144910"/>
                <a:gd name="connsiteY99" fmla="*/ 676419 h 2523672"/>
                <a:gd name="connsiteX100" fmla="*/ 756903 w 6144910"/>
                <a:gd name="connsiteY100" fmla="*/ 676419 h 2523672"/>
                <a:gd name="connsiteX101" fmla="*/ 752177 w 6144910"/>
                <a:gd name="connsiteY101" fmla="*/ 633850 h 2523672"/>
                <a:gd name="connsiteX102" fmla="*/ 638647 w 6144910"/>
                <a:gd name="connsiteY102" fmla="*/ 685906 h 2523672"/>
                <a:gd name="connsiteX103" fmla="*/ 508558 w 6144910"/>
                <a:gd name="connsiteY103" fmla="*/ 548711 h 2523672"/>
                <a:gd name="connsiteX104" fmla="*/ 747451 w 6144910"/>
                <a:gd name="connsiteY104" fmla="*/ 378433 h 2523672"/>
                <a:gd name="connsiteX105" fmla="*/ 747451 w 6144910"/>
                <a:gd name="connsiteY105" fmla="*/ 340590 h 2523672"/>
                <a:gd name="connsiteX106" fmla="*/ 747451 w 6144910"/>
                <a:gd name="connsiteY106" fmla="*/ 451740 h 2523672"/>
                <a:gd name="connsiteX107" fmla="*/ 655206 w 6144910"/>
                <a:gd name="connsiteY107" fmla="*/ 536878 h 2523672"/>
                <a:gd name="connsiteX108" fmla="*/ 700156 w 6144910"/>
                <a:gd name="connsiteY108" fmla="*/ 586554 h 2523672"/>
                <a:gd name="connsiteX109" fmla="*/ 747451 w 6144910"/>
                <a:gd name="connsiteY109" fmla="*/ 558163 h 2523672"/>
                <a:gd name="connsiteX110" fmla="*/ 747451 w 6144910"/>
                <a:gd name="connsiteY110" fmla="*/ 451740 h 2523672"/>
                <a:gd name="connsiteX111" fmla="*/ 1137717 w 6144910"/>
                <a:gd name="connsiteY111" fmla="*/ 342935 h 2523672"/>
                <a:gd name="connsiteX112" fmla="*/ 1137717 w 6144910"/>
                <a:gd name="connsiteY112" fmla="*/ 676454 h 2523672"/>
                <a:gd name="connsiteX113" fmla="*/ 986344 w 6144910"/>
                <a:gd name="connsiteY113" fmla="*/ 676454 h 2523672"/>
                <a:gd name="connsiteX114" fmla="*/ 986344 w 6144910"/>
                <a:gd name="connsiteY114" fmla="*/ 210501 h 2523672"/>
                <a:gd name="connsiteX115" fmla="*/ 1132991 w 6144910"/>
                <a:gd name="connsiteY115" fmla="*/ 210501 h 2523672"/>
                <a:gd name="connsiteX116" fmla="*/ 1135372 w 6144910"/>
                <a:gd name="connsiteY116" fmla="*/ 257832 h 2523672"/>
                <a:gd name="connsiteX117" fmla="*/ 1267806 w 6144910"/>
                <a:gd name="connsiteY117" fmla="*/ 198704 h 2523672"/>
                <a:gd name="connsiteX118" fmla="*/ 1371884 w 6144910"/>
                <a:gd name="connsiteY118" fmla="*/ 307508 h 2523672"/>
                <a:gd name="connsiteX119" fmla="*/ 1371884 w 6144910"/>
                <a:gd name="connsiteY119" fmla="*/ 676490 h 2523672"/>
                <a:gd name="connsiteX120" fmla="*/ 1220511 w 6144910"/>
                <a:gd name="connsiteY120" fmla="*/ 676490 h 2523672"/>
                <a:gd name="connsiteX121" fmla="*/ 1220511 w 6144910"/>
                <a:gd name="connsiteY121" fmla="*/ 354804 h 2523672"/>
                <a:gd name="connsiteX122" fmla="*/ 1185013 w 6144910"/>
                <a:gd name="connsiteY122" fmla="*/ 314615 h 2523672"/>
                <a:gd name="connsiteX123" fmla="*/ 1137717 w 6144910"/>
                <a:gd name="connsiteY123" fmla="*/ 342935 h 2523672"/>
                <a:gd name="connsiteX124" fmla="*/ 1464130 w 6144910"/>
                <a:gd name="connsiteY124" fmla="*/ 14178 h 2523672"/>
                <a:gd name="connsiteX125" fmla="*/ 1615503 w 6144910"/>
                <a:gd name="connsiteY125" fmla="*/ 14178 h 2523672"/>
                <a:gd name="connsiteX126" fmla="*/ 1615503 w 6144910"/>
                <a:gd name="connsiteY126" fmla="*/ 350042 h 2523672"/>
                <a:gd name="connsiteX127" fmla="*/ 1617848 w 6144910"/>
                <a:gd name="connsiteY127" fmla="*/ 350042 h 2523672"/>
                <a:gd name="connsiteX128" fmla="*/ 1729033 w 6144910"/>
                <a:gd name="connsiteY128" fmla="*/ 210501 h 2523672"/>
                <a:gd name="connsiteX129" fmla="*/ 1878026 w 6144910"/>
                <a:gd name="connsiteY129" fmla="*/ 210501 h 2523672"/>
                <a:gd name="connsiteX130" fmla="*/ 1752699 w 6144910"/>
                <a:gd name="connsiteY130" fmla="*/ 352423 h 2523672"/>
                <a:gd name="connsiteX131" fmla="*/ 1878026 w 6144910"/>
                <a:gd name="connsiteY131" fmla="*/ 676454 h 2523672"/>
                <a:gd name="connsiteX132" fmla="*/ 1721927 w 6144910"/>
                <a:gd name="connsiteY132" fmla="*/ 676454 h 2523672"/>
                <a:gd name="connsiteX133" fmla="*/ 1648621 w 6144910"/>
                <a:gd name="connsiteY133" fmla="*/ 473024 h 2523672"/>
                <a:gd name="connsiteX134" fmla="*/ 1646240 w 6144910"/>
                <a:gd name="connsiteY134" fmla="*/ 473024 h 2523672"/>
                <a:gd name="connsiteX135" fmla="*/ 1615503 w 6144910"/>
                <a:gd name="connsiteY135" fmla="*/ 508522 h 2523672"/>
                <a:gd name="connsiteX136" fmla="*/ 1615503 w 6144910"/>
                <a:gd name="connsiteY136" fmla="*/ 676454 h 2523672"/>
                <a:gd name="connsiteX137" fmla="*/ 1464130 w 6144910"/>
                <a:gd name="connsiteY137" fmla="*/ 676454 h 2523672"/>
                <a:gd name="connsiteX138" fmla="*/ 1464130 w 6144910"/>
                <a:gd name="connsiteY138" fmla="*/ 14178 h 2523672"/>
                <a:gd name="connsiteX139" fmla="*/ 347733 w 6144910"/>
                <a:gd name="connsiteY139" fmla="*/ 331138 h 2523672"/>
                <a:gd name="connsiteX140" fmla="*/ 470715 w 6144910"/>
                <a:gd name="connsiteY140" fmla="*/ 499106 h 2523672"/>
                <a:gd name="connsiteX141" fmla="*/ 253106 w 6144910"/>
                <a:gd name="connsiteY141" fmla="*/ 676490 h 2523672"/>
                <a:gd name="connsiteX142" fmla="*/ 0 w 6144910"/>
                <a:gd name="connsiteY142" fmla="*/ 676490 h 2523672"/>
                <a:gd name="connsiteX143" fmla="*/ 0 w 6144910"/>
                <a:gd name="connsiteY143" fmla="*/ 14178 h 2523672"/>
                <a:gd name="connsiteX144" fmla="*/ 260178 w 6144910"/>
                <a:gd name="connsiteY144" fmla="*/ 14178 h 2523672"/>
                <a:gd name="connsiteX145" fmla="*/ 454120 w 6144910"/>
                <a:gd name="connsiteY145" fmla="*/ 175003 h 2523672"/>
                <a:gd name="connsiteX146" fmla="*/ 347697 w 6144910"/>
                <a:gd name="connsiteY146" fmla="*/ 326377 h 2523672"/>
                <a:gd name="connsiteX147" fmla="*/ 347697 w 6144910"/>
                <a:gd name="connsiteY147" fmla="*/ 331138 h 2523672"/>
                <a:gd name="connsiteX148" fmla="*/ 347733 w 6144910"/>
                <a:gd name="connsiteY148" fmla="*/ 331138 h 2523672"/>
                <a:gd name="connsiteX149" fmla="*/ 160897 w 6144910"/>
                <a:gd name="connsiteY149" fmla="*/ 553472 h 2523672"/>
                <a:gd name="connsiteX150" fmla="*/ 222370 w 6144910"/>
                <a:gd name="connsiteY150" fmla="*/ 553472 h 2523672"/>
                <a:gd name="connsiteX151" fmla="*/ 307509 w 6144910"/>
                <a:gd name="connsiteY151" fmla="*/ 470679 h 2523672"/>
                <a:gd name="connsiteX152" fmla="*/ 222370 w 6144910"/>
                <a:gd name="connsiteY152" fmla="*/ 387921 h 2523672"/>
                <a:gd name="connsiteX153" fmla="*/ 160897 w 6144910"/>
                <a:gd name="connsiteY153" fmla="*/ 387921 h 2523672"/>
                <a:gd name="connsiteX154" fmla="*/ 160897 w 6144910"/>
                <a:gd name="connsiteY154" fmla="*/ 553472 h 2523672"/>
                <a:gd name="connsiteX155" fmla="*/ 160897 w 6144910"/>
                <a:gd name="connsiteY155" fmla="*/ 276701 h 2523672"/>
                <a:gd name="connsiteX156" fmla="*/ 217644 w 6144910"/>
                <a:gd name="connsiteY156" fmla="*/ 276701 h 2523672"/>
                <a:gd name="connsiteX157" fmla="*/ 300437 w 6144910"/>
                <a:gd name="connsiteY157" fmla="*/ 205740 h 2523672"/>
                <a:gd name="connsiteX158" fmla="*/ 220025 w 6144910"/>
                <a:gd name="connsiteY158" fmla="*/ 132434 h 2523672"/>
                <a:gd name="connsiteX159" fmla="*/ 160897 w 6144910"/>
                <a:gd name="connsiteY159" fmla="*/ 132434 h 2523672"/>
                <a:gd name="connsiteX160" fmla="*/ 160897 w 6144910"/>
                <a:gd name="connsiteY160" fmla="*/ 276701 h 2523672"/>
                <a:gd name="connsiteX161" fmla="*/ 5790142 w 6144910"/>
                <a:gd name="connsiteY161" fmla="*/ 340590 h 2523672"/>
                <a:gd name="connsiteX162" fmla="*/ 5749953 w 6144910"/>
                <a:gd name="connsiteY162" fmla="*/ 293295 h 2523672"/>
                <a:gd name="connsiteX163" fmla="*/ 5700277 w 6144910"/>
                <a:gd name="connsiteY163" fmla="*/ 354768 h 2523672"/>
                <a:gd name="connsiteX164" fmla="*/ 5570224 w 6144910"/>
                <a:gd name="connsiteY164" fmla="*/ 326377 h 2523672"/>
                <a:gd name="connsiteX165" fmla="*/ 5757060 w 6144910"/>
                <a:gd name="connsiteY165" fmla="*/ 198669 h 2523672"/>
                <a:gd name="connsiteX166" fmla="*/ 5941516 w 6144910"/>
                <a:gd name="connsiteY166" fmla="*/ 340555 h 2523672"/>
                <a:gd name="connsiteX167" fmla="*/ 5941516 w 6144910"/>
                <a:gd name="connsiteY167" fmla="*/ 600732 h 2523672"/>
                <a:gd name="connsiteX168" fmla="*/ 5953384 w 6144910"/>
                <a:gd name="connsiteY168" fmla="*/ 676419 h 2523672"/>
                <a:gd name="connsiteX169" fmla="*/ 5799594 w 6144910"/>
                <a:gd name="connsiteY169" fmla="*/ 676419 h 2523672"/>
                <a:gd name="connsiteX170" fmla="*/ 5794868 w 6144910"/>
                <a:gd name="connsiteY170" fmla="*/ 633850 h 2523672"/>
                <a:gd name="connsiteX171" fmla="*/ 5678958 w 6144910"/>
                <a:gd name="connsiteY171" fmla="*/ 685906 h 2523672"/>
                <a:gd name="connsiteX172" fmla="*/ 5548904 w 6144910"/>
                <a:gd name="connsiteY172" fmla="*/ 548711 h 2523672"/>
                <a:gd name="connsiteX173" fmla="*/ 5790142 w 6144910"/>
                <a:gd name="connsiteY173" fmla="*/ 378433 h 2523672"/>
                <a:gd name="connsiteX174" fmla="*/ 5790142 w 6144910"/>
                <a:gd name="connsiteY174" fmla="*/ 340590 h 2523672"/>
                <a:gd name="connsiteX175" fmla="*/ 5790142 w 6144910"/>
                <a:gd name="connsiteY175" fmla="*/ 451740 h 2523672"/>
                <a:gd name="connsiteX176" fmla="*/ 5697897 w 6144910"/>
                <a:gd name="connsiteY176" fmla="*/ 536878 h 2523672"/>
                <a:gd name="connsiteX177" fmla="*/ 5740431 w 6144910"/>
                <a:gd name="connsiteY177" fmla="*/ 586554 h 2523672"/>
                <a:gd name="connsiteX178" fmla="*/ 5790107 w 6144910"/>
                <a:gd name="connsiteY178" fmla="*/ 558163 h 2523672"/>
                <a:gd name="connsiteX179" fmla="*/ 5790107 w 6144910"/>
                <a:gd name="connsiteY179" fmla="*/ 451740 h 2523672"/>
                <a:gd name="connsiteX180" fmla="*/ 5790142 w 6144910"/>
                <a:gd name="connsiteY180" fmla="*/ 451740 h 2523672"/>
                <a:gd name="connsiteX181" fmla="*/ 4240945 w 6144910"/>
                <a:gd name="connsiteY181" fmla="*/ 475405 h 2523672"/>
                <a:gd name="connsiteX182" fmla="*/ 4311870 w 6144910"/>
                <a:gd name="connsiteY182" fmla="*/ 586554 h 2523672"/>
                <a:gd name="connsiteX183" fmla="*/ 4385140 w 6144910"/>
                <a:gd name="connsiteY183" fmla="*/ 522700 h 2523672"/>
                <a:gd name="connsiteX184" fmla="*/ 4486874 w 6144910"/>
                <a:gd name="connsiteY184" fmla="*/ 558199 h 2523672"/>
                <a:gd name="connsiteX185" fmla="*/ 4299966 w 6144910"/>
                <a:gd name="connsiteY185" fmla="*/ 685942 h 2523672"/>
                <a:gd name="connsiteX186" fmla="*/ 4089465 w 6144910"/>
                <a:gd name="connsiteY186" fmla="*/ 439942 h 2523672"/>
                <a:gd name="connsiteX187" fmla="*/ 4297586 w 6144910"/>
                <a:gd name="connsiteY187" fmla="*/ 196323 h 2523672"/>
                <a:gd name="connsiteX188" fmla="*/ 4493909 w 6144910"/>
                <a:gd name="connsiteY188" fmla="*/ 444668 h 2523672"/>
                <a:gd name="connsiteX189" fmla="*/ 4493909 w 6144910"/>
                <a:gd name="connsiteY189" fmla="*/ 475405 h 2523672"/>
                <a:gd name="connsiteX190" fmla="*/ 4240945 w 6144910"/>
                <a:gd name="connsiteY190" fmla="*/ 475405 h 2523672"/>
                <a:gd name="connsiteX191" fmla="*/ 4354404 w 6144910"/>
                <a:gd name="connsiteY191" fmla="*/ 385505 h 2523672"/>
                <a:gd name="connsiteX192" fmla="*/ 4297621 w 6144910"/>
                <a:gd name="connsiteY192" fmla="*/ 290914 h 2523672"/>
                <a:gd name="connsiteX193" fmla="*/ 4240910 w 6144910"/>
                <a:gd name="connsiteY193" fmla="*/ 385505 h 2523672"/>
                <a:gd name="connsiteX194" fmla="*/ 4354404 w 6144910"/>
                <a:gd name="connsiteY194" fmla="*/ 385505 h 2523672"/>
                <a:gd name="connsiteX195" fmla="*/ 4898460 w 6144910"/>
                <a:gd name="connsiteY195" fmla="*/ 210501 h 2523672"/>
                <a:gd name="connsiteX196" fmla="*/ 5049834 w 6144910"/>
                <a:gd name="connsiteY196" fmla="*/ 210501 h 2523672"/>
                <a:gd name="connsiteX197" fmla="*/ 5049834 w 6144910"/>
                <a:gd name="connsiteY197" fmla="*/ 676454 h 2523672"/>
                <a:gd name="connsiteX198" fmla="*/ 4898460 w 6144910"/>
                <a:gd name="connsiteY198" fmla="*/ 676454 h 2523672"/>
                <a:gd name="connsiteX199" fmla="*/ 4898460 w 6144910"/>
                <a:gd name="connsiteY199" fmla="*/ 210501 h 2523672"/>
                <a:gd name="connsiteX200" fmla="*/ 4898460 w 6144910"/>
                <a:gd name="connsiteY200" fmla="*/ 14178 h 2523672"/>
                <a:gd name="connsiteX201" fmla="*/ 5049834 w 6144910"/>
                <a:gd name="connsiteY201" fmla="*/ 14178 h 2523672"/>
                <a:gd name="connsiteX202" fmla="*/ 5049834 w 6144910"/>
                <a:gd name="connsiteY202" fmla="*/ 149028 h 2523672"/>
                <a:gd name="connsiteX203" fmla="*/ 4898460 w 6144910"/>
                <a:gd name="connsiteY203" fmla="*/ 149028 h 2523672"/>
                <a:gd name="connsiteX204" fmla="*/ 4898460 w 6144910"/>
                <a:gd name="connsiteY204" fmla="*/ 14178 h 2523672"/>
                <a:gd name="connsiteX205" fmla="*/ 5383281 w 6144910"/>
                <a:gd name="connsiteY205" fmla="*/ 383160 h 2523672"/>
                <a:gd name="connsiteX206" fmla="*/ 5376210 w 6144910"/>
                <a:gd name="connsiteY206" fmla="*/ 324031 h 2523672"/>
                <a:gd name="connsiteX207" fmla="*/ 5333676 w 6144910"/>
                <a:gd name="connsiteY207" fmla="*/ 290914 h 2523672"/>
                <a:gd name="connsiteX208" fmla="*/ 5276894 w 6144910"/>
                <a:gd name="connsiteY208" fmla="*/ 447013 h 2523672"/>
                <a:gd name="connsiteX209" fmla="*/ 5333676 w 6144910"/>
                <a:gd name="connsiteY209" fmla="*/ 586554 h 2523672"/>
                <a:gd name="connsiteX210" fmla="*/ 5390388 w 6144910"/>
                <a:gd name="connsiteY210" fmla="*/ 496690 h 2523672"/>
                <a:gd name="connsiteX211" fmla="*/ 5508644 w 6144910"/>
                <a:gd name="connsiteY211" fmla="*/ 513248 h 2523672"/>
                <a:gd name="connsiteX212" fmla="*/ 5321808 w 6144910"/>
                <a:gd name="connsiteY212" fmla="*/ 685906 h 2523672"/>
                <a:gd name="connsiteX213" fmla="*/ 5116033 w 6144910"/>
                <a:gd name="connsiteY213" fmla="*/ 451740 h 2523672"/>
                <a:gd name="connsiteX214" fmla="*/ 5328880 w 6144910"/>
                <a:gd name="connsiteY214" fmla="*/ 196323 h 2523672"/>
                <a:gd name="connsiteX215" fmla="*/ 5513406 w 6144910"/>
                <a:gd name="connsiteY215" fmla="*/ 383160 h 2523672"/>
                <a:gd name="connsiteX216" fmla="*/ 5383281 w 6144910"/>
                <a:gd name="connsiteY216" fmla="*/ 383160 h 2523672"/>
                <a:gd name="connsiteX217" fmla="*/ 2999149 w 6144910"/>
                <a:gd name="connsiteY217" fmla="*/ 14178 h 2523672"/>
                <a:gd name="connsiteX218" fmla="*/ 3219138 w 6144910"/>
                <a:gd name="connsiteY218" fmla="*/ 14178 h 2523672"/>
                <a:gd name="connsiteX219" fmla="*/ 3358715 w 6144910"/>
                <a:gd name="connsiteY219" fmla="*/ 676454 h 2523672"/>
                <a:gd name="connsiteX220" fmla="*/ 3197854 w 6144910"/>
                <a:gd name="connsiteY220" fmla="*/ 676454 h 2523672"/>
                <a:gd name="connsiteX221" fmla="*/ 3171843 w 6144910"/>
                <a:gd name="connsiteY221" fmla="*/ 541640 h 2523672"/>
                <a:gd name="connsiteX222" fmla="*/ 3018089 w 6144910"/>
                <a:gd name="connsiteY222" fmla="*/ 541640 h 2523672"/>
                <a:gd name="connsiteX223" fmla="*/ 2987352 w 6144910"/>
                <a:gd name="connsiteY223" fmla="*/ 676454 h 2523672"/>
                <a:gd name="connsiteX224" fmla="*/ 2843085 w 6144910"/>
                <a:gd name="connsiteY224" fmla="*/ 676454 h 2523672"/>
                <a:gd name="connsiteX225" fmla="*/ 2999149 w 6144910"/>
                <a:gd name="connsiteY225" fmla="*/ 14178 h 2523672"/>
                <a:gd name="connsiteX226" fmla="*/ 3039373 w 6144910"/>
                <a:gd name="connsiteY226" fmla="*/ 425729 h 2523672"/>
                <a:gd name="connsiteX227" fmla="*/ 3148142 w 6144910"/>
                <a:gd name="connsiteY227" fmla="*/ 425729 h 2523672"/>
                <a:gd name="connsiteX228" fmla="*/ 3100882 w 6144910"/>
                <a:gd name="connsiteY228" fmla="*/ 156099 h 2523672"/>
                <a:gd name="connsiteX229" fmla="*/ 3096085 w 6144910"/>
                <a:gd name="connsiteY229" fmla="*/ 156099 h 2523672"/>
                <a:gd name="connsiteX230" fmla="*/ 3039373 w 6144910"/>
                <a:gd name="connsiteY230" fmla="*/ 425729 h 2523672"/>
                <a:gd name="connsiteX231" fmla="*/ 4555453 w 6144910"/>
                <a:gd name="connsiteY231" fmla="*/ 210501 h 2523672"/>
                <a:gd name="connsiteX232" fmla="*/ 4702101 w 6144910"/>
                <a:gd name="connsiteY232" fmla="*/ 210501 h 2523672"/>
                <a:gd name="connsiteX233" fmla="*/ 4702101 w 6144910"/>
                <a:gd name="connsiteY233" fmla="*/ 272010 h 2523672"/>
                <a:gd name="connsiteX234" fmla="*/ 4704446 w 6144910"/>
                <a:gd name="connsiteY234" fmla="*/ 272010 h 2523672"/>
                <a:gd name="connsiteX235" fmla="*/ 4851094 w 6144910"/>
                <a:gd name="connsiteY235" fmla="*/ 198704 h 2523672"/>
                <a:gd name="connsiteX236" fmla="*/ 4851094 w 6144910"/>
                <a:gd name="connsiteY236" fmla="*/ 350078 h 2523672"/>
                <a:gd name="connsiteX237" fmla="*/ 4789620 w 6144910"/>
                <a:gd name="connsiteY237" fmla="*/ 338245 h 2523672"/>
                <a:gd name="connsiteX238" fmla="*/ 4706827 w 6144910"/>
                <a:gd name="connsiteY238" fmla="*/ 373743 h 2523672"/>
                <a:gd name="connsiteX239" fmla="*/ 4706827 w 6144910"/>
                <a:gd name="connsiteY239" fmla="*/ 676490 h 2523672"/>
                <a:gd name="connsiteX240" fmla="*/ 4555453 w 6144910"/>
                <a:gd name="connsiteY240" fmla="*/ 676490 h 2523672"/>
                <a:gd name="connsiteX241" fmla="*/ 4555453 w 6144910"/>
                <a:gd name="connsiteY241" fmla="*/ 210501 h 2523672"/>
                <a:gd name="connsiteX242" fmla="*/ 3791479 w 6144910"/>
                <a:gd name="connsiteY242" fmla="*/ 342935 h 2523672"/>
                <a:gd name="connsiteX243" fmla="*/ 3791479 w 6144910"/>
                <a:gd name="connsiteY243" fmla="*/ 676454 h 2523672"/>
                <a:gd name="connsiteX244" fmla="*/ 3642487 w 6144910"/>
                <a:gd name="connsiteY244" fmla="*/ 676454 h 2523672"/>
                <a:gd name="connsiteX245" fmla="*/ 3642487 w 6144910"/>
                <a:gd name="connsiteY245" fmla="*/ 357149 h 2523672"/>
                <a:gd name="connsiteX246" fmla="*/ 3607024 w 6144910"/>
                <a:gd name="connsiteY246" fmla="*/ 314580 h 2523672"/>
                <a:gd name="connsiteX247" fmla="*/ 3557348 w 6144910"/>
                <a:gd name="connsiteY247" fmla="*/ 342935 h 2523672"/>
                <a:gd name="connsiteX248" fmla="*/ 3557348 w 6144910"/>
                <a:gd name="connsiteY248" fmla="*/ 676454 h 2523672"/>
                <a:gd name="connsiteX249" fmla="*/ 3408355 w 6144910"/>
                <a:gd name="connsiteY249" fmla="*/ 676454 h 2523672"/>
                <a:gd name="connsiteX250" fmla="*/ 3408355 w 6144910"/>
                <a:gd name="connsiteY250" fmla="*/ 210501 h 2523672"/>
                <a:gd name="connsiteX251" fmla="*/ 3555002 w 6144910"/>
                <a:gd name="connsiteY251" fmla="*/ 210501 h 2523672"/>
                <a:gd name="connsiteX252" fmla="*/ 3557348 w 6144910"/>
                <a:gd name="connsiteY252" fmla="*/ 257832 h 2523672"/>
                <a:gd name="connsiteX253" fmla="*/ 3692198 w 6144910"/>
                <a:gd name="connsiteY253" fmla="*/ 198704 h 2523672"/>
                <a:gd name="connsiteX254" fmla="*/ 3784443 w 6144910"/>
                <a:gd name="connsiteY254" fmla="*/ 260178 h 2523672"/>
                <a:gd name="connsiteX255" fmla="*/ 3786789 w 6144910"/>
                <a:gd name="connsiteY255" fmla="*/ 260178 h 2523672"/>
                <a:gd name="connsiteX256" fmla="*/ 3919294 w 6144910"/>
                <a:gd name="connsiteY256" fmla="*/ 198704 h 2523672"/>
                <a:gd name="connsiteX257" fmla="*/ 4025682 w 6144910"/>
                <a:gd name="connsiteY257" fmla="*/ 305128 h 2523672"/>
                <a:gd name="connsiteX258" fmla="*/ 4025682 w 6144910"/>
                <a:gd name="connsiteY258" fmla="*/ 676490 h 2523672"/>
                <a:gd name="connsiteX259" fmla="*/ 3876689 w 6144910"/>
                <a:gd name="connsiteY259" fmla="*/ 676490 h 2523672"/>
                <a:gd name="connsiteX260" fmla="*/ 3876689 w 6144910"/>
                <a:gd name="connsiteY260" fmla="*/ 357184 h 2523672"/>
                <a:gd name="connsiteX261" fmla="*/ 3841226 w 6144910"/>
                <a:gd name="connsiteY261" fmla="*/ 314615 h 2523672"/>
                <a:gd name="connsiteX262" fmla="*/ 3791479 w 6144910"/>
                <a:gd name="connsiteY262" fmla="*/ 342935 h 2523672"/>
                <a:gd name="connsiteX263" fmla="*/ 6014857 w 6144910"/>
                <a:gd name="connsiteY263" fmla="*/ 622052 h 2523672"/>
                <a:gd name="connsiteX264" fmla="*/ 6081056 w 6144910"/>
                <a:gd name="connsiteY264" fmla="*/ 558199 h 2523672"/>
                <a:gd name="connsiteX265" fmla="*/ 6144910 w 6144910"/>
                <a:gd name="connsiteY265" fmla="*/ 621554 h 2523672"/>
                <a:gd name="connsiteX266" fmla="*/ 6144910 w 6144910"/>
                <a:gd name="connsiteY266" fmla="*/ 622053 h 2523672"/>
                <a:gd name="connsiteX267" fmla="*/ 6081555 w 6144910"/>
                <a:gd name="connsiteY267" fmla="*/ 685907 h 2523672"/>
                <a:gd name="connsiteX268" fmla="*/ 6081056 w 6144910"/>
                <a:gd name="connsiteY268" fmla="*/ 685907 h 2523672"/>
                <a:gd name="connsiteX269" fmla="*/ 6014857 w 6144910"/>
                <a:gd name="connsiteY269" fmla="*/ 622052 h 2523672"/>
                <a:gd name="connsiteX270" fmla="*/ 6026654 w 6144910"/>
                <a:gd name="connsiteY270" fmla="*/ 622052 h 2523672"/>
                <a:gd name="connsiteX271" fmla="*/ 6081056 w 6144910"/>
                <a:gd name="connsiteY271" fmla="*/ 671693 h 2523672"/>
                <a:gd name="connsiteX272" fmla="*/ 6133113 w 6144910"/>
                <a:gd name="connsiteY272" fmla="*/ 622052 h 2523672"/>
                <a:gd name="connsiteX273" fmla="*/ 6081056 w 6144910"/>
                <a:gd name="connsiteY273" fmla="*/ 569996 h 2523672"/>
                <a:gd name="connsiteX274" fmla="*/ 6026654 w 6144910"/>
                <a:gd name="connsiteY274" fmla="*/ 622052 h 252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Lst>
              <a:rect l="l" t="t" r="r" b="b"/>
              <a:pathLst>
                <a:path w="6144910" h="2523672">
                  <a:moveTo>
                    <a:pt x="2672772" y="1430941"/>
                  </a:moveTo>
                  <a:cubicBezTo>
                    <a:pt x="2757911" y="1464059"/>
                    <a:pt x="2843050" y="1499557"/>
                    <a:pt x="2925843" y="1539745"/>
                  </a:cubicBezTo>
                  <a:cubicBezTo>
                    <a:pt x="2660687" y="1646111"/>
                    <a:pt x="2404435" y="1773453"/>
                    <a:pt x="2159524" y="1920560"/>
                  </a:cubicBezTo>
                  <a:cubicBezTo>
                    <a:pt x="2076730" y="1877955"/>
                    <a:pt x="1991592" y="1835421"/>
                    <a:pt x="1906453" y="1797542"/>
                  </a:cubicBezTo>
                  <a:cubicBezTo>
                    <a:pt x="2152417" y="1655656"/>
                    <a:pt x="2407869" y="1532674"/>
                    <a:pt x="2672772" y="1430941"/>
                  </a:cubicBezTo>
                  <a:close/>
                  <a:moveTo>
                    <a:pt x="2355812" y="1319792"/>
                  </a:moveTo>
                  <a:cubicBezTo>
                    <a:pt x="2081667" y="1407426"/>
                    <a:pt x="1816375" y="1520662"/>
                    <a:pt x="1563446" y="1658001"/>
                  </a:cubicBezTo>
                  <a:cubicBezTo>
                    <a:pt x="1643859" y="1688773"/>
                    <a:pt x="1724272" y="1719510"/>
                    <a:pt x="1802339" y="1752628"/>
                  </a:cubicBezTo>
                  <a:cubicBezTo>
                    <a:pt x="2046305" y="1608144"/>
                    <a:pt x="2303751" y="1487745"/>
                    <a:pt x="2571040" y="1393134"/>
                  </a:cubicBezTo>
                  <a:cubicBezTo>
                    <a:pt x="2500079" y="1367087"/>
                    <a:pt x="2429153" y="1341077"/>
                    <a:pt x="2355812" y="1319792"/>
                  </a:cubicBezTo>
                  <a:close/>
                  <a:moveTo>
                    <a:pt x="4349678" y="1840147"/>
                  </a:moveTo>
                  <a:cubicBezTo>
                    <a:pt x="4354404" y="1854325"/>
                    <a:pt x="4366272" y="1859051"/>
                    <a:pt x="4378070" y="1859051"/>
                  </a:cubicBezTo>
                  <a:cubicBezTo>
                    <a:pt x="4385140" y="1859051"/>
                    <a:pt x="4392283" y="1859051"/>
                    <a:pt x="4397009" y="1854325"/>
                  </a:cubicBezTo>
                  <a:cubicBezTo>
                    <a:pt x="4399964" y="1851083"/>
                    <a:pt x="4401643" y="1846879"/>
                    <a:pt x="4401734" y="1842492"/>
                  </a:cubicBezTo>
                  <a:cubicBezTo>
                    <a:pt x="4401735" y="1833040"/>
                    <a:pt x="4394664" y="1828314"/>
                    <a:pt x="4385140" y="1828314"/>
                  </a:cubicBezTo>
                  <a:lnTo>
                    <a:pt x="4368617" y="1823588"/>
                  </a:lnTo>
                  <a:cubicBezTo>
                    <a:pt x="4363892" y="1821208"/>
                    <a:pt x="4356749" y="1821208"/>
                    <a:pt x="4352023" y="1816482"/>
                  </a:cubicBezTo>
                  <a:cubicBezTo>
                    <a:pt x="4347297" y="1811756"/>
                    <a:pt x="4344952" y="1804684"/>
                    <a:pt x="4344952" y="1797578"/>
                  </a:cubicBezTo>
                  <a:cubicBezTo>
                    <a:pt x="4344952" y="1778674"/>
                    <a:pt x="4361546" y="1771602"/>
                    <a:pt x="4378070" y="1771602"/>
                  </a:cubicBezTo>
                  <a:cubicBezTo>
                    <a:pt x="4392283" y="1771602"/>
                    <a:pt x="4406461" y="1778674"/>
                    <a:pt x="4411187" y="1795232"/>
                  </a:cubicBezTo>
                  <a:lnTo>
                    <a:pt x="4399389" y="1797578"/>
                  </a:lnTo>
                  <a:cubicBezTo>
                    <a:pt x="4399389" y="1788090"/>
                    <a:pt x="4387521" y="1781019"/>
                    <a:pt x="4375724" y="1781019"/>
                  </a:cubicBezTo>
                  <a:cubicBezTo>
                    <a:pt x="4368653" y="1781019"/>
                    <a:pt x="4356784" y="1785745"/>
                    <a:pt x="4356784" y="1795197"/>
                  </a:cubicBezTo>
                  <a:cubicBezTo>
                    <a:pt x="4356784" y="1807030"/>
                    <a:pt x="4363927" y="1809375"/>
                    <a:pt x="4373379" y="1811756"/>
                  </a:cubicBezTo>
                  <a:lnTo>
                    <a:pt x="4387521" y="1814101"/>
                  </a:lnTo>
                  <a:cubicBezTo>
                    <a:pt x="4394664" y="1816446"/>
                    <a:pt x="4401735" y="1818827"/>
                    <a:pt x="4406461" y="1821172"/>
                  </a:cubicBezTo>
                  <a:cubicBezTo>
                    <a:pt x="4411187" y="1828279"/>
                    <a:pt x="4413532" y="1833040"/>
                    <a:pt x="4413532" y="1842492"/>
                  </a:cubicBezTo>
                  <a:cubicBezTo>
                    <a:pt x="4413532" y="1849563"/>
                    <a:pt x="4411187" y="1859051"/>
                    <a:pt x="4404080" y="1863777"/>
                  </a:cubicBezTo>
                  <a:cubicBezTo>
                    <a:pt x="4397009" y="1868539"/>
                    <a:pt x="4387486" y="1870884"/>
                    <a:pt x="4378070" y="1870884"/>
                  </a:cubicBezTo>
                  <a:cubicBezTo>
                    <a:pt x="4359130" y="1870884"/>
                    <a:pt x="4347333" y="1861396"/>
                    <a:pt x="4340261" y="1842492"/>
                  </a:cubicBezTo>
                  <a:lnTo>
                    <a:pt x="4349678" y="1840147"/>
                  </a:lnTo>
                  <a:close/>
                  <a:moveTo>
                    <a:pt x="4441923" y="1868539"/>
                  </a:moveTo>
                  <a:lnTo>
                    <a:pt x="4432507" y="1868539"/>
                  </a:lnTo>
                  <a:lnTo>
                    <a:pt x="4432507" y="1773948"/>
                  </a:lnTo>
                  <a:lnTo>
                    <a:pt x="4448994" y="1773948"/>
                  </a:lnTo>
                  <a:lnTo>
                    <a:pt x="4479838" y="1849599"/>
                  </a:lnTo>
                  <a:lnTo>
                    <a:pt x="4505777" y="1773948"/>
                  </a:lnTo>
                  <a:lnTo>
                    <a:pt x="4524717" y="1773948"/>
                  </a:lnTo>
                  <a:lnTo>
                    <a:pt x="4524717" y="1868539"/>
                  </a:lnTo>
                  <a:lnTo>
                    <a:pt x="4512920" y="1868539"/>
                  </a:lnTo>
                  <a:lnTo>
                    <a:pt x="4512920" y="1785745"/>
                  </a:lnTo>
                  <a:lnTo>
                    <a:pt x="4482112" y="1868539"/>
                  </a:lnTo>
                  <a:lnTo>
                    <a:pt x="4472660" y="1868539"/>
                  </a:lnTo>
                  <a:lnTo>
                    <a:pt x="4441923" y="1785745"/>
                  </a:lnTo>
                  <a:lnTo>
                    <a:pt x="4441923" y="1868539"/>
                  </a:lnTo>
                  <a:close/>
                  <a:moveTo>
                    <a:pt x="3247530" y="1419144"/>
                  </a:moveTo>
                  <a:cubicBezTo>
                    <a:pt x="3030326" y="1315353"/>
                    <a:pt x="2805816" y="1227599"/>
                    <a:pt x="2575801" y="1156586"/>
                  </a:cubicBezTo>
                  <a:cubicBezTo>
                    <a:pt x="2493007" y="1180216"/>
                    <a:pt x="2412595" y="1206226"/>
                    <a:pt x="2334527" y="1232272"/>
                  </a:cubicBezTo>
                  <a:cubicBezTo>
                    <a:pt x="2571296" y="1303414"/>
                    <a:pt x="2802208" y="1392763"/>
                    <a:pt x="3025195" y="1499521"/>
                  </a:cubicBezTo>
                  <a:cubicBezTo>
                    <a:pt x="3098537" y="1471130"/>
                    <a:pt x="3171807" y="1445155"/>
                    <a:pt x="3247530" y="1419144"/>
                  </a:cubicBezTo>
                  <a:close/>
                  <a:moveTo>
                    <a:pt x="3599953" y="1315066"/>
                  </a:moveTo>
                  <a:cubicBezTo>
                    <a:pt x="3379964" y="1218095"/>
                    <a:pt x="3150523" y="1137682"/>
                    <a:pt x="2916356" y="1073828"/>
                  </a:cubicBezTo>
                  <a:cubicBezTo>
                    <a:pt x="2840669" y="1088006"/>
                    <a:pt x="2767363" y="1104564"/>
                    <a:pt x="2694057" y="1123468"/>
                  </a:cubicBezTo>
                  <a:cubicBezTo>
                    <a:pt x="2925843" y="1192084"/>
                    <a:pt x="3152868" y="1277223"/>
                    <a:pt x="3370512" y="1381301"/>
                  </a:cubicBezTo>
                  <a:cubicBezTo>
                    <a:pt x="3446163" y="1357635"/>
                    <a:pt x="3524230" y="1334005"/>
                    <a:pt x="3599953" y="1315066"/>
                  </a:cubicBezTo>
                  <a:close/>
                  <a:moveTo>
                    <a:pt x="4167567" y="1504283"/>
                  </a:moveTo>
                  <a:cubicBezTo>
                    <a:pt x="3611714" y="1691154"/>
                    <a:pt x="3091359" y="1958403"/>
                    <a:pt x="2620715" y="2291922"/>
                  </a:cubicBezTo>
                  <a:cubicBezTo>
                    <a:pt x="2738972" y="2365228"/>
                    <a:pt x="2852502" y="2440915"/>
                    <a:pt x="2963651" y="2523673"/>
                  </a:cubicBezTo>
                  <a:cubicBezTo>
                    <a:pt x="3411466" y="2168817"/>
                    <a:pt x="3905637" y="1876769"/>
                    <a:pt x="4432471" y="1655621"/>
                  </a:cubicBezTo>
                  <a:cubicBezTo>
                    <a:pt x="4346019" y="1602005"/>
                    <a:pt x="4257660" y="1551526"/>
                    <a:pt x="4167567" y="1504283"/>
                  </a:cubicBezTo>
                  <a:close/>
                  <a:moveTo>
                    <a:pt x="3784408" y="1324518"/>
                  </a:moveTo>
                  <a:cubicBezTo>
                    <a:pt x="3207270" y="1475891"/>
                    <a:pt x="2665666" y="1721891"/>
                    <a:pt x="2176047" y="2048268"/>
                  </a:cubicBezTo>
                  <a:cubicBezTo>
                    <a:pt x="2284851" y="2102670"/>
                    <a:pt x="2393655" y="2159453"/>
                    <a:pt x="2500079" y="2220926"/>
                  </a:cubicBezTo>
                  <a:cubicBezTo>
                    <a:pt x="2980245" y="1889788"/>
                    <a:pt x="3512433" y="1629610"/>
                    <a:pt x="4080048" y="1459297"/>
                  </a:cubicBezTo>
                  <a:cubicBezTo>
                    <a:pt x="3983112" y="1412037"/>
                    <a:pt x="3886105" y="1364742"/>
                    <a:pt x="3784408" y="1324518"/>
                  </a:cubicBezTo>
                  <a:close/>
                  <a:moveTo>
                    <a:pt x="2197332" y="196323"/>
                  </a:moveTo>
                  <a:cubicBezTo>
                    <a:pt x="2336872" y="196323"/>
                    <a:pt x="2407833" y="300402"/>
                    <a:pt x="2407833" y="439942"/>
                  </a:cubicBezTo>
                  <a:cubicBezTo>
                    <a:pt x="2407833" y="584245"/>
                    <a:pt x="2339218" y="685942"/>
                    <a:pt x="2197332" y="685942"/>
                  </a:cubicBezTo>
                  <a:cubicBezTo>
                    <a:pt x="2053065" y="685942"/>
                    <a:pt x="1986830" y="584245"/>
                    <a:pt x="1986830" y="439942"/>
                  </a:cubicBezTo>
                  <a:cubicBezTo>
                    <a:pt x="1986830" y="300402"/>
                    <a:pt x="2057791" y="196323"/>
                    <a:pt x="2197332" y="196323"/>
                  </a:cubicBezTo>
                  <a:close/>
                  <a:moveTo>
                    <a:pt x="2197332" y="591316"/>
                  </a:moveTo>
                  <a:cubicBezTo>
                    <a:pt x="2235175" y="591316"/>
                    <a:pt x="2251734" y="558199"/>
                    <a:pt x="2251734" y="439942"/>
                  </a:cubicBezTo>
                  <a:cubicBezTo>
                    <a:pt x="2251734" y="331138"/>
                    <a:pt x="2239901" y="290950"/>
                    <a:pt x="2197332" y="290950"/>
                  </a:cubicBezTo>
                  <a:cubicBezTo>
                    <a:pt x="2154762" y="290950"/>
                    <a:pt x="2142930" y="331138"/>
                    <a:pt x="2142930" y="439942"/>
                  </a:cubicBezTo>
                  <a:cubicBezTo>
                    <a:pt x="2142930" y="558199"/>
                    <a:pt x="2159488" y="591316"/>
                    <a:pt x="2197332" y="591316"/>
                  </a:cubicBezTo>
                  <a:close/>
                  <a:moveTo>
                    <a:pt x="2504840" y="314580"/>
                  </a:moveTo>
                  <a:lnTo>
                    <a:pt x="2443331" y="314580"/>
                  </a:lnTo>
                  <a:lnTo>
                    <a:pt x="2443331" y="210501"/>
                  </a:lnTo>
                  <a:lnTo>
                    <a:pt x="2504840" y="210501"/>
                  </a:lnTo>
                  <a:lnTo>
                    <a:pt x="2504840" y="158480"/>
                  </a:lnTo>
                  <a:cubicBezTo>
                    <a:pt x="2504840" y="42569"/>
                    <a:pt x="2561623" y="0"/>
                    <a:pt x="2660940" y="0"/>
                  </a:cubicBezTo>
                  <a:cubicBezTo>
                    <a:pt x="2689331" y="0"/>
                    <a:pt x="2712961" y="4726"/>
                    <a:pt x="2736626" y="7107"/>
                  </a:cubicBezTo>
                  <a:lnTo>
                    <a:pt x="2736626" y="123018"/>
                  </a:lnTo>
                  <a:cubicBezTo>
                    <a:pt x="2727444" y="120116"/>
                    <a:pt x="2717898" y="118525"/>
                    <a:pt x="2708271" y="118291"/>
                  </a:cubicBezTo>
                  <a:cubicBezTo>
                    <a:pt x="2668082" y="118291"/>
                    <a:pt x="2653868" y="134850"/>
                    <a:pt x="2653868" y="163206"/>
                  </a:cubicBezTo>
                  <a:lnTo>
                    <a:pt x="2653868" y="210537"/>
                  </a:lnTo>
                  <a:lnTo>
                    <a:pt x="2736626" y="210537"/>
                  </a:lnTo>
                  <a:lnTo>
                    <a:pt x="2736626" y="314615"/>
                  </a:lnTo>
                  <a:lnTo>
                    <a:pt x="2653868" y="314615"/>
                  </a:lnTo>
                  <a:lnTo>
                    <a:pt x="2653868" y="676490"/>
                  </a:lnTo>
                  <a:lnTo>
                    <a:pt x="2504840" y="676490"/>
                  </a:lnTo>
                  <a:lnTo>
                    <a:pt x="2504840" y="314580"/>
                  </a:lnTo>
                  <a:close/>
                  <a:moveTo>
                    <a:pt x="747451" y="340590"/>
                  </a:moveTo>
                  <a:cubicBezTo>
                    <a:pt x="747451" y="312199"/>
                    <a:pt x="735618" y="293295"/>
                    <a:pt x="709643" y="293295"/>
                  </a:cubicBezTo>
                  <a:cubicBezTo>
                    <a:pt x="671800" y="293295"/>
                    <a:pt x="659967" y="326412"/>
                    <a:pt x="659967" y="354768"/>
                  </a:cubicBezTo>
                  <a:lnTo>
                    <a:pt x="527498" y="326377"/>
                  </a:lnTo>
                  <a:cubicBezTo>
                    <a:pt x="544021" y="236512"/>
                    <a:pt x="629195" y="198669"/>
                    <a:pt x="714334" y="198669"/>
                  </a:cubicBezTo>
                  <a:cubicBezTo>
                    <a:pt x="804198" y="198669"/>
                    <a:pt x="898825" y="236477"/>
                    <a:pt x="898825" y="340555"/>
                  </a:cubicBezTo>
                  <a:lnTo>
                    <a:pt x="898825" y="600732"/>
                  </a:lnTo>
                  <a:cubicBezTo>
                    <a:pt x="898825" y="652754"/>
                    <a:pt x="905931" y="669312"/>
                    <a:pt x="913002" y="676419"/>
                  </a:cubicBezTo>
                  <a:lnTo>
                    <a:pt x="756903" y="676419"/>
                  </a:lnTo>
                  <a:cubicBezTo>
                    <a:pt x="754558" y="662241"/>
                    <a:pt x="752177" y="640921"/>
                    <a:pt x="752177" y="633850"/>
                  </a:cubicBezTo>
                  <a:cubicBezTo>
                    <a:pt x="726166" y="659860"/>
                    <a:pt x="681216" y="685906"/>
                    <a:pt x="638647" y="685906"/>
                  </a:cubicBezTo>
                  <a:cubicBezTo>
                    <a:pt x="562960" y="685906"/>
                    <a:pt x="506177" y="633850"/>
                    <a:pt x="508558" y="548711"/>
                  </a:cubicBezTo>
                  <a:cubicBezTo>
                    <a:pt x="510903" y="428074"/>
                    <a:pt x="648099" y="390231"/>
                    <a:pt x="747451" y="378433"/>
                  </a:cubicBezTo>
                  <a:lnTo>
                    <a:pt x="747451" y="340590"/>
                  </a:lnTo>
                  <a:close/>
                  <a:moveTo>
                    <a:pt x="747451" y="451740"/>
                  </a:moveTo>
                  <a:cubicBezTo>
                    <a:pt x="695430" y="456465"/>
                    <a:pt x="655206" y="477750"/>
                    <a:pt x="655206" y="536878"/>
                  </a:cubicBezTo>
                  <a:cubicBezTo>
                    <a:pt x="655206" y="569996"/>
                    <a:pt x="671764" y="586554"/>
                    <a:pt x="700156" y="586554"/>
                  </a:cubicBezTo>
                  <a:cubicBezTo>
                    <a:pt x="716714" y="586554"/>
                    <a:pt x="735654" y="574722"/>
                    <a:pt x="747451" y="558163"/>
                  </a:cubicBezTo>
                  <a:lnTo>
                    <a:pt x="747451" y="451740"/>
                  </a:lnTo>
                  <a:close/>
                  <a:moveTo>
                    <a:pt x="1137717" y="342935"/>
                  </a:moveTo>
                  <a:lnTo>
                    <a:pt x="1137717" y="676454"/>
                  </a:lnTo>
                  <a:lnTo>
                    <a:pt x="986344" y="676454"/>
                  </a:lnTo>
                  <a:lnTo>
                    <a:pt x="986344" y="210501"/>
                  </a:lnTo>
                  <a:lnTo>
                    <a:pt x="1132991" y="210501"/>
                  </a:lnTo>
                  <a:lnTo>
                    <a:pt x="1135372" y="257832"/>
                  </a:lnTo>
                  <a:cubicBezTo>
                    <a:pt x="1168490" y="224715"/>
                    <a:pt x="1208678" y="198704"/>
                    <a:pt x="1267806" y="198704"/>
                  </a:cubicBezTo>
                  <a:cubicBezTo>
                    <a:pt x="1334041" y="198704"/>
                    <a:pt x="1371884" y="243619"/>
                    <a:pt x="1371884" y="307508"/>
                  </a:cubicBezTo>
                  <a:lnTo>
                    <a:pt x="1371884" y="676490"/>
                  </a:lnTo>
                  <a:lnTo>
                    <a:pt x="1220511" y="676490"/>
                  </a:lnTo>
                  <a:lnTo>
                    <a:pt x="1220511" y="354804"/>
                  </a:lnTo>
                  <a:cubicBezTo>
                    <a:pt x="1220511" y="328793"/>
                    <a:pt x="1211023" y="314615"/>
                    <a:pt x="1185013" y="314615"/>
                  </a:cubicBezTo>
                  <a:cubicBezTo>
                    <a:pt x="1168490" y="314580"/>
                    <a:pt x="1151895" y="324031"/>
                    <a:pt x="1137717" y="342935"/>
                  </a:cubicBezTo>
                  <a:close/>
                  <a:moveTo>
                    <a:pt x="1464130" y="14178"/>
                  </a:moveTo>
                  <a:lnTo>
                    <a:pt x="1615503" y="14178"/>
                  </a:lnTo>
                  <a:lnTo>
                    <a:pt x="1615503" y="350042"/>
                  </a:lnTo>
                  <a:lnTo>
                    <a:pt x="1617848" y="350042"/>
                  </a:lnTo>
                  <a:lnTo>
                    <a:pt x="1729033" y="210501"/>
                  </a:lnTo>
                  <a:lnTo>
                    <a:pt x="1878026" y="210501"/>
                  </a:lnTo>
                  <a:lnTo>
                    <a:pt x="1752699" y="352423"/>
                  </a:lnTo>
                  <a:lnTo>
                    <a:pt x="1878026" y="676454"/>
                  </a:lnTo>
                  <a:lnTo>
                    <a:pt x="1721927" y="676454"/>
                  </a:lnTo>
                  <a:lnTo>
                    <a:pt x="1648621" y="473024"/>
                  </a:lnTo>
                  <a:lnTo>
                    <a:pt x="1646240" y="473024"/>
                  </a:lnTo>
                  <a:lnTo>
                    <a:pt x="1615503" y="508522"/>
                  </a:lnTo>
                  <a:lnTo>
                    <a:pt x="1615503" y="676454"/>
                  </a:lnTo>
                  <a:lnTo>
                    <a:pt x="1464130" y="676454"/>
                  </a:lnTo>
                  <a:lnTo>
                    <a:pt x="1464130" y="14178"/>
                  </a:lnTo>
                  <a:close/>
                  <a:moveTo>
                    <a:pt x="347733" y="331138"/>
                  </a:moveTo>
                  <a:cubicBezTo>
                    <a:pt x="418693" y="354804"/>
                    <a:pt x="470715" y="413932"/>
                    <a:pt x="470715" y="499106"/>
                  </a:cubicBezTo>
                  <a:cubicBezTo>
                    <a:pt x="470715" y="612601"/>
                    <a:pt x="380850" y="676490"/>
                    <a:pt x="253106" y="676490"/>
                  </a:cubicBezTo>
                  <a:lnTo>
                    <a:pt x="0" y="676490"/>
                  </a:lnTo>
                  <a:lnTo>
                    <a:pt x="0" y="14178"/>
                  </a:lnTo>
                  <a:lnTo>
                    <a:pt x="260178" y="14178"/>
                  </a:lnTo>
                  <a:cubicBezTo>
                    <a:pt x="378434" y="14178"/>
                    <a:pt x="454120" y="85139"/>
                    <a:pt x="454120" y="175003"/>
                  </a:cubicBezTo>
                  <a:cubicBezTo>
                    <a:pt x="454120" y="262523"/>
                    <a:pt x="394992" y="307473"/>
                    <a:pt x="347697" y="326377"/>
                  </a:cubicBezTo>
                  <a:lnTo>
                    <a:pt x="347697" y="331138"/>
                  </a:lnTo>
                  <a:lnTo>
                    <a:pt x="347733" y="331138"/>
                  </a:lnTo>
                  <a:close/>
                  <a:moveTo>
                    <a:pt x="160897" y="553472"/>
                  </a:moveTo>
                  <a:lnTo>
                    <a:pt x="222370" y="553472"/>
                  </a:lnTo>
                  <a:cubicBezTo>
                    <a:pt x="260213" y="553472"/>
                    <a:pt x="307509" y="536914"/>
                    <a:pt x="307509" y="470679"/>
                  </a:cubicBezTo>
                  <a:cubicBezTo>
                    <a:pt x="307509" y="421039"/>
                    <a:pt x="276772" y="387921"/>
                    <a:pt x="222370" y="387921"/>
                  </a:cubicBezTo>
                  <a:lnTo>
                    <a:pt x="160897" y="387921"/>
                  </a:lnTo>
                  <a:lnTo>
                    <a:pt x="160897" y="553472"/>
                  </a:lnTo>
                  <a:close/>
                  <a:moveTo>
                    <a:pt x="160897" y="276701"/>
                  </a:moveTo>
                  <a:lnTo>
                    <a:pt x="217644" y="276701"/>
                  </a:lnTo>
                  <a:cubicBezTo>
                    <a:pt x="276772" y="276701"/>
                    <a:pt x="300437" y="243583"/>
                    <a:pt x="300437" y="205740"/>
                  </a:cubicBezTo>
                  <a:cubicBezTo>
                    <a:pt x="300437" y="141886"/>
                    <a:pt x="257868" y="132434"/>
                    <a:pt x="220025" y="132434"/>
                  </a:cubicBezTo>
                  <a:lnTo>
                    <a:pt x="160897" y="132434"/>
                  </a:lnTo>
                  <a:lnTo>
                    <a:pt x="160897" y="276701"/>
                  </a:lnTo>
                  <a:close/>
                  <a:moveTo>
                    <a:pt x="5790142" y="340590"/>
                  </a:moveTo>
                  <a:cubicBezTo>
                    <a:pt x="5790142" y="312199"/>
                    <a:pt x="5775929" y="293295"/>
                    <a:pt x="5749953" y="293295"/>
                  </a:cubicBezTo>
                  <a:cubicBezTo>
                    <a:pt x="5714420" y="293295"/>
                    <a:pt x="5702622" y="326412"/>
                    <a:pt x="5700277" y="354768"/>
                  </a:cubicBezTo>
                  <a:lnTo>
                    <a:pt x="5570224" y="326377"/>
                  </a:lnTo>
                  <a:cubicBezTo>
                    <a:pt x="5586748" y="236512"/>
                    <a:pt x="5671886" y="198669"/>
                    <a:pt x="5757060" y="198669"/>
                  </a:cubicBezTo>
                  <a:cubicBezTo>
                    <a:pt x="5846925" y="198669"/>
                    <a:pt x="5941516" y="236477"/>
                    <a:pt x="5941516" y="340555"/>
                  </a:cubicBezTo>
                  <a:lnTo>
                    <a:pt x="5941516" y="600732"/>
                  </a:lnTo>
                  <a:cubicBezTo>
                    <a:pt x="5941516" y="652754"/>
                    <a:pt x="5948587" y="669312"/>
                    <a:pt x="5953384" y="676419"/>
                  </a:cubicBezTo>
                  <a:lnTo>
                    <a:pt x="5799594" y="676419"/>
                  </a:lnTo>
                  <a:cubicBezTo>
                    <a:pt x="5797249" y="662241"/>
                    <a:pt x="5794868" y="640921"/>
                    <a:pt x="5794868" y="633850"/>
                  </a:cubicBezTo>
                  <a:cubicBezTo>
                    <a:pt x="5768858" y="659860"/>
                    <a:pt x="5723943" y="685906"/>
                    <a:pt x="5678958" y="685906"/>
                  </a:cubicBezTo>
                  <a:cubicBezTo>
                    <a:pt x="5605687" y="685906"/>
                    <a:pt x="5546523" y="633850"/>
                    <a:pt x="5548904" y="548711"/>
                  </a:cubicBezTo>
                  <a:cubicBezTo>
                    <a:pt x="5553630" y="428074"/>
                    <a:pt x="5690826" y="390231"/>
                    <a:pt x="5790142" y="378433"/>
                  </a:cubicBezTo>
                  <a:lnTo>
                    <a:pt x="5790142" y="340590"/>
                  </a:lnTo>
                  <a:close/>
                  <a:moveTo>
                    <a:pt x="5790142" y="451740"/>
                  </a:moveTo>
                  <a:cubicBezTo>
                    <a:pt x="5738085" y="456465"/>
                    <a:pt x="5697897" y="477750"/>
                    <a:pt x="5697897" y="536878"/>
                  </a:cubicBezTo>
                  <a:cubicBezTo>
                    <a:pt x="5697897" y="569996"/>
                    <a:pt x="5714420" y="586554"/>
                    <a:pt x="5740431" y="586554"/>
                  </a:cubicBezTo>
                  <a:cubicBezTo>
                    <a:pt x="5759370" y="586554"/>
                    <a:pt x="5775893" y="574722"/>
                    <a:pt x="5790107" y="558163"/>
                  </a:cubicBezTo>
                  <a:lnTo>
                    <a:pt x="5790107" y="451740"/>
                  </a:lnTo>
                  <a:lnTo>
                    <a:pt x="5790142" y="451740"/>
                  </a:lnTo>
                  <a:close/>
                  <a:moveTo>
                    <a:pt x="4240945" y="475405"/>
                  </a:moveTo>
                  <a:cubicBezTo>
                    <a:pt x="4238529" y="515593"/>
                    <a:pt x="4250397" y="586554"/>
                    <a:pt x="4311870" y="586554"/>
                  </a:cubicBezTo>
                  <a:cubicBezTo>
                    <a:pt x="4347333" y="586554"/>
                    <a:pt x="4378070" y="558163"/>
                    <a:pt x="4385140" y="522700"/>
                  </a:cubicBezTo>
                  <a:lnTo>
                    <a:pt x="4486874" y="558199"/>
                  </a:lnTo>
                  <a:cubicBezTo>
                    <a:pt x="4479802" y="579483"/>
                    <a:pt x="4434817" y="685942"/>
                    <a:pt x="4299966" y="685942"/>
                  </a:cubicBezTo>
                  <a:cubicBezTo>
                    <a:pt x="4155664" y="685942"/>
                    <a:pt x="4089465" y="570031"/>
                    <a:pt x="4089465" y="439942"/>
                  </a:cubicBezTo>
                  <a:cubicBezTo>
                    <a:pt x="4089465" y="307473"/>
                    <a:pt x="4160461" y="196323"/>
                    <a:pt x="4297586" y="196323"/>
                  </a:cubicBezTo>
                  <a:cubicBezTo>
                    <a:pt x="4441888" y="196323"/>
                    <a:pt x="4493909" y="321686"/>
                    <a:pt x="4493909" y="444668"/>
                  </a:cubicBezTo>
                  <a:lnTo>
                    <a:pt x="4493909" y="475405"/>
                  </a:lnTo>
                  <a:lnTo>
                    <a:pt x="4240945" y="475405"/>
                  </a:lnTo>
                  <a:close/>
                  <a:moveTo>
                    <a:pt x="4354404" y="385505"/>
                  </a:moveTo>
                  <a:cubicBezTo>
                    <a:pt x="4354404" y="342935"/>
                    <a:pt x="4349678" y="290914"/>
                    <a:pt x="4297621" y="290914"/>
                  </a:cubicBezTo>
                  <a:cubicBezTo>
                    <a:pt x="4255087" y="290914"/>
                    <a:pt x="4238493" y="342935"/>
                    <a:pt x="4240910" y="385505"/>
                  </a:cubicBezTo>
                  <a:lnTo>
                    <a:pt x="4354404" y="385505"/>
                  </a:lnTo>
                  <a:close/>
                  <a:moveTo>
                    <a:pt x="4898460" y="210501"/>
                  </a:moveTo>
                  <a:lnTo>
                    <a:pt x="5049834" y="210501"/>
                  </a:lnTo>
                  <a:lnTo>
                    <a:pt x="5049834" y="676454"/>
                  </a:lnTo>
                  <a:lnTo>
                    <a:pt x="4898460" y="676454"/>
                  </a:lnTo>
                  <a:lnTo>
                    <a:pt x="4898460" y="210501"/>
                  </a:lnTo>
                  <a:close/>
                  <a:moveTo>
                    <a:pt x="4898460" y="14178"/>
                  </a:moveTo>
                  <a:lnTo>
                    <a:pt x="5049834" y="14178"/>
                  </a:lnTo>
                  <a:lnTo>
                    <a:pt x="5049834" y="149028"/>
                  </a:lnTo>
                  <a:lnTo>
                    <a:pt x="4898460" y="149028"/>
                  </a:lnTo>
                  <a:lnTo>
                    <a:pt x="4898460" y="14178"/>
                  </a:lnTo>
                  <a:close/>
                  <a:moveTo>
                    <a:pt x="5383281" y="383160"/>
                  </a:moveTo>
                  <a:cubicBezTo>
                    <a:pt x="5383281" y="364256"/>
                    <a:pt x="5383281" y="340590"/>
                    <a:pt x="5376210" y="324031"/>
                  </a:cubicBezTo>
                  <a:cubicBezTo>
                    <a:pt x="5369139" y="305092"/>
                    <a:pt x="5357271" y="290914"/>
                    <a:pt x="5333676" y="290914"/>
                  </a:cubicBezTo>
                  <a:cubicBezTo>
                    <a:pt x="5284001" y="290914"/>
                    <a:pt x="5276894" y="352388"/>
                    <a:pt x="5276894" y="447013"/>
                  </a:cubicBezTo>
                  <a:cubicBezTo>
                    <a:pt x="5276894" y="551092"/>
                    <a:pt x="5293417" y="586554"/>
                    <a:pt x="5333676" y="586554"/>
                  </a:cubicBezTo>
                  <a:cubicBezTo>
                    <a:pt x="5385662" y="586554"/>
                    <a:pt x="5390388" y="532152"/>
                    <a:pt x="5390388" y="496690"/>
                  </a:cubicBezTo>
                  <a:lnTo>
                    <a:pt x="5508644" y="513248"/>
                  </a:lnTo>
                  <a:cubicBezTo>
                    <a:pt x="5496847" y="626779"/>
                    <a:pt x="5430648" y="685906"/>
                    <a:pt x="5321808" y="685906"/>
                  </a:cubicBezTo>
                  <a:cubicBezTo>
                    <a:pt x="5187029" y="685906"/>
                    <a:pt x="5116033" y="567650"/>
                    <a:pt x="5116033" y="451740"/>
                  </a:cubicBezTo>
                  <a:cubicBezTo>
                    <a:pt x="5116033" y="324031"/>
                    <a:pt x="5187029" y="196323"/>
                    <a:pt x="5328880" y="196323"/>
                  </a:cubicBezTo>
                  <a:cubicBezTo>
                    <a:pt x="5487395" y="196323"/>
                    <a:pt x="5513406" y="335864"/>
                    <a:pt x="5513406" y="383160"/>
                  </a:cubicBezTo>
                  <a:lnTo>
                    <a:pt x="5383281" y="383160"/>
                  </a:lnTo>
                  <a:close/>
                  <a:moveTo>
                    <a:pt x="2999149" y="14178"/>
                  </a:moveTo>
                  <a:lnTo>
                    <a:pt x="3219138" y="14178"/>
                  </a:lnTo>
                  <a:lnTo>
                    <a:pt x="3358715" y="676454"/>
                  </a:lnTo>
                  <a:lnTo>
                    <a:pt x="3197854" y="676454"/>
                  </a:lnTo>
                  <a:lnTo>
                    <a:pt x="3171843" y="541640"/>
                  </a:lnTo>
                  <a:lnTo>
                    <a:pt x="3018089" y="541640"/>
                  </a:lnTo>
                  <a:lnTo>
                    <a:pt x="2987352" y="676454"/>
                  </a:lnTo>
                  <a:lnTo>
                    <a:pt x="2843085" y="676454"/>
                  </a:lnTo>
                  <a:lnTo>
                    <a:pt x="2999149" y="14178"/>
                  </a:lnTo>
                  <a:close/>
                  <a:moveTo>
                    <a:pt x="3039373" y="425729"/>
                  </a:moveTo>
                  <a:lnTo>
                    <a:pt x="3148142" y="425729"/>
                  </a:lnTo>
                  <a:lnTo>
                    <a:pt x="3100882" y="156099"/>
                  </a:lnTo>
                  <a:lnTo>
                    <a:pt x="3096085" y="156099"/>
                  </a:lnTo>
                  <a:lnTo>
                    <a:pt x="3039373" y="425729"/>
                  </a:lnTo>
                  <a:close/>
                  <a:moveTo>
                    <a:pt x="4555453" y="210501"/>
                  </a:moveTo>
                  <a:lnTo>
                    <a:pt x="4702101" y="210501"/>
                  </a:lnTo>
                  <a:lnTo>
                    <a:pt x="4702101" y="272010"/>
                  </a:lnTo>
                  <a:lnTo>
                    <a:pt x="4704446" y="272010"/>
                  </a:lnTo>
                  <a:cubicBezTo>
                    <a:pt x="4735183" y="222334"/>
                    <a:pt x="4791966" y="198704"/>
                    <a:pt x="4851094" y="198704"/>
                  </a:cubicBezTo>
                  <a:lnTo>
                    <a:pt x="4851094" y="350078"/>
                  </a:lnTo>
                  <a:cubicBezTo>
                    <a:pt x="4832154" y="342971"/>
                    <a:pt x="4815631" y="338245"/>
                    <a:pt x="4789620" y="338245"/>
                  </a:cubicBezTo>
                  <a:cubicBezTo>
                    <a:pt x="4749432" y="338245"/>
                    <a:pt x="4723421" y="352423"/>
                    <a:pt x="4706827" y="373743"/>
                  </a:cubicBezTo>
                  <a:lnTo>
                    <a:pt x="4706827" y="676490"/>
                  </a:lnTo>
                  <a:lnTo>
                    <a:pt x="4555453" y="676490"/>
                  </a:lnTo>
                  <a:lnTo>
                    <a:pt x="4555453" y="210501"/>
                  </a:lnTo>
                  <a:close/>
                  <a:moveTo>
                    <a:pt x="3791479" y="342935"/>
                  </a:moveTo>
                  <a:lnTo>
                    <a:pt x="3791479" y="676454"/>
                  </a:lnTo>
                  <a:lnTo>
                    <a:pt x="3642487" y="676454"/>
                  </a:lnTo>
                  <a:lnTo>
                    <a:pt x="3642487" y="357149"/>
                  </a:lnTo>
                  <a:cubicBezTo>
                    <a:pt x="3642487" y="331138"/>
                    <a:pt x="3635415" y="314580"/>
                    <a:pt x="3607024" y="314580"/>
                  </a:cubicBezTo>
                  <a:cubicBezTo>
                    <a:pt x="3592810" y="314580"/>
                    <a:pt x="3569216" y="326412"/>
                    <a:pt x="3557348" y="342935"/>
                  </a:cubicBezTo>
                  <a:lnTo>
                    <a:pt x="3557348" y="676454"/>
                  </a:lnTo>
                  <a:lnTo>
                    <a:pt x="3408355" y="676454"/>
                  </a:lnTo>
                  <a:lnTo>
                    <a:pt x="3408355" y="210501"/>
                  </a:lnTo>
                  <a:lnTo>
                    <a:pt x="3555002" y="210501"/>
                  </a:lnTo>
                  <a:lnTo>
                    <a:pt x="3557348" y="257832"/>
                  </a:lnTo>
                  <a:cubicBezTo>
                    <a:pt x="3590465" y="227096"/>
                    <a:pt x="3637796" y="198704"/>
                    <a:pt x="3692198" y="198704"/>
                  </a:cubicBezTo>
                  <a:cubicBezTo>
                    <a:pt x="3739458" y="198704"/>
                    <a:pt x="3770194" y="224715"/>
                    <a:pt x="3784443" y="260178"/>
                  </a:cubicBezTo>
                  <a:lnTo>
                    <a:pt x="3786789" y="260178"/>
                  </a:lnTo>
                  <a:cubicBezTo>
                    <a:pt x="3812799" y="231786"/>
                    <a:pt x="3857714" y="198704"/>
                    <a:pt x="3919294" y="198704"/>
                  </a:cubicBezTo>
                  <a:cubicBezTo>
                    <a:pt x="3983148" y="198704"/>
                    <a:pt x="4025682" y="238893"/>
                    <a:pt x="4025682" y="305128"/>
                  </a:cubicBezTo>
                  <a:lnTo>
                    <a:pt x="4025682" y="676490"/>
                  </a:lnTo>
                  <a:lnTo>
                    <a:pt x="3876689" y="676490"/>
                  </a:lnTo>
                  <a:lnTo>
                    <a:pt x="3876689" y="357184"/>
                  </a:lnTo>
                  <a:cubicBezTo>
                    <a:pt x="3876689" y="331174"/>
                    <a:pt x="3869618" y="314615"/>
                    <a:pt x="3841226" y="314615"/>
                  </a:cubicBezTo>
                  <a:cubicBezTo>
                    <a:pt x="3822251" y="314580"/>
                    <a:pt x="3801002" y="331138"/>
                    <a:pt x="3791479" y="342935"/>
                  </a:cubicBezTo>
                  <a:close/>
                  <a:moveTo>
                    <a:pt x="6014857" y="622052"/>
                  </a:moveTo>
                  <a:cubicBezTo>
                    <a:pt x="6014857" y="586554"/>
                    <a:pt x="6043178" y="558199"/>
                    <a:pt x="6081056" y="558199"/>
                  </a:cubicBezTo>
                  <a:cubicBezTo>
                    <a:pt x="6116185" y="558061"/>
                    <a:pt x="6144773" y="586426"/>
                    <a:pt x="6144910" y="621554"/>
                  </a:cubicBezTo>
                  <a:cubicBezTo>
                    <a:pt x="6144911" y="621720"/>
                    <a:pt x="6144911" y="621887"/>
                    <a:pt x="6144910" y="622053"/>
                  </a:cubicBezTo>
                  <a:cubicBezTo>
                    <a:pt x="6145048" y="657181"/>
                    <a:pt x="6116683" y="685769"/>
                    <a:pt x="6081555" y="685907"/>
                  </a:cubicBezTo>
                  <a:cubicBezTo>
                    <a:pt x="6081389" y="685907"/>
                    <a:pt x="6081222" y="685907"/>
                    <a:pt x="6081056" y="685907"/>
                  </a:cubicBezTo>
                  <a:cubicBezTo>
                    <a:pt x="6043178" y="685942"/>
                    <a:pt x="6014857" y="657515"/>
                    <a:pt x="6014857" y="622052"/>
                  </a:cubicBezTo>
                  <a:close/>
                  <a:moveTo>
                    <a:pt x="6026654" y="622052"/>
                  </a:moveTo>
                  <a:cubicBezTo>
                    <a:pt x="6026654" y="650408"/>
                    <a:pt x="6050320" y="671693"/>
                    <a:pt x="6081056" y="671693"/>
                  </a:cubicBezTo>
                  <a:cubicBezTo>
                    <a:pt x="6109448" y="671693"/>
                    <a:pt x="6133113" y="650408"/>
                    <a:pt x="6133113" y="622052"/>
                  </a:cubicBezTo>
                  <a:cubicBezTo>
                    <a:pt x="6133113" y="593661"/>
                    <a:pt x="6109448" y="569996"/>
                    <a:pt x="6081056" y="569996"/>
                  </a:cubicBezTo>
                  <a:cubicBezTo>
                    <a:pt x="6050320" y="569996"/>
                    <a:pt x="6026654" y="593661"/>
                    <a:pt x="6026654" y="622052"/>
                  </a:cubicBezTo>
                  <a:close/>
                </a:path>
              </a:pathLst>
            </a:custGeom>
            <a:grpFill/>
            <a:ln w="35534" cap="flat">
              <a:noFill/>
              <a:prstDash val="solid"/>
              <a:miter/>
            </a:ln>
          </p:spPr>
          <p:txBody>
            <a:bodyPr rtlCol="0" anchor="ctr"/>
            <a:lstStyle/>
            <a:p>
              <a:endParaRPr lang="en-IN" dirty="0"/>
            </a:p>
          </p:txBody>
        </p:sp>
        <p:sp>
          <p:nvSpPr>
            <p:cNvPr id="31" name="Freeform: Shape 30">
              <a:extLst>
                <a:ext uri="{FF2B5EF4-FFF2-40B4-BE49-F238E27FC236}">
                  <a16:creationId xmlns:a16="http://schemas.microsoft.com/office/drawing/2014/main" id="{7DBDAEB7-30BB-D3C0-C165-14B18D016B42}"/>
                </a:ext>
              </a:extLst>
            </p:cNvPr>
            <p:cNvSpPr/>
            <p:nvPr/>
          </p:nvSpPr>
          <p:spPr>
            <a:xfrm>
              <a:off x="4594887" y="3704660"/>
              <a:ext cx="59164" cy="70958"/>
            </a:xfrm>
            <a:custGeom>
              <a:avLst/>
              <a:gdLst>
                <a:gd name="connsiteX0" fmla="*/ 56783 w 59163"/>
                <a:gd name="connsiteY0" fmla="*/ 70961 h 70960"/>
                <a:gd name="connsiteX1" fmla="*/ 44986 w 59163"/>
                <a:gd name="connsiteY1" fmla="*/ 70961 h 70960"/>
                <a:gd name="connsiteX2" fmla="*/ 23665 w 59163"/>
                <a:gd name="connsiteY2" fmla="*/ 37843 h 70960"/>
                <a:gd name="connsiteX3" fmla="*/ 11797 w 59163"/>
                <a:gd name="connsiteY3" fmla="*/ 37843 h 70960"/>
                <a:gd name="connsiteX4" fmla="*/ 11797 w 59163"/>
                <a:gd name="connsiteY4" fmla="*/ 70961 h 70960"/>
                <a:gd name="connsiteX5" fmla="*/ 0 w 59163"/>
                <a:gd name="connsiteY5" fmla="*/ 70961 h 70960"/>
                <a:gd name="connsiteX6" fmla="*/ 0 w 59163"/>
                <a:gd name="connsiteY6" fmla="*/ 0 h 70960"/>
                <a:gd name="connsiteX7" fmla="*/ 33118 w 59163"/>
                <a:gd name="connsiteY7" fmla="*/ 0 h 70960"/>
                <a:gd name="connsiteX8" fmla="*/ 49712 w 59163"/>
                <a:gd name="connsiteY8" fmla="*/ 2345 h 70960"/>
                <a:gd name="connsiteX9" fmla="*/ 59163 w 59163"/>
                <a:gd name="connsiteY9" fmla="*/ 18904 h 70960"/>
                <a:gd name="connsiteX10" fmla="*/ 35498 w 59163"/>
                <a:gd name="connsiteY10" fmla="*/ 37843 h 70960"/>
                <a:gd name="connsiteX11" fmla="*/ 56783 w 59163"/>
                <a:gd name="connsiteY11" fmla="*/ 70961 h 70960"/>
                <a:gd name="connsiteX12" fmla="*/ 23701 w 59163"/>
                <a:gd name="connsiteY12" fmla="*/ 28392 h 70960"/>
                <a:gd name="connsiteX13" fmla="*/ 47366 w 59163"/>
                <a:gd name="connsiteY13" fmla="*/ 18904 h 70960"/>
                <a:gd name="connsiteX14" fmla="*/ 30772 w 59163"/>
                <a:gd name="connsiteY14" fmla="*/ 7071 h 70960"/>
                <a:gd name="connsiteX15" fmla="*/ 11832 w 59163"/>
                <a:gd name="connsiteY15" fmla="*/ 7071 h 70960"/>
                <a:gd name="connsiteX16" fmla="*/ 11832 w 59163"/>
                <a:gd name="connsiteY16" fmla="*/ 28356 h 70960"/>
                <a:gd name="connsiteX17" fmla="*/ 23701 w 59163"/>
                <a:gd name="connsiteY17" fmla="*/ 28356 h 70960"/>
                <a:gd name="connsiteX18" fmla="*/ 23701 w 59163"/>
                <a:gd name="connsiteY18" fmla="*/ 28392 h 7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163" h="70960">
                  <a:moveTo>
                    <a:pt x="56783" y="70961"/>
                  </a:moveTo>
                  <a:lnTo>
                    <a:pt x="44986" y="70961"/>
                  </a:lnTo>
                  <a:lnTo>
                    <a:pt x="23665" y="37843"/>
                  </a:lnTo>
                  <a:lnTo>
                    <a:pt x="11797" y="37843"/>
                  </a:lnTo>
                  <a:lnTo>
                    <a:pt x="11797" y="70961"/>
                  </a:lnTo>
                  <a:lnTo>
                    <a:pt x="0" y="70961"/>
                  </a:lnTo>
                  <a:lnTo>
                    <a:pt x="0" y="0"/>
                  </a:lnTo>
                  <a:lnTo>
                    <a:pt x="33118" y="0"/>
                  </a:lnTo>
                  <a:cubicBezTo>
                    <a:pt x="37843" y="0"/>
                    <a:pt x="44986" y="0"/>
                    <a:pt x="49712" y="2345"/>
                  </a:cubicBezTo>
                  <a:cubicBezTo>
                    <a:pt x="56783" y="7071"/>
                    <a:pt x="59163" y="11797"/>
                    <a:pt x="59163" y="18904"/>
                  </a:cubicBezTo>
                  <a:cubicBezTo>
                    <a:pt x="59163" y="33082"/>
                    <a:pt x="47366" y="37843"/>
                    <a:pt x="35498" y="37843"/>
                  </a:cubicBezTo>
                  <a:lnTo>
                    <a:pt x="56783" y="70961"/>
                  </a:lnTo>
                  <a:close/>
                  <a:moveTo>
                    <a:pt x="23701" y="28392"/>
                  </a:moveTo>
                  <a:cubicBezTo>
                    <a:pt x="33153" y="28392"/>
                    <a:pt x="47366" y="30737"/>
                    <a:pt x="47366" y="18904"/>
                  </a:cubicBezTo>
                  <a:cubicBezTo>
                    <a:pt x="47366" y="9452"/>
                    <a:pt x="40224" y="7071"/>
                    <a:pt x="30772" y="7071"/>
                  </a:cubicBezTo>
                  <a:lnTo>
                    <a:pt x="11832" y="7071"/>
                  </a:lnTo>
                  <a:lnTo>
                    <a:pt x="11832" y="28356"/>
                  </a:lnTo>
                  <a:lnTo>
                    <a:pt x="23701" y="28356"/>
                  </a:lnTo>
                  <a:lnTo>
                    <a:pt x="23701" y="28392"/>
                  </a:lnTo>
                  <a:close/>
                </a:path>
              </a:pathLst>
            </a:custGeom>
            <a:grpFill/>
            <a:ln w="35534" cap="flat">
              <a:noFill/>
              <a:prstDash val="solid"/>
              <a:miter/>
            </a:ln>
          </p:spPr>
          <p:txBody>
            <a:bodyPr rtlCol="0" anchor="ctr"/>
            <a:lstStyle/>
            <a:p>
              <a:endParaRPr lang="en-IN"/>
            </a:p>
          </p:txBody>
        </p:sp>
      </p:grpSp>
      <p:grpSp>
        <p:nvGrpSpPr>
          <p:cNvPr id="43" name="Group 42">
            <a:extLst>
              <a:ext uri="{FF2B5EF4-FFF2-40B4-BE49-F238E27FC236}">
                <a16:creationId xmlns:a16="http://schemas.microsoft.com/office/drawing/2014/main" id="{17B4A4AA-5BC5-3161-C912-3D9748276CBD}"/>
              </a:ext>
            </a:extLst>
          </p:cNvPr>
          <p:cNvGrpSpPr/>
          <p:nvPr/>
        </p:nvGrpSpPr>
        <p:grpSpPr>
          <a:xfrm>
            <a:off x="5390828" y="4647269"/>
            <a:ext cx="543138" cy="502018"/>
            <a:chOff x="2728504" y="314344"/>
            <a:chExt cx="6739572" cy="6229350"/>
          </a:xfrm>
        </p:grpSpPr>
        <p:sp>
          <p:nvSpPr>
            <p:cNvPr id="35" name="Freeform: Shape 34">
              <a:extLst>
                <a:ext uri="{FF2B5EF4-FFF2-40B4-BE49-F238E27FC236}">
                  <a16:creationId xmlns:a16="http://schemas.microsoft.com/office/drawing/2014/main" id="{D7850655-D84A-C706-9EF6-85B60D790C97}"/>
                </a:ext>
              </a:extLst>
            </p:cNvPr>
            <p:cNvSpPr/>
            <p:nvPr/>
          </p:nvSpPr>
          <p:spPr>
            <a:xfrm>
              <a:off x="3009989" y="4675790"/>
              <a:ext cx="990128" cy="673830"/>
            </a:xfrm>
            <a:custGeom>
              <a:avLst/>
              <a:gdLst>
                <a:gd name="connsiteX0" fmla="*/ 989983 w 990128"/>
                <a:gd name="connsiteY0" fmla="*/ 673658 h 673830"/>
                <a:gd name="connsiteX1" fmla="*/ 296753 w 990128"/>
                <a:gd name="connsiteY1" fmla="*/ 503446 h 673830"/>
                <a:gd name="connsiteX2" fmla="*/ 2526 w 990128"/>
                <a:gd name="connsiteY2" fmla="*/ 312374 h 673830"/>
                <a:gd name="connsiteX3" fmla="*/ 193978 w 990128"/>
                <a:gd name="connsiteY3" fmla="*/ 95395 h 673830"/>
                <a:gd name="connsiteX4" fmla="*/ 628795 w 990128"/>
                <a:gd name="connsiteY4" fmla="*/ 2050 h 673830"/>
                <a:gd name="connsiteX5" fmla="*/ 738618 w 990128"/>
                <a:gd name="connsiteY5" fmla="*/ 333900 h 673830"/>
                <a:gd name="connsiteX6" fmla="*/ 989983 w 990128"/>
                <a:gd name="connsiteY6" fmla="*/ 673658 h 67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128" h="673830">
                  <a:moveTo>
                    <a:pt x="989983" y="673658"/>
                  </a:moveTo>
                  <a:cubicBezTo>
                    <a:pt x="989983" y="673658"/>
                    <a:pt x="532783" y="622698"/>
                    <a:pt x="296753" y="503446"/>
                  </a:cubicBezTo>
                  <a:cubicBezTo>
                    <a:pt x="97585" y="402862"/>
                    <a:pt x="13765" y="349236"/>
                    <a:pt x="2526" y="312374"/>
                  </a:cubicBezTo>
                  <a:cubicBezTo>
                    <a:pt x="-18620" y="243318"/>
                    <a:pt x="89489" y="146448"/>
                    <a:pt x="193978" y="95395"/>
                  </a:cubicBezTo>
                  <a:cubicBezTo>
                    <a:pt x="296753" y="45103"/>
                    <a:pt x="565453" y="-12238"/>
                    <a:pt x="628795" y="2050"/>
                  </a:cubicBezTo>
                  <a:cubicBezTo>
                    <a:pt x="692136" y="16337"/>
                    <a:pt x="692041" y="214648"/>
                    <a:pt x="738618" y="333900"/>
                  </a:cubicBezTo>
                  <a:cubicBezTo>
                    <a:pt x="799387" y="489730"/>
                    <a:pt x="989983" y="673658"/>
                    <a:pt x="989983" y="673658"/>
                  </a:cubicBezTo>
                  <a:close/>
                </a:path>
              </a:pathLst>
            </a:custGeom>
            <a:solidFill>
              <a:srgbClr val="000000"/>
            </a:solidFill>
            <a:ln w="9525"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4F6AA915-2E54-23D2-584B-56073807521C}"/>
                </a:ext>
              </a:extLst>
            </p:cNvPr>
            <p:cNvSpPr/>
            <p:nvPr/>
          </p:nvSpPr>
          <p:spPr>
            <a:xfrm>
              <a:off x="8133873" y="1521999"/>
              <a:ext cx="1062490" cy="732758"/>
            </a:xfrm>
            <a:custGeom>
              <a:avLst/>
              <a:gdLst>
                <a:gd name="connsiteX0" fmla="*/ -146 w 1062490"/>
                <a:gd name="connsiteY0" fmla="*/ -173 h 732758"/>
                <a:gd name="connsiteX1" fmla="*/ 603453 w 1062490"/>
                <a:gd name="connsiteY1" fmla="*/ 102983 h 732758"/>
                <a:gd name="connsiteX2" fmla="*/ 932732 w 1062490"/>
                <a:gd name="connsiteY2" fmla="*/ 245858 h 732758"/>
                <a:gd name="connsiteX3" fmla="*/ 1061986 w 1062490"/>
                <a:gd name="connsiteY3" fmla="*/ 404449 h 732758"/>
                <a:gd name="connsiteX4" fmla="*/ 855389 w 1062490"/>
                <a:gd name="connsiteY4" fmla="*/ 599235 h 732758"/>
                <a:gd name="connsiteX5" fmla="*/ 565543 w 1062490"/>
                <a:gd name="connsiteY5" fmla="*/ 732585 h 732758"/>
                <a:gd name="connsiteX6" fmla="*/ 338944 w 1062490"/>
                <a:gd name="connsiteY6" fmla="*/ 318248 h 732758"/>
                <a:gd name="connsiteX7" fmla="*/ -146 w 1062490"/>
                <a:gd name="connsiteY7" fmla="*/ -78 h 732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490" h="732758">
                  <a:moveTo>
                    <a:pt x="-146" y="-173"/>
                  </a:moveTo>
                  <a:cubicBezTo>
                    <a:pt x="-146" y="-173"/>
                    <a:pt x="416286" y="37927"/>
                    <a:pt x="603453" y="102983"/>
                  </a:cubicBezTo>
                  <a:cubicBezTo>
                    <a:pt x="790619" y="168039"/>
                    <a:pt x="865104" y="195280"/>
                    <a:pt x="932732" y="245858"/>
                  </a:cubicBezTo>
                  <a:cubicBezTo>
                    <a:pt x="1000360" y="296435"/>
                    <a:pt x="1061986" y="404449"/>
                    <a:pt x="1061986" y="404449"/>
                  </a:cubicBezTo>
                  <a:cubicBezTo>
                    <a:pt x="1061986" y="404449"/>
                    <a:pt x="1080274" y="475886"/>
                    <a:pt x="855389" y="599235"/>
                  </a:cubicBezTo>
                  <a:cubicBezTo>
                    <a:pt x="637552" y="718679"/>
                    <a:pt x="565543" y="732585"/>
                    <a:pt x="565543" y="732585"/>
                  </a:cubicBezTo>
                  <a:cubicBezTo>
                    <a:pt x="565543" y="732585"/>
                    <a:pt x="467626" y="456360"/>
                    <a:pt x="338944" y="318248"/>
                  </a:cubicBezTo>
                  <a:cubicBezTo>
                    <a:pt x="266363" y="240524"/>
                    <a:pt x="-146" y="-78"/>
                    <a:pt x="-146" y="-78"/>
                  </a:cubicBezTo>
                  <a:close/>
                </a:path>
              </a:pathLst>
            </a:custGeom>
            <a:solidFill>
              <a:srgbClr val="000000"/>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F75CFD16-04EB-9EE1-61A4-89A6569D54CB}"/>
                </a:ext>
              </a:extLst>
            </p:cNvPr>
            <p:cNvSpPr/>
            <p:nvPr/>
          </p:nvSpPr>
          <p:spPr>
            <a:xfrm>
              <a:off x="2983610" y="314344"/>
              <a:ext cx="6229350" cy="6229350"/>
            </a:xfrm>
            <a:custGeom>
              <a:avLst/>
              <a:gdLst>
                <a:gd name="connsiteX0" fmla="*/ 6229350 w 6229350"/>
                <a:gd name="connsiteY0" fmla="*/ 3114675 h 6229350"/>
                <a:gd name="connsiteX1" fmla="*/ 3114675 w 6229350"/>
                <a:gd name="connsiteY1" fmla="*/ 6229350 h 6229350"/>
                <a:gd name="connsiteX2" fmla="*/ 0 w 6229350"/>
                <a:gd name="connsiteY2" fmla="*/ 3114675 h 6229350"/>
                <a:gd name="connsiteX3" fmla="*/ 3114675 w 6229350"/>
                <a:gd name="connsiteY3" fmla="*/ 0 h 6229350"/>
                <a:gd name="connsiteX4" fmla="*/ 6229350 w 6229350"/>
                <a:gd name="connsiteY4" fmla="*/ 3114675 h 6229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9350" h="6229350">
                  <a:moveTo>
                    <a:pt x="6229350" y="3114675"/>
                  </a:moveTo>
                  <a:cubicBezTo>
                    <a:pt x="6229350" y="4834863"/>
                    <a:pt x="4834863" y="6229350"/>
                    <a:pt x="3114675" y="6229350"/>
                  </a:cubicBezTo>
                  <a:cubicBezTo>
                    <a:pt x="1394488" y="6229350"/>
                    <a:pt x="0" y="4834863"/>
                    <a:pt x="0" y="3114675"/>
                  </a:cubicBezTo>
                  <a:cubicBezTo>
                    <a:pt x="0" y="1394488"/>
                    <a:pt x="1394488" y="0"/>
                    <a:pt x="3114675" y="0"/>
                  </a:cubicBezTo>
                  <a:cubicBezTo>
                    <a:pt x="4834863" y="0"/>
                    <a:pt x="6229350" y="1394488"/>
                    <a:pt x="6229350" y="3114675"/>
                  </a:cubicBezTo>
                  <a:close/>
                </a:path>
              </a:pathLst>
            </a:custGeom>
            <a:solidFill>
              <a:schemeClr val="bg1"/>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7E16025C-4939-7B39-56DA-7E02C034FAD3}"/>
                </a:ext>
              </a:extLst>
            </p:cNvPr>
            <p:cNvSpPr/>
            <p:nvPr/>
          </p:nvSpPr>
          <p:spPr>
            <a:xfrm>
              <a:off x="2728504" y="1486178"/>
              <a:ext cx="6739572" cy="3885610"/>
            </a:xfrm>
            <a:custGeom>
              <a:avLst/>
              <a:gdLst>
                <a:gd name="connsiteX0" fmla="*/ 276962 w 6739572"/>
                <a:gd name="connsiteY0" fmla="*/ 3480460 h 3885610"/>
                <a:gd name="connsiteX1" fmla="*/ 737 w 6739572"/>
                <a:gd name="connsiteY1" fmla="*/ 1764912 h 3885610"/>
                <a:gd name="connsiteX2" fmla="*/ 269533 w 6739572"/>
                <a:gd name="connsiteY2" fmla="*/ 461892 h 3885610"/>
                <a:gd name="connsiteX3" fmla="*/ 584906 w 6739572"/>
                <a:gd name="connsiteY3" fmla="*/ 180333 h 3885610"/>
                <a:gd name="connsiteX4" fmla="*/ 1716095 w 6739572"/>
                <a:gd name="connsiteY4" fmla="*/ 10788 h 3885610"/>
                <a:gd name="connsiteX5" fmla="*/ 3441548 w 6739572"/>
                <a:gd name="connsiteY5" fmla="*/ 426078 h 3885610"/>
                <a:gd name="connsiteX6" fmla="*/ 5365599 w 6739572"/>
                <a:gd name="connsiteY6" fmla="*/ 826890 h 3885610"/>
                <a:gd name="connsiteX7" fmla="*/ 6391537 w 6739572"/>
                <a:gd name="connsiteY7" fmla="*/ 538092 h 3885610"/>
                <a:gd name="connsiteX8" fmla="*/ 6461926 w 6739572"/>
                <a:gd name="connsiteY8" fmla="*/ 411695 h 3885610"/>
                <a:gd name="connsiteX9" fmla="*/ 6738151 w 6739572"/>
                <a:gd name="connsiteY9" fmla="*/ 1819681 h 3885610"/>
                <a:gd name="connsiteX10" fmla="*/ 6501455 w 6739572"/>
                <a:gd name="connsiteY10" fmla="*/ 3346824 h 3885610"/>
                <a:gd name="connsiteX11" fmla="*/ 6426874 w 6739572"/>
                <a:gd name="connsiteY11" fmla="*/ 3545039 h 3885610"/>
                <a:gd name="connsiteX12" fmla="*/ 6295905 w 6739572"/>
                <a:gd name="connsiteY12" fmla="*/ 3657149 h 3885610"/>
                <a:gd name="connsiteX13" fmla="*/ 5786413 w 6739572"/>
                <a:gd name="connsiteY13" fmla="*/ 3826598 h 3885610"/>
                <a:gd name="connsiteX14" fmla="*/ 4937926 w 6739572"/>
                <a:gd name="connsiteY14" fmla="*/ 3876890 h 3885610"/>
                <a:gd name="connsiteX15" fmla="*/ 4096392 w 6739572"/>
                <a:gd name="connsiteY15" fmla="*/ 3707346 h 3885610"/>
                <a:gd name="connsiteX16" fmla="*/ 2964918 w 6739572"/>
                <a:gd name="connsiteY16" fmla="*/ 3332537 h 3885610"/>
                <a:gd name="connsiteX17" fmla="*/ 910280 w 6739572"/>
                <a:gd name="connsiteY17" fmla="*/ 3191662 h 3885610"/>
                <a:gd name="connsiteX18" fmla="*/ 276962 w 6739572"/>
                <a:gd name="connsiteY18" fmla="*/ 3480460 h 388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739572" h="3885610">
                  <a:moveTo>
                    <a:pt x="276962" y="3480460"/>
                  </a:moveTo>
                  <a:cubicBezTo>
                    <a:pt x="276962" y="3480460"/>
                    <a:pt x="-18313" y="2891910"/>
                    <a:pt x="737" y="1764912"/>
                  </a:cubicBezTo>
                  <a:cubicBezTo>
                    <a:pt x="12167" y="1101305"/>
                    <a:pt x="240577" y="554094"/>
                    <a:pt x="269533" y="461892"/>
                  </a:cubicBezTo>
                  <a:cubicBezTo>
                    <a:pt x="309062" y="336448"/>
                    <a:pt x="390691" y="266439"/>
                    <a:pt x="584906" y="180333"/>
                  </a:cubicBezTo>
                  <a:cubicBezTo>
                    <a:pt x="779120" y="94227"/>
                    <a:pt x="1260133" y="-39409"/>
                    <a:pt x="1716095" y="10788"/>
                  </a:cubicBezTo>
                  <a:cubicBezTo>
                    <a:pt x="2172056" y="60985"/>
                    <a:pt x="2694217" y="166903"/>
                    <a:pt x="3441548" y="426078"/>
                  </a:cubicBezTo>
                  <a:cubicBezTo>
                    <a:pt x="4188880" y="685253"/>
                    <a:pt x="4696849" y="819746"/>
                    <a:pt x="5365599" y="826890"/>
                  </a:cubicBezTo>
                  <a:cubicBezTo>
                    <a:pt x="6034349" y="834034"/>
                    <a:pt x="6288761" y="602767"/>
                    <a:pt x="6391537" y="538092"/>
                  </a:cubicBezTo>
                  <a:cubicBezTo>
                    <a:pt x="6494311" y="473417"/>
                    <a:pt x="6461926" y="411695"/>
                    <a:pt x="6461926" y="411695"/>
                  </a:cubicBezTo>
                  <a:cubicBezTo>
                    <a:pt x="6461926" y="411695"/>
                    <a:pt x="6716625" y="996435"/>
                    <a:pt x="6738151" y="1819681"/>
                  </a:cubicBezTo>
                  <a:cubicBezTo>
                    <a:pt x="6759677" y="2642927"/>
                    <a:pt x="6501455" y="3346824"/>
                    <a:pt x="6501455" y="3346824"/>
                  </a:cubicBezTo>
                  <a:cubicBezTo>
                    <a:pt x="6501455" y="3346824"/>
                    <a:pt x="6468975" y="3501987"/>
                    <a:pt x="6426874" y="3545039"/>
                  </a:cubicBezTo>
                  <a:cubicBezTo>
                    <a:pt x="6384774" y="3588092"/>
                    <a:pt x="6345150" y="3635622"/>
                    <a:pt x="6295905" y="3657149"/>
                  </a:cubicBezTo>
                  <a:cubicBezTo>
                    <a:pt x="6246661" y="3678675"/>
                    <a:pt x="5966531" y="3797928"/>
                    <a:pt x="5786413" y="3826598"/>
                  </a:cubicBezTo>
                  <a:cubicBezTo>
                    <a:pt x="5606296" y="3855269"/>
                    <a:pt x="5213675" y="3905561"/>
                    <a:pt x="4937926" y="3876890"/>
                  </a:cubicBezTo>
                  <a:cubicBezTo>
                    <a:pt x="4662178" y="3848220"/>
                    <a:pt x="4276415" y="3757637"/>
                    <a:pt x="4096392" y="3707346"/>
                  </a:cubicBezTo>
                  <a:cubicBezTo>
                    <a:pt x="3916370" y="3657053"/>
                    <a:pt x="3282957" y="3408641"/>
                    <a:pt x="2964918" y="3332537"/>
                  </a:cubicBezTo>
                  <a:cubicBezTo>
                    <a:pt x="2646878" y="3256432"/>
                    <a:pt x="1575315" y="3173946"/>
                    <a:pt x="910280" y="3191662"/>
                  </a:cubicBezTo>
                  <a:cubicBezTo>
                    <a:pt x="372689" y="3206045"/>
                    <a:pt x="276962" y="3480460"/>
                    <a:pt x="276962" y="3480460"/>
                  </a:cubicBezTo>
                  <a:close/>
                </a:path>
              </a:pathLst>
            </a:custGeom>
            <a:solidFill>
              <a:srgbClr val="000000"/>
            </a:solidFill>
            <a:ln w="9525"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5CD0DAD6-D114-6743-D26F-CA6A9C5002C1}"/>
                </a:ext>
              </a:extLst>
            </p:cNvPr>
            <p:cNvSpPr/>
            <p:nvPr/>
          </p:nvSpPr>
          <p:spPr>
            <a:xfrm>
              <a:off x="7844694" y="1886997"/>
              <a:ext cx="321600" cy="468534"/>
            </a:xfrm>
            <a:custGeom>
              <a:avLst/>
              <a:gdLst>
                <a:gd name="connsiteX0" fmla="*/ 95866 w 321600"/>
                <a:gd name="connsiteY0" fmla="*/ 468362 h 468534"/>
                <a:gd name="connsiteX1" fmla="*/ 93389 w 321600"/>
                <a:gd name="connsiteY1" fmla="*/ 464361 h 468534"/>
                <a:gd name="connsiteX2" fmla="*/ 59195 w 321600"/>
                <a:gd name="connsiteY2" fmla="*/ 463028 h 468534"/>
                <a:gd name="connsiteX3" fmla="*/ 36906 w 321600"/>
                <a:gd name="connsiteY3" fmla="*/ 433405 h 468534"/>
                <a:gd name="connsiteX4" fmla="*/ 45764 w 321600"/>
                <a:gd name="connsiteY4" fmla="*/ 396448 h 468534"/>
                <a:gd name="connsiteX5" fmla="*/ 8140 w 321600"/>
                <a:gd name="connsiteY5" fmla="*/ 209853 h 468534"/>
                <a:gd name="connsiteX6" fmla="*/ -146 w 321600"/>
                <a:gd name="connsiteY6" fmla="*/ 200328 h 468534"/>
                <a:gd name="connsiteX7" fmla="*/ 7284 w 321600"/>
                <a:gd name="connsiteY7" fmla="*/ 155656 h 468534"/>
                <a:gd name="connsiteX8" fmla="*/ 91961 w 321600"/>
                <a:gd name="connsiteY8" fmla="*/ 18877 h 468534"/>
                <a:gd name="connsiteX9" fmla="*/ 122822 w 321600"/>
                <a:gd name="connsiteY9" fmla="*/ 1923 h 468534"/>
                <a:gd name="connsiteX10" fmla="*/ 124917 w 321600"/>
                <a:gd name="connsiteY10" fmla="*/ -173 h 468534"/>
                <a:gd name="connsiteX11" fmla="*/ 154254 w 321600"/>
                <a:gd name="connsiteY11" fmla="*/ 399 h 468534"/>
                <a:gd name="connsiteX12" fmla="*/ 247409 w 321600"/>
                <a:gd name="connsiteY12" fmla="*/ 25450 h 468534"/>
                <a:gd name="connsiteX13" fmla="*/ 274840 w 321600"/>
                <a:gd name="connsiteY13" fmla="*/ 40308 h 468534"/>
                <a:gd name="connsiteX14" fmla="*/ 274840 w 321600"/>
                <a:gd name="connsiteY14" fmla="*/ 40308 h 468534"/>
                <a:gd name="connsiteX15" fmla="*/ 296082 w 321600"/>
                <a:gd name="connsiteY15" fmla="*/ 74122 h 468534"/>
                <a:gd name="connsiteX16" fmla="*/ 303988 w 321600"/>
                <a:gd name="connsiteY16" fmla="*/ 79932 h 468534"/>
                <a:gd name="connsiteX17" fmla="*/ 321228 w 321600"/>
                <a:gd name="connsiteY17" fmla="*/ 155275 h 468534"/>
                <a:gd name="connsiteX18" fmla="*/ 95866 w 321600"/>
                <a:gd name="connsiteY18" fmla="*/ 468362 h 46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1600" h="468534">
                  <a:moveTo>
                    <a:pt x="95866" y="468362"/>
                  </a:moveTo>
                  <a:cubicBezTo>
                    <a:pt x="95297" y="466885"/>
                    <a:pt x="94457" y="465529"/>
                    <a:pt x="93389" y="464361"/>
                  </a:cubicBezTo>
                  <a:cubicBezTo>
                    <a:pt x="82245" y="457885"/>
                    <a:pt x="70720" y="462647"/>
                    <a:pt x="59195" y="463028"/>
                  </a:cubicBezTo>
                  <a:cubicBezTo>
                    <a:pt x="33573" y="463980"/>
                    <a:pt x="28524" y="457218"/>
                    <a:pt x="36906" y="433405"/>
                  </a:cubicBezTo>
                  <a:cubicBezTo>
                    <a:pt x="41552" y="421555"/>
                    <a:pt x="44534" y="409117"/>
                    <a:pt x="45764" y="396448"/>
                  </a:cubicBezTo>
                  <a:cubicBezTo>
                    <a:pt x="50431" y="330726"/>
                    <a:pt x="23571" y="271385"/>
                    <a:pt x="8140" y="209853"/>
                  </a:cubicBezTo>
                  <a:cubicBezTo>
                    <a:pt x="6821" y="205666"/>
                    <a:pt x="3819" y="202215"/>
                    <a:pt x="-146" y="200328"/>
                  </a:cubicBezTo>
                  <a:cubicBezTo>
                    <a:pt x="11475" y="187089"/>
                    <a:pt x="6712" y="170706"/>
                    <a:pt x="7284" y="155656"/>
                  </a:cubicBezTo>
                  <a:cubicBezTo>
                    <a:pt x="9855" y="94029"/>
                    <a:pt x="35859" y="47262"/>
                    <a:pt x="91961" y="18877"/>
                  </a:cubicBezTo>
                  <a:cubicBezTo>
                    <a:pt x="102710" y="14112"/>
                    <a:pt x="113035" y="8440"/>
                    <a:pt x="122822" y="1923"/>
                  </a:cubicBezTo>
                  <a:lnTo>
                    <a:pt x="124917" y="-173"/>
                  </a:lnTo>
                  <a:cubicBezTo>
                    <a:pt x="134442" y="5637"/>
                    <a:pt x="144539" y="875"/>
                    <a:pt x="154254" y="399"/>
                  </a:cubicBezTo>
                  <a:cubicBezTo>
                    <a:pt x="187199" y="-1558"/>
                    <a:pt x="219889" y="7233"/>
                    <a:pt x="247409" y="25450"/>
                  </a:cubicBezTo>
                  <a:cubicBezTo>
                    <a:pt x="256172" y="31164"/>
                    <a:pt x="263411" y="39451"/>
                    <a:pt x="274840" y="40308"/>
                  </a:cubicBezTo>
                  <a:lnTo>
                    <a:pt x="274840" y="40308"/>
                  </a:lnTo>
                  <a:cubicBezTo>
                    <a:pt x="273793" y="56120"/>
                    <a:pt x="288271" y="63359"/>
                    <a:pt x="296082" y="74122"/>
                  </a:cubicBezTo>
                  <a:cubicBezTo>
                    <a:pt x="298844" y="76027"/>
                    <a:pt x="301511" y="77837"/>
                    <a:pt x="303988" y="79932"/>
                  </a:cubicBezTo>
                  <a:cubicBezTo>
                    <a:pt x="313635" y="103992"/>
                    <a:pt x="319452" y="129414"/>
                    <a:pt x="321228" y="155275"/>
                  </a:cubicBezTo>
                  <a:cubicBezTo>
                    <a:pt x="326276" y="271099"/>
                    <a:pt x="246742" y="431119"/>
                    <a:pt x="95866" y="468362"/>
                  </a:cubicBezTo>
                  <a:close/>
                </a:path>
              </a:pathLst>
            </a:custGeom>
            <a:solidFill>
              <a:srgbClr val="FEFEFE"/>
            </a:solidFill>
            <a:ln w="952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27E7D20C-F4A0-5044-FDDF-059BEDB05175}"/>
                </a:ext>
              </a:extLst>
            </p:cNvPr>
            <p:cNvSpPr/>
            <p:nvPr/>
          </p:nvSpPr>
          <p:spPr>
            <a:xfrm>
              <a:off x="4349767" y="2367026"/>
              <a:ext cx="3365481" cy="2848231"/>
            </a:xfrm>
            <a:custGeom>
              <a:avLst/>
              <a:gdLst>
                <a:gd name="connsiteX0" fmla="*/ 3364669 w 3365481"/>
                <a:gd name="connsiteY0" fmla="*/ 85392 h 2848231"/>
                <a:gd name="connsiteX1" fmla="*/ 3305233 w 3365481"/>
                <a:gd name="connsiteY1" fmla="*/ 41196 h 2848231"/>
                <a:gd name="connsiteX2" fmla="*/ 3016244 w 3365481"/>
                <a:gd name="connsiteY2" fmla="*/ 41196 h 2848231"/>
                <a:gd name="connsiteX3" fmla="*/ 2880037 w 3365481"/>
                <a:gd name="connsiteY3" fmla="*/ 150353 h 2848231"/>
                <a:gd name="connsiteX4" fmla="*/ 2760879 w 3365481"/>
                <a:gd name="connsiteY4" fmla="*/ 650130 h 2848231"/>
                <a:gd name="connsiteX5" fmla="*/ 2663438 w 3365481"/>
                <a:gd name="connsiteY5" fmla="*/ 1052751 h 2848231"/>
                <a:gd name="connsiteX6" fmla="*/ 2533041 w 3365481"/>
                <a:gd name="connsiteY6" fmla="*/ 1314879 h 2848231"/>
                <a:gd name="connsiteX7" fmla="*/ 2313966 w 3365481"/>
                <a:gd name="connsiteY7" fmla="*/ 1415083 h 2848231"/>
                <a:gd name="connsiteX8" fmla="*/ 2247767 w 3365481"/>
                <a:gd name="connsiteY8" fmla="*/ 1388984 h 2848231"/>
                <a:gd name="connsiteX9" fmla="*/ 2246338 w 3365481"/>
                <a:gd name="connsiteY9" fmla="*/ 1385079 h 2848231"/>
                <a:gd name="connsiteX10" fmla="*/ 2196142 w 3365481"/>
                <a:gd name="connsiteY10" fmla="*/ 1292591 h 2848231"/>
                <a:gd name="connsiteX11" fmla="*/ 2219478 w 3365481"/>
                <a:gd name="connsiteY11" fmla="*/ 1097709 h 2848231"/>
                <a:gd name="connsiteX12" fmla="*/ 2385975 w 3365481"/>
                <a:gd name="connsiteY12" fmla="*/ 391145 h 2848231"/>
                <a:gd name="connsiteX13" fmla="*/ 2460175 w 3365481"/>
                <a:gd name="connsiteY13" fmla="*/ 85583 h 2848231"/>
                <a:gd name="connsiteX14" fmla="*/ 2458651 w 3365481"/>
                <a:gd name="connsiteY14" fmla="*/ 85583 h 2848231"/>
                <a:gd name="connsiteX15" fmla="*/ 2404073 w 3365481"/>
                <a:gd name="connsiteY15" fmla="*/ 41577 h 2848231"/>
                <a:gd name="connsiteX16" fmla="*/ 2115084 w 3365481"/>
                <a:gd name="connsiteY16" fmla="*/ 41577 h 2848231"/>
                <a:gd name="connsiteX17" fmla="*/ 1977257 w 3365481"/>
                <a:gd name="connsiteY17" fmla="*/ 149781 h 2848231"/>
                <a:gd name="connsiteX18" fmla="*/ 1733989 w 3365481"/>
                <a:gd name="connsiteY18" fmla="*/ 1164670 h 2848231"/>
                <a:gd name="connsiteX19" fmla="*/ 1588351 w 3365481"/>
                <a:gd name="connsiteY19" fmla="*/ 1380888 h 2848231"/>
                <a:gd name="connsiteX20" fmla="*/ 1464526 w 3365481"/>
                <a:gd name="connsiteY20" fmla="*/ 1415559 h 2848231"/>
                <a:gd name="connsiteX21" fmla="*/ 1414996 w 3365481"/>
                <a:gd name="connsiteY21" fmla="*/ 1395937 h 2848231"/>
                <a:gd name="connsiteX22" fmla="*/ 1412615 w 3365481"/>
                <a:gd name="connsiteY22" fmla="*/ 1390984 h 2848231"/>
                <a:gd name="connsiteX23" fmla="*/ 1361752 w 3365481"/>
                <a:gd name="connsiteY23" fmla="*/ 1299639 h 2848231"/>
                <a:gd name="connsiteX24" fmla="*/ 1387945 w 3365481"/>
                <a:gd name="connsiteY24" fmla="*/ 1117998 h 2848231"/>
                <a:gd name="connsiteX25" fmla="*/ 1485481 w 3365481"/>
                <a:gd name="connsiteY25" fmla="*/ 693945 h 2848231"/>
                <a:gd name="connsiteX26" fmla="*/ 1626452 w 3365481"/>
                <a:gd name="connsiteY26" fmla="*/ 102061 h 2848231"/>
                <a:gd name="connsiteX27" fmla="*/ 1631595 w 3365481"/>
                <a:gd name="connsiteY27" fmla="*/ 86345 h 2848231"/>
                <a:gd name="connsiteX28" fmla="*/ 1629499 w 3365481"/>
                <a:gd name="connsiteY28" fmla="*/ 84630 h 2848231"/>
                <a:gd name="connsiteX29" fmla="*/ 1626642 w 3365481"/>
                <a:gd name="connsiteY29" fmla="*/ 69105 h 2848231"/>
                <a:gd name="connsiteX30" fmla="*/ 1600067 w 3365481"/>
                <a:gd name="connsiteY30" fmla="*/ 41577 h 2848231"/>
                <a:gd name="connsiteX31" fmla="*/ 1308507 w 3365481"/>
                <a:gd name="connsiteY31" fmla="*/ 42054 h 2848231"/>
                <a:gd name="connsiteX32" fmla="*/ 1194207 w 3365481"/>
                <a:gd name="connsiteY32" fmla="*/ 129969 h 2848231"/>
                <a:gd name="connsiteX33" fmla="*/ 1180872 w 3365481"/>
                <a:gd name="connsiteY33" fmla="*/ 169212 h 2848231"/>
                <a:gd name="connsiteX34" fmla="*/ 1172395 w 3365481"/>
                <a:gd name="connsiteY34" fmla="*/ 174737 h 2848231"/>
                <a:gd name="connsiteX35" fmla="*/ 1165727 w 3365481"/>
                <a:gd name="connsiteY35" fmla="*/ 210074 h 2848231"/>
                <a:gd name="connsiteX36" fmla="*/ 1124294 w 3365481"/>
                <a:gd name="connsiteY36" fmla="*/ 132160 h 2848231"/>
                <a:gd name="connsiteX37" fmla="*/ 1110196 w 3365481"/>
                <a:gd name="connsiteY37" fmla="*/ 120730 h 2848231"/>
                <a:gd name="connsiteX38" fmla="*/ 707575 w 3365481"/>
                <a:gd name="connsiteY38" fmla="*/ 14812 h 2848231"/>
                <a:gd name="connsiteX39" fmla="*/ 354483 w 3365481"/>
                <a:gd name="connsiteY39" fmla="*/ 235792 h 2848231"/>
                <a:gd name="connsiteX40" fmla="*/ 21108 w 3365481"/>
                <a:gd name="connsiteY40" fmla="*/ 1002459 h 2848231"/>
                <a:gd name="connsiteX41" fmla="*/ 11106 w 3365481"/>
                <a:gd name="connsiteY41" fmla="*/ 1379269 h 2848231"/>
                <a:gd name="connsiteX42" fmla="*/ 162459 w 3365481"/>
                <a:gd name="connsiteY42" fmla="*/ 1653588 h 2848231"/>
                <a:gd name="connsiteX43" fmla="*/ 173031 w 3365481"/>
                <a:gd name="connsiteY43" fmla="*/ 1665590 h 2848231"/>
                <a:gd name="connsiteX44" fmla="*/ 184462 w 3365481"/>
                <a:gd name="connsiteY44" fmla="*/ 1678353 h 2848231"/>
                <a:gd name="connsiteX45" fmla="*/ 685000 w 3365481"/>
                <a:gd name="connsiteY45" fmla="*/ 1673019 h 2848231"/>
                <a:gd name="connsiteX46" fmla="*/ 705289 w 3365481"/>
                <a:gd name="connsiteY46" fmla="*/ 1663494 h 2848231"/>
                <a:gd name="connsiteX47" fmla="*/ 916267 w 3365481"/>
                <a:gd name="connsiteY47" fmla="*/ 1438609 h 2848231"/>
                <a:gd name="connsiteX48" fmla="*/ 937413 w 3365481"/>
                <a:gd name="connsiteY48" fmla="*/ 1521001 h 2848231"/>
                <a:gd name="connsiteX49" fmla="*/ 952367 w 3365481"/>
                <a:gd name="connsiteY49" fmla="*/ 1534907 h 2848231"/>
                <a:gd name="connsiteX50" fmla="*/ 1068286 w 3365481"/>
                <a:gd name="connsiteY50" fmla="*/ 1677020 h 2848231"/>
                <a:gd name="connsiteX51" fmla="*/ 1076287 w 3365481"/>
                <a:gd name="connsiteY51" fmla="*/ 1686545 h 2848231"/>
                <a:gd name="connsiteX52" fmla="*/ 1081812 w 3365481"/>
                <a:gd name="connsiteY52" fmla="*/ 1693784 h 2848231"/>
                <a:gd name="connsiteX53" fmla="*/ 1564444 w 3365481"/>
                <a:gd name="connsiteY53" fmla="*/ 1638729 h 2848231"/>
                <a:gd name="connsiteX54" fmla="*/ 1577969 w 3365481"/>
                <a:gd name="connsiteY54" fmla="*/ 1630633 h 2848231"/>
                <a:gd name="connsiteX55" fmla="*/ 1729798 w 3365481"/>
                <a:gd name="connsiteY55" fmla="*/ 1445562 h 2848231"/>
                <a:gd name="connsiteX56" fmla="*/ 1753134 w 3365481"/>
                <a:gd name="connsiteY56" fmla="*/ 1533002 h 2848231"/>
                <a:gd name="connsiteX57" fmla="*/ 1753134 w 3365481"/>
                <a:gd name="connsiteY57" fmla="*/ 1533002 h 2848231"/>
                <a:gd name="connsiteX58" fmla="*/ 1770946 w 3365481"/>
                <a:gd name="connsiteY58" fmla="*/ 1549385 h 2848231"/>
                <a:gd name="connsiteX59" fmla="*/ 1868958 w 3365481"/>
                <a:gd name="connsiteY59" fmla="*/ 1668447 h 2848231"/>
                <a:gd name="connsiteX60" fmla="*/ 1879149 w 3365481"/>
                <a:gd name="connsiteY60" fmla="*/ 1680640 h 2848231"/>
                <a:gd name="connsiteX61" fmla="*/ 1885532 w 3365481"/>
                <a:gd name="connsiteY61" fmla="*/ 1687878 h 2848231"/>
                <a:gd name="connsiteX62" fmla="*/ 2529421 w 3365481"/>
                <a:gd name="connsiteY62" fmla="*/ 1519000 h 2848231"/>
                <a:gd name="connsiteX63" fmla="*/ 2550662 w 3365481"/>
                <a:gd name="connsiteY63" fmla="*/ 1490997 h 2848231"/>
                <a:gd name="connsiteX64" fmla="*/ 2559235 w 3365481"/>
                <a:gd name="connsiteY64" fmla="*/ 1480043 h 2848231"/>
                <a:gd name="connsiteX65" fmla="*/ 2557044 w 3365481"/>
                <a:gd name="connsiteY65" fmla="*/ 1504713 h 2848231"/>
                <a:gd name="connsiteX66" fmla="*/ 2529421 w 3365481"/>
                <a:gd name="connsiteY66" fmla="*/ 1624537 h 2848231"/>
                <a:gd name="connsiteX67" fmla="*/ 2531231 w 3365481"/>
                <a:gd name="connsiteY67" fmla="*/ 1624537 h 2848231"/>
                <a:gd name="connsiteX68" fmla="*/ 2531231 w 3365481"/>
                <a:gd name="connsiteY68" fmla="*/ 1658542 h 2848231"/>
                <a:gd name="connsiteX69" fmla="*/ 2503514 w 3365481"/>
                <a:gd name="connsiteY69" fmla="*/ 1780366 h 2848231"/>
                <a:gd name="connsiteX70" fmla="*/ 2447316 w 3365481"/>
                <a:gd name="connsiteY70" fmla="*/ 1841516 h 2848231"/>
                <a:gd name="connsiteX71" fmla="*/ 2070983 w 3365481"/>
                <a:gd name="connsiteY71" fmla="*/ 1979153 h 2848231"/>
                <a:gd name="connsiteX72" fmla="*/ 1613783 w 3365481"/>
                <a:gd name="connsiteY72" fmla="*/ 2223564 h 2848231"/>
                <a:gd name="connsiteX73" fmla="*/ 1438999 w 3365481"/>
                <a:gd name="connsiteY73" fmla="*/ 2400443 h 2848231"/>
                <a:gd name="connsiteX74" fmla="*/ 1397566 w 3365481"/>
                <a:gd name="connsiteY74" fmla="*/ 2593706 h 2848231"/>
                <a:gd name="connsiteX75" fmla="*/ 1397566 w 3365481"/>
                <a:gd name="connsiteY75" fmla="*/ 2624852 h 2848231"/>
                <a:gd name="connsiteX76" fmla="*/ 1405376 w 3365481"/>
                <a:gd name="connsiteY76" fmla="*/ 2633235 h 2848231"/>
                <a:gd name="connsiteX77" fmla="*/ 1507865 w 3365481"/>
                <a:gd name="connsiteY77" fmla="*/ 2765061 h 2848231"/>
                <a:gd name="connsiteX78" fmla="*/ 1515580 w 3365481"/>
                <a:gd name="connsiteY78" fmla="*/ 2775253 h 2848231"/>
                <a:gd name="connsiteX79" fmla="*/ 1698079 w 3365481"/>
                <a:gd name="connsiteY79" fmla="*/ 2835069 h 2848231"/>
                <a:gd name="connsiteX80" fmla="*/ 2323205 w 3365481"/>
                <a:gd name="connsiteY80" fmla="*/ 2748201 h 2848231"/>
                <a:gd name="connsiteX81" fmla="*/ 2338064 w 3365481"/>
                <a:gd name="connsiteY81" fmla="*/ 2742677 h 2848231"/>
                <a:gd name="connsiteX82" fmla="*/ 2568950 w 3365481"/>
                <a:gd name="connsiteY82" fmla="*/ 2576275 h 2848231"/>
                <a:gd name="connsiteX83" fmla="*/ 2716587 w 3365481"/>
                <a:gd name="connsiteY83" fmla="*/ 2402825 h 2848231"/>
                <a:gd name="connsiteX84" fmla="*/ 2818696 w 3365481"/>
                <a:gd name="connsiteY84" fmla="*/ 2222707 h 2848231"/>
                <a:gd name="connsiteX85" fmla="*/ 2896801 w 3365481"/>
                <a:gd name="connsiteY85" fmla="*/ 2030302 h 2848231"/>
                <a:gd name="connsiteX86" fmla="*/ 2948998 w 3365481"/>
                <a:gd name="connsiteY86" fmla="*/ 1843898 h 2848231"/>
                <a:gd name="connsiteX87" fmla="*/ 3006148 w 3365481"/>
                <a:gd name="connsiteY87" fmla="*/ 1605773 h 2848231"/>
                <a:gd name="connsiteX88" fmla="*/ 3055011 w 3365481"/>
                <a:gd name="connsiteY88" fmla="*/ 1393080 h 2848231"/>
                <a:gd name="connsiteX89" fmla="*/ 3106827 w 3365481"/>
                <a:gd name="connsiteY89" fmla="*/ 1174766 h 2848231"/>
                <a:gd name="connsiteX90" fmla="*/ 3272371 w 3365481"/>
                <a:gd name="connsiteY90" fmla="*/ 471917 h 2848231"/>
                <a:gd name="connsiteX91" fmla="*/ 3365336 w 3365481"/>
                <a:gd name="connsiteY91" fmla="*/ 86059 h 2848231"/>
                <a:gd name="connsiteX92" fmla="*/ 1001135 w 3365481"/>
                <a:gd name="connsiteY92" fmla="*/ 828342 h 2848231"/>
                <a:gd name="connsiteX93" fmla="*/ 873119 w 3365481"/>
                <a:gd name="connsiteY93" fmla="*/ 1203056 h 2848231"/>
                <a:gd name="connsiteX94" fmla="*/ 751294 w 3365481"/>
                <a:gd name="connsiteY94" fmla="*/ 1362028 h 2848231"/>
                <a:gd name="connsiteX95" fmla="*/ 534029 w 3365481"/>
                <a:gd name="connsiteY95" fmla="*/ 1381078 h 2848231"/>
                <a:gd name="connsiteX96" fmla="*/ 469354 w 3365481"/>
                <a:gd name="connsiteY96" fmla="*/ 1254872 h 2848231"/>
                <a:gd name="connsiteX97" fmla="*/ 476498 w 3365481"/>
                <a:gd name="connsiteY97" fmla="*/ 1072945 h 2848231"/>
                <a:gd name="connsiteX98" fmla="*/ 626326 w 3365481"/>
                <a:gd name="connsiteY98" fmla="*/ 543354 h 2848231"/>
                <a:gd name="connsiteX99" fmla="*/ 778155 w 3365481"/>
                <a:gd name="connsiteY99" fmla="*/ 315993 h 2848231"/>
                <a:gd name="connsiteX100" fmla="*/ 905123 w 3365481"/>
                <a:gd name="connsiteY100" fmla="*/ 257128 h 2848231"/>
                <a:gd name="connsiteX101" fmla="*/ 1001611 w 3365481"/>
                <a:gd name="connsiteY101" fmla="*/ 309325 h 2848231"/>
                <a:gd name="connsiteX102" fmla="*/ 1045236 w 3365481"/>
                <a:gd name="connsiteY102" fmla="*/ 460487 h 2848231"/>
                <a:gd name="connsiteX103" fmla="*/ 1001135 w 3365481"/>
                <a:gd name="connsiteY103" fmla="*/ 828438 h 2848231"/>
                <a:gd name="connsiteX104" fmla="*/ 2415121 w 3365481"/>
                <a:gd name="connsiteY104" fmla="*/ 2093453 h 2848231"/>
                <a:gd name="connsiteX105" fmla="*/ 2281771 w 3365481"/>
                <a:gd name="connsiteY105" fmla="*/ 2450736 h 2848231"/>
                <a:gd name="connsiteX106" fmla="*/ 1992593 w 3365481"/>
                <a:gd name="connsiteY106" fmla="*/ 2623424 h 2848231"/>
                <a:gd name="connsiteX107" fmla="*/ 1843240 w 3365481"/>
                <a:gd name="connsiteY107" fmla="*/ 2590087 h 2848231"/>
                <a:gd name="connsiteX108" fmla="*/ 1795615 w 3365481"/>
                <a:gd name="connsiteY108" fmla="*/ 2426542 h 2848231"/>
                <a:gd name="connsiteX109" fmla="*/ 1874292 w 3365481"/>
                <a:gd name="connsiteY109" fmla="*/ 2316624 h 2848231"/>
                <a:gd name="connsiteX110" fmla="*/ 2072031 w 3365481"/>
                <a:gd name="connsiteY110" fmla="*/ 2183274 h 2848231"/>
                <a:gd name="connsiteX111" fmla="*/ 2433981 w 3365481"/>
                <a:gd name="connsiteY111" fmla="*/ 2013824 h 2848231"/>
                <a:gd name="connsiteX112" fmla="*/ 2415121 w 3365481"/>
                <a:gd name="connsiteY112" fmla="*/ 2093453 h 284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3365481" h="2848231">
                  <a:moveTo>
                    <a:pt x="3364669" y="85392"/>
                  </a:moveTo>
                  <a:cubicBezTo>
                    <a:pt x="3353525" y="41196"/>
                    <a:pt x="3353525" y="41196"/>
                    <a:pt x="3305233" y="41196"/>
                  </a:cubicBezTo>
                  <a:cubicBezTo>
                    <a:pt x="3208967" y="41196"/>
                    <a:pt x="3112637" y="41196"/>
                    <a:pt x="3016244" y="41196"/>
                  </a:cubicBezTo>
                  <a:cubicBezTo>
                    <a:pt x="2930519" y="41196"/>
                    <a:pt x="2898991" y="68247"/>
                    <a:pt x="2880037" y="150353"/>
                  </a:cubicBezTo>
                  <a:cubicBezTo>
                    <a:pt x="2841937" y="317231"/>
                    <a:pt x="2800693" y="483728"/>
                    <a:pt x="2760879" y="650130"/>
                  </a:cubicBezTo>
                  <a:cubicBezTo>
                    <a:pt x="2728875" y="784432"/>
                    <a:pt x="2698014" y="919020"/>
                    <a:pt x="2663438" y="1052751"/>
                  </a:cubicBezTo>
                  <a:cubicBezTo>
                    <a:pt x="2638483" y="1149049"/>
                    <a:pt x="2599240" y="1238965"/>
                    <a:pt x="2533041" y="1314879"/>
                  </a:cubicBezTo>
                  <a:cubicBezTo>
                    <a:pt x="2475891" y="1380888"/>
                    <a:pt x="2405692" y="1422321"/>
                    <a:pt x="2313966" y="1415083"/>
                  </a:cubicBezTo>
                  <a:cubicBezTo>
                    <a:pt x="2289677" y="1413178"/>
                    <a:pt x="2264245" y="1411844"/>
                    <a:pt x="2247767" y="1388984"/>
                  </a:cubicBezTo>
                  <a:cubicBezTo>
                    <a:pt x="2247207" y="1387714"/>
                    <a:pt x="2246730" y="1386409"/>
                    <a:pt x="2246338" y="1385079"/>
                  </a:cubicBezTo>
                  <a:cubicBezTo>
                    <a:pt x="2211382" y="1365076"/>
                    <a:pt x="2199857" y="1330691"/>
                    <a:pt x="2196142" y="1292591"/>
                  </a:cubicBezTo>
                  <a:cubicBezTo>
                    <a:pt x="2189474" y="1225916"/>
                    <a:pt x="2202619" y="1161622"/>
                    <a:pt x="2219478" y="1097709"/>
                  </a:cubicBezTo>
                  <a:cubicBezTo>
                    <a:pt x="2275040" y="862188"/>
                    <a:pt x="2330539" y="626666"/>
                    <a:pt x="2385975" y="391145"/>
                  </a:cubicBezTo>
                  <a:cubicBezTo>
                    <a:pt x="2410073" y="289132"/>
                    <a:pt x="2435505" y="187405"/>
                    <a:pt x="2460175" y="85583"/>
                  </a:cubicBezTo>
                  <a:lnTo>
                    <a:pt x="2458651" y="85583"/>
                  </a:lnTo>
                  <a:cubicBezTo>
                    <a:pt x="2450936" y="41577"/>
                    <a:pt x="2450936" y="41577"/>
                    <a:pt x="2404073" y="41577"/>
                  </a:cubicBezTo>
                  <a:cubicBezTo>
                    <a:pt x="2307775" y="41577"/>
                    <a:pt x="2211382" y="41577"/>
                    <a:pt x="2115084" y="41577"/>
                  </a:cubicBezTo>
                  <a:cubicBezTo>
                    <a:pt x="2029359" y="41577"/>
                    <a:pt x="1997260" y="66152"/>
                    <a:pt x="1977257" y="149781"/>
                  </a:cubicBezTo>
                  <a:cubicBezTo>
                    <a:pt x="1896041" y="487919"/>
                    <a:pt x="1814951" y="826215"/>
                    <a:pt x="1733989" y="1164670"/>
                  </a:cubicBezTo>
                  <a:cubicBezTo>
                    <a:pt x="1713772" y="1252239"/>
                    <a:pt x="1661903" y="1329244"/>
                    <a:pt x="1588351" y="1380888"/>
                  </a:cubicBezTo>
                  <a:cubicBezTo>
                    <a:pt x="1552712" y="1407213"/>
                    <a:pt x="1508654" y="1419549"/>
                    <a:pt x="1464526" y="1415559"/>
                  </a:cubicBezTo>
                  <a:cubicBezTo>
                    <a:pt x="1446143" y="1414034"/>
                    <a:pt x="1428331" y="1410606"/>
                    <a:pt x="1414996" y="1395937"/>
                  </a:cubicBezTo>
                  <a:cubicBezTo>
                    <a:pt x="1414069" y="1394354"/>
                    <a:pt x="1413273" y="1392697"/>
                    <a:pt x="1412615" y="1390984"/>
                  </a:cubicBezTo>
                  <a:cubicBezTo>
                    <a:pt x="1375658" y="1372601"/>
                    <a:pt x="1364419" y="1338120"/>
                    <a:pt x="1361752" y="1299639"/>
                  </a:cubicBezTo>
                  <a:cubicBezTo>
                    <a:pt x="1357370" y="1237346"/>
                    <a:pt x="1371277" y="1177338"/>
                    <a:pt x="1387945" y="1117998"/>
                  </a:cubicBezTo>
                  <a:cubicBezTo>
                    <a:pt x="1420426" y="976647"/>
                    <a:pt x="1452335" y="835105"/>
                    <a:pt x="1485481" y="693945"/>
                  </a:cubicBezTo>
                  <a:cubicBezTo>
                    <a:pt x="1531963" y="496460"/>
                    <a:pt x="1578954" y="299165"/>
                    <a:pt x="1626452" y="102061"/>
                  </a:cubicBezTo>
                  <a:cubicBezTo>
                    <a:pt x="1627690" y="96822"/>
                    <a:pt x="1629785" y="91584"/>
                    <a:pt x="1631595" y="86345"/>
                  </a:cubicBezTo>
                  <a:cubicBezTo>
                    <a:pt x="1630851" y="85831"/>
                    <a:pt x="1630150" y="85258"/>
                    <a:pt x="1629499" y="84630"/>
                  </a:cubicBezTo>
                  <a:cubicBezTo>
                    <a:pt x="1626642" y="79993"/>
                    <a:pt x="1625622" y="74455"/>
                    <a:pt x="1626642" y="69105"/>
                  </a:cubicBezTo>
                  <a:cubicBezTo>
                    <a:pt x="1631404" y="46530"/>
                    <a:pt x="1619784" y="41482"/>
                    <a:pt x="1600067" y="41577"/>
                  </a:cubicBezTo>
                  <a:cubicBezTo>
                    <a:pt x="1502912" y="41577"/>
                    <a:pt x="1405662" y="40720"/>
                    <a:pt x="1308507" y="42054"/>
                  </a:cubicBezTo>
                  <a:cubicBezTo>
                    <a:pt x="1245547" y="43006"/>
                    <a:pt x="1212495" y="69866"/>
                    <a:pt x="1194207" y="129969"/>
                  </a:cubicBezTo>
                  <a:cubicBezTo>
                    <a:pt x="1191390" y="143548"/>
                    <a:pt x="1186911" y="156729"/>
                    <a:pt x="1180872" y="169212"/>
                  </a:cubicBezTo>
                  <a:cubicBezTo>
                    <a:pt x="1178497" y="171667"/>
                    <a:pt x="1175599" y="173555"/>
                    <a:pt x="1172395" y="174737"/>
                  </a:cubicBezTo>
                  <a:cubicBezTo>
                    <a:pt x="1170204" y="186453"/>
                    <a:pt x="1167918" y="198359"/>
                    <a:pt x="1165727" y="210074"/>
                  </a:cubicBezTo>
                  <a:cubicBezTo>
                    <a:pt x="1151630" y="183309"/>
                    <a:pt x="1138200" y="157497"/>
                    <a:pt x="1124294" y="132160"/>
                  </a:cubicBezTo>
                  <a:cubicBezTo>
                    <a:pt x="1119897" y="127992"/>
                    <a:pt x="1115184" y="124170"/>
                    <a:pt x="1110196" y="120730"/>
                  </a:cubicBezTo>
                  <a:cubicBezTo>
                    <a:pt x="1001135" y="-9572"/>
                    <a:pt x="857212" y="-15192"/>
                    <a:pt x="707575" y="14812"/>
                  </a:cubicBezTo>
                  <a:cubicBezTo>
                    <a:pt x="563747" y="43387"/>
                    <a:pt x="449828" y="127398"/>
                    <a:pt x="354483" y="235792"/>
                  </a:cubicBezTo>
                  <a:cubicBezTo>
                    <a:pt x="161506" y="454867"/>
                    <a:pt x="66447" y="718424"/>
                    <a:pt x="21108" y="1002459"/>
                  </a:cubicBezTo>
                  <a:cubicBezTo>
                    <a:pt x="1201" y="1127332"/>
                    <a:pt x="-9753" y="1253158"/>
                    <a:pt x="11106" y="1379269"/>
                  </a:cubicBezTo>
                  <a:cubicBezTo>
                    <a:pt x="29204" y="1488044"/>
                    <a:pt x="72447" y="1583865"/>
                    <a:pt x="162459" y="1653588"/>
                  </a:cubicBezTo>
                  <a:cubicBezTo>
                    <a:pt x="166565" y="1657036"/>
                    <a:pt x="170129" y="1661082"/>
                    <a:pt x="173031" y="1665590"/>
                  </a:cubicBezTo>
                  <a:cubicBezTo>
                    <a:pt x="176842" y="1669971"/>
                    <a:pt x="180652" y="1674258"/>
                    <a:pt x="184462" y="1678353"/>
                  </a:cubicBezTo>
                  <a:cubicBezTo>
                    <a:pt x="350578" y="1766650"/>
                    <a:pt x="517837" y="1749029"/>
                    <a:pt x="685000" y="1673019"/>
                  </a:cubicBezTo>
                  <a:lnTo>
                    <a:pt x="705289" y="1663494"/>
                  </a:lnTo>
                  <a:cubicBezTo>
                    <a:pt x="792339" y="1606188"/>
                    <a:pt x="864627" y="1529136"/>
                    <a:pt x="916267" y="1438609"/>
                  </a:cubicBezTo>
                  <a:cubicBezTo>
                    <a:pt x="924173" y="1469470"/>
                    <a:pt x="930745" y="1495283"/>
                    <a:pt x="937413" y="1521001"/>
                  </a:cubicBezTo>
                  <a:cubicBezTo>
                    <a:pt x="946938" y="1521001"/>
                    <a:pt x="949700" y="1528239"/>
                    <a:pt x="952367" y="1534907"/>
                  </a:cubicBezTo>
                  <a:cubicBezTo>
                    <a:pt x="976021" y="1592747"/>
                    <a:pt x="1016379" y="1642225"/>
                    <a:pt x="1068286" y="1677020"/>
                  </a:cubicBezTo>
                  <a:cubicBezTo>
                    <a:pt x="1071523" y="1679669"/>
                    <a:pt x="1074236" y="1682899"/>
                    <a:pt x="1076287" y="1686545"/>
                  </a:cubicBezTo>
                  <a:cubicBezTo>
                    <a:pt x="1077998" y="1689054"/>
                    <a:pt x="1079843" y="1691471"/>
                    <a:pt x="1081812" y="1693784"/>
                  </a:cubicBezTo>
                  <a:cubicBezTo>
                    <a:pt x="1251928" y="1766936"/>
                    <a:pt x="1412329" y="1744457"/>
                    <a:pt x="1564444" y="1638729"/>
                  </a:cubicBezTo>
                  <a:cubicBezTo>
                    <a:pt x="1568730" y="1635777"/>
                    <a:pt x="1573493" y="1633300"/>
                    <a:pt x="1577969" y="1630633"/>
                  </a:cubicBezTo>
                  <a:cubicBezTo>
                    <a:pt x="1637858" y="1577179"/>
                    <a:pt x="1689079" y="1514744"/>
                    <a:pt x="1729798" y="1445562"/>
                  </a:cubicBezTo>
                  <a:cubicBezTo>
                    <a:pt x="1738465" y="1477947"/>
                    <a:pt x="1745895" y="1505570"/>
                    <a:pt x="1753134" y="1533002"/>
                  </a:cubicBezTo>
                  <a:lnTo>
                    <a:pt x="1753134" y="1533002"/>
                  </a:lnTo>
                  <a:cubicBezTo>
                    <a:pt x="1763230" y="1533859"/>
                    <a:pt x="1767421" y="1541765"/>
                    <a:pt x="1770946" y="1549385"/>
                  </a:cubicBezTo>
                  <a:cubicBezTo>
                    <a:pt x="1791990" y="1597365"/>
                    <a:pt x="1825915" y="1638577"/>
                    <a:pt x="1868958" y="1668447"/>
                  </a:cubicBezTo>
                  <a:cubicBezTo>
                    <a:pt x="1873191" y="1671733"/>
                    <a:pt x="1876666" y="1675891"/>
                    <a:pt x="1879149" y="1680640"/>
                  </a:cubicBezTo>
                  <a:cubicBezTo>
                    <a:pt x="1881245" y="1683116"/>
                    <a:pt x="1883245" y="1685497"/>
                    <a:pt x="1885532" y="1687878"/>
                  </a:cubicBezTo>
                  <a:cubicBezTo>
                    <a:pt x="2078603" y="1786367"/>
                    <a:pt x="2361115" y="1738075"/>
                    <a:pt x="2529421" y="1519000"/>
                  </a:cubicBezTo>
                  <a:lnTo>
                    <a:pt x="2550662" y="1490997"/>
                  </a:lnTo>
                  <a:cubicBezTo>
                    <a:pt x="2552186" y="1486139"/>
                    <a:pt x="2557044" y="1477852"/>
                    <a:pt x="2559235" y="1480043"/>
                  </a:cubicBezTo>
                  <a:cubicBezTo>
                    <a:pt x="2566950" y="1487758"/>
                    <a:pt x="2562568" y="1496807"/>
                    <a:pt x="2557044" y="1504713"/>
                  </a:cubicBezTo>
                  <a:lnTo>
                    <a:pt x="2529421" y="1624537"/>
                  </a:lnTo>
                  <a:lnTo>
                    <a:pt x="2531231" y="1624537"/>
                  </a:lnTo>
                  <a:cubicBezTo>
                    <a:pt x="2539137" y="1635872"/>
                    <a:pt x="2533232" y="1647302"/>
                    <a:pt x="2531231" y="1658542"/>
                  </a:cubicBezTo>
                  <a:cubicBezTo>
                    <a:pt x="2523421" y="1699499"/>
                    <a:pt x="2510371" y="1739409"/>
                    <a:pt x="2503514" y="1780366"/>
                  </a:cubicBezTo>
                  <a:cubicBezTo>
                    <a:pt x="2497798" y="1814847"/>
                    <a:pt x="2479415" y="1831515"/>
                    <a:pt x="2447316" y="1841516"/>
                  </a:cubicBezTo>
                  <a:cubicBezTo>
                    <a:pt x="2319585" y="1881141"/>
                    <a:pt x="2194332" y="1927241"/>
                    <a:pt x="2070983" y="1979153"/>
                  </a:cubicBezTo>
                  <a:cubicBezTo>
                    <a:pt x="1911154" y="2046304"/>
                    <a:pt x="1754658" y="2120504"/>
                    <a:pt x="1613783" y="2223564"/>
                  </a:cubicBezTo>
                  <a:cubicBezTo>
                    <a:pt x="1546251" y="2273094"/>
                    <a:pt x="1485196" y="2329483"/>
                    <a:pt x="1438999" y="2400443"/>
                  </a:cubicBezTo>
                  <a:cubicBezTo>
                    <a:pt x="1400423" y="2459594"/>
                    <a:pt x="1389660" y="2524268"/>
                    <a:pt x="1397566" y="2593706"/>
                  </a:cubicBezTo>
                  <a:cubicBezTo>
                    <a:pt x="1398709" y="2604183"/>
                    <a:pt x="1402900" y="2614756"/>
                    <a:pt x="1397566" y="2624852"/>
                  </a:cubicBezTo>
                  <a:cubicBezTo>
                    <a:pt x="1401191" y="2626481"/>
                    <a:pt x="1404007" y="2629503"/>
                    <a:pt x="1405376" y="2633235"/>
                  </a:cubicBezTo>
                  <a:cubicBezTo>
                    <a:pt x="1425664" y="2688003"/>
                    <a:pt x="1468051" y="2725436"/>
                    <a:pt x="1507865" y="2765061"/>
                  </a:cubicBezTo>
                  <a:cubicBezTo>
                    <a:pt x="1510532" y="2768394"/>
                    <a:pt x="1513294" y="2771728"/>
                    <a:pt x="1515580" y="2775253"/>
                  </a:cubicBezTo>
                  <a:cubicBezTo>
                    <a:pt x="1574064" y="2802113"/>
                    <a:pt x="1633310" y="2825830"/>
                    <a:pt x="1698079" y="2835069"/>
                  </a:cubicBezTo>
                  <a:cubicBezTo>
                    <a:pt x="1914964" y="2866407"/>
                    <a:pt x="2123847" y="2842404"/>
                    <a:pt x="2323205" y="2748201"/>
                  </a:cubicBezTo>
                  <a:cubicBezTo>
                    <a:pt x="2328063" y="2746011"/>
                    <a:pt x="2332730" y="2744582"/>
                    <a:pt x="2338064" y="2742677"/>
                  </a:cubicBezTo>
                  <a:cubicBezTo>
                    <a:pt x="2421919" y="2697460"/>
                    <a:pt x="2499533" y="2641524"/>
                    <a:pt x="2568950" y="2576275"/>
                  </a:cubicBezTo>
                  <a:cubicBezTo>
                    <a:pt x="2622516" y="2522310"/>
                    <a:pt x="2671872" y="2464324"/>
                    <a:pt x="2716587" y="2402825"/>
                  </a:cubicBezTo>
                  <a:cubicBezTo>
                    <a:pt x="2752592" y="2343770"/>
                    <a:pt x="2788025" y="2284715"/>
                    <a:pt x="2818696" y="2222707"/>
                  </a:cubicBezTo>
                  <a:cubicBezTo>
                    <a:pt x="2844794" y="2158572"/>
                    <a:pt x="2870829" y="2094437"/>
                    <a:pt x="2896801" y="2030302"/>
                  </a:cubicBezTo>
                  <a:cubicBezTo>
                    <a:pt x="2914200" y="1968199"/>
                    <a:pt x="2931599" y="1906064"/>
                    <a:pt x="2948998" y="1843898"/>
                  </a:cubicBezTo>
                  <a:cubicBezTo>
                    <a:pt x="2965857" y="1764174"/>
                    <a:pt x="2983383" y="1684640"/>
                    <a:pt x="3006148" y="1605773"/>
                  </a:cubicBezTo>
                  <a:cubicBezTo>
                    <a:pt x="3022340" y="1534907"/>
                    <a:pt x="3038818" y="1464041"/>
                    <a:pt x="3055011" y="1393080"/>
                  </a:cubicBezTo>
                  <a:cubicBezTo>
                    <a:pt x="3072283" y="1320309"/>
                    <a:pt x="3089555" y="1247538"/>
                    <a:pt x="3106827" y="1174766"/>
                  </a:cubicBezTo>
                  <a:cubicBezTo>
                    <a:pt x="3161945" y="940705"/>
                    <a:pt x="3217127" y="706422"/>
                    <a:pt x="3272371" y="471917"/>
                  </a:cubicBezTo>
                  <a:cubicBezTo>
                    <a:pt x="3302947" y="343139"/>
                    <a:pt x="3334379" y="214742"/>
                    <a:pt x="3365336" y="86059"/>
                  </a:cubicBezTo>
                  <a:close/>
                  <a:moveTo>
                    <a:pt x="1001135" y="828342"/>
                  </a:moveTo>
                  <a:cubicBezTo>
                    <a:pt x="970655" y="957311"/>
                    <a:pt x="933984" y="1084374"/>
                    <a:pt x="873119" y="1203056"/>
                  </a:cubicBezTo>
                  <a:cubicBezTo>
                    <a:pt x="842068" y="1263349"/>
                    <a:pt x="805777" y="1319737"/>
                    <a:pt x="751294" y="1362028"/>
                  </a:cubicBezTo>
                  <a:cubicBezTo>
                    <a:pt x="682238" y="1415559"/>
                    <a:pt x="598037" y="1422798"/>
                    <a:pt x="534029" y="1381078"/>
                  </a:cubicBezTo>
                  <a:cubicBezTo>
                    <a:pt x="487928" y="1351646"/>
                    <a:pt x="474117" y="1304878"/>
                    <a:pt x="469354" y="1254872"/>
                  </a:cubicBezTo>
                  <a:cubicBezTo>
                    <a:pt x="464063" y="1194171"/>
                    <a:pt x="466463" y="1133044"/>
                    <a:pt x="476498" y="1072945"/>
                  </a:cubicBezTo>
                  <a:cubicBezTo>
                    <a:pt x="497524" y="889484"/>
                    <a:pt x="548121" y="710638"/>
                    <a:pt x="626326" y="543354"/>
                  </a:cubicBezTo>
                  <a:cubicBezTo>
                    <a:pt x="665093" y="459915"/>
                    <a:pt x="710432" y="380191"/>
                    <a:pt x="778155" y="315993"/>
                  </a:cubicBezTo>
                  <a:cubicBezTo>
                    <a:pt x="813683" y="282369"/>
                    <a:pt x="853021" y="255604"/>
                    <a:pt x="905123" y="257128"/>
                  </a:cubicBezTo>
                  <a:cubicBezTo>
                    <a:pt x="946081" y="258271"/>
                    <a:pt x="979323" y="273606"/>
                    <a:pt x="1001611" y="309325"/>
                  </a:cubicBezTo>
                  <a:cubicBezTo>
                    <a:pt x="1035616" y="354093"/>
                    <a:pt x="1042283" y="407242"/>
                    <a:pt x="1045236" y="460487"/>
                  </a:cubicBezTo>
                  <a:cubicBezTo>
                    <a:pt x="1052380" y="585550"/>
                    <a:pt x="1029615" y="707470"/>
                    <a:pt x="1001135" y="828438"/>
                  </a:cubicBezTo>
                  <a:close/>
                  <a:moveTo>
                    <a:pt x="2415121" y="2093453"/>
                  </a:moveTo>
                  <a:cubicBezTo>
                    <a:pt x="2385689" y="2218230"/>
                    <a:pt x="2357114" y="2343293"/>
                    <a:pt x="2281771" y="2450736"/>
                  </a:cubicBezTo>
                  <a:cubicBezTo>
                    <a:pt x="2211286" y="2551224"/>
                    <a:pt x="2118037" y="2615042"/>
                    <a:pt x="1992593" y="2623424"/>
                  </a:cubicBezTo>
                  <a:cubicBezTo>
                    <a:pt x="1940014" y="2627044"/>
                    <a:pt x="1887818" y="2622662"/>
                    <a:pt x="1843240" y="2590087"/>
                  </a:cubicBezTo>
                  <a:cubicBezTo>
                    <a:pt x="1788948" y="2551987"/>
                    <a:pt x="1772184" y="2496265"/>
                    <a:pt x="1795615" y="2426542"/>
                  </a:cubicBezTo>
                  <a:cubicBezTo>
                    <a:pt x="1810702" y="2383088"/>
                    <a:pt x="1838023" y="2344917"/>
                    <a:pt x="1874292" y="2316624"/>
                  </a:cubicBezTo>
                  <a:cubicBezTo>
                    <a:pt x="1932585" y="2260617"/>
                    <a:pt x="2000498" y="2219183"/>
                    <a:pt x="2072031" y="2183274"/>
                  </a:cubicBezTo>
                  <a:cubicBezTo>
                    <a:pt x="2186331" y="2116599"/>
                    <a:pt x="2309299" y="2067259"/>
                    <a:pt x="2433981" y="2013824"/>
                  </a:cubicBezTo>
                  <a:cubicBezTo>
                    <a:pt x="2431968" y="2041201"/>
                    <a:pt x="2425602" y="2068082"/>
                    <a:pt x="2415121" y="2093453"/>
                  </a:cubicBezTo>
                  <a:close/>
                </a:path>
              </a:pathLst>
            </a:custGeom>
            <a:solidFill>
              <a:srgbClr val="FEFEFE"/>
            </a:solidFill>
            <a:ln w="952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C54E1F2-059D-4D82-0210-4431F895274D}"/>
                </a:ext>
              </a:extLst>
            </p:cNvPr>
            <p:cNvSpPr/>
            <p:nvPr/>
          </p:nvSpPr>
          <p:spPr>
            <a:xfrm>
              <a:off x="3207433" y="1952339"/>
              <a:ext cx="2035996" cy="2740641"/>
            </a:xfrm>
            <a:custGeom>
              <a:avLst/>
              <a:gdLst>
                <a:gd name="connsiteX0" fmla="*/ 2035838 w 2035996"/>
                <a:gd name="connsiteY0" fmla="*/ 2349740 h 2740641"/>
                <a:gd name="connsiteX1" fmla="*/ 1952113 w 2035996"/>
                <a:gd name="connsiteY1" fmla="*/ 2599104 h 2740641"/>
                <a:gd name="connsiteX2" fmla="*/ 1687127 w 2035996"/>
                <a:gd name="connsiteY2" fmla="*/ 2729883 h 2740641"/>
                <a:gd name="connsiteX3" fmla="*/ 1290697 w 2035996"/>
                <a:gd name="connsiteY3" fmla="*/ 2724263 h 2740641"/>
                <a:gd name="connsiteX4" fmla="*/ 647664 w 2035996"/>
                <a:gd name="connsiteY4" fmla="*/ 2685401 h 2740641"/>
                <a:gd name="connsiteX5" fmla="*/ 288762 w 2035996"/>
                <a:gd name="connsiteY5" fmla="*/ 2697498 h 2740641"/>
                <a:gd name="connsiteX6" fmla="*/ 50637 w 2035996"/>
                <a:gd name="connsiteY6" fmla="*/ 2720453 h 2740641"/>
                <a:gd name="connsiteX7" fmla="*/ 45970 w 2035996"/>
                <a:gd name="connsiteY7" fmla="*/ 2715976 h 2740641"/>
                <a:gd name="connsiteX8" fmla="*/ 2345 w 2035996"/>
                <a:gd name="connsiteY8" fmla="*/ 2720167 h 2740641"/>
                <a:gd name="connsiteX9" fmla="*/ 2345 w 2035996"/>
                <a:gd name="connsiteY9" fmla="*/ 2679971 h 2740641"/>
                <a:gd name="connsiteX10" fmla="*/ 25872 w 2035996"/>
                <a:gd name="connsiteY10" fmla="*/ 2607486 h 2740641"/>
                <a:gd name="connsiteX11" fmla="*/ 62543 w 2035996"/>
                <a:gd name="connsiteY11" fmla="*/ 2489377 h 2740641"/>
                <a:gd name="connsiteX12" fmla="*/ 61400 w 2035996"/>
                <a:gd name="connsiteY12" fmla="*/ 2482328 h 2740641"/>
                <a:gd name="connsiteX13" fmla="*/ 82260 w 2035996"/>
                <a:gd name="connsiteY13" fmla="*/ 2399746 h 2740641"/>
                <a:gd name="connsiteX14" fmla="*/ 101310 w 2035996"/>
                <a:gd name="connsiteY14" fmla="*/ 2316212 h 2740641"/>
                <a:gd name="connsiteX15" fmla="*/ 140934 w 2035996"/>
                <a:gd name="connsiteY15" fmla="*/ 2144762 h 2740641"/>
                <a:gd name="connsiteX16" fmla="*/ 210847 w 2035996"/>
                <a:gd name="connsiteY16" fmla="*/ 1841677 h 2740641"/>
                <a:gd name="connsiteX17" fmla="*/ 212848 w 2035996"/>
                <a:gd name="connsiteY17" fmla="*/ 1836057 h 2740641"/>
                <a:gd name="connsiteX18" fmla="*/ 216943 w 2035996"/>
                <a:gd name="connsiteY18" fmla="*/ 1823770 h 2740641"/>
                <a:gd name="connsiteX19" fmla="*/ 341626 w 2035996"/>
                <a:gd name="connsiteY19" fmla="*/ 1283702 h 2740641"/>
                <a:gd name="connsiteX20" fmla="*/ 578798 w 2035996"/>
                <a:gd name="connsiteY20" fmla="*/ 247763 h 2740641"/>
                <a:gd name="connsiteX21" fmla="*/ 589943 w 2035996"/>
                <a:gd name="connsiteY21" fmla="*/ 16115 h 2740641"/>
                <a:gd name="connsiteX22" fmla="*/ 588323 w 2035996"/>
                <a:gd name="connsiteY22" fmla="*/ -173 h 2740641"/>
                <a:gd name="connsiteX23" fmla="*/ 597848 w 2035996"/>
                <a:gd name="connsiteY23" fmla="*/ 1541 h 2740641"/>
                <a:gd name="connsiteX24" fmla="*/ 1001994 w 2035996"/>
                <a:gd name="connsiteY24" fmla="*/ 1541 h 2740641"/>
                <a:gd name="connsiteX25" fmla="*/ 1168015 w 2035996"/>
                <a:gd name="connsiteY25" fmla="*/ 72407 h 2740641"/>
                <a:gd name="connsiteX26" fmla="*/ 1176682 w 2035996"/>
                <a:gd name="connsiteY26" fmla="*/ 77741 h 2740641"/>
                <a:gd name="connsiteX27" fmla="*/ 1176682 w 2035996"/>
                <a:gd name="connsiteY27" fmla="*/ 77741 h 2740641"/>
                <a:gd name="connsiteX28" fmla="*/ 1178111 w 2035996"/>
                <a:gd name="connsiteY28" fmla="*/ 181088 h 2740641"/>
                <a:gd name="connsiteX29" fmla="*/ 951130 w 2035996"/>
                <a:gd name="connsiteY29" fmla="*/ 1145970 h 2740641"/>
                <a:gd name="connsiteX30" fmla="*/ 883979 w 2035996"/>
                <a:gd name="connsiteY30" fmla="*/ 1442103 h 2740641"/>
                <a:gd name="connsiteX31" fmla="*/ 838545 w 2035996"/>
                <a:gd name="connsiteY31" fmla="*/ 1634603 h 2740641"/>
                <a:gd name="connsiteX32" fmla="*/ 766346 w 2035996"/>
                <a:gd name="connsiteY32" fmla="*/ 1936069 h 2740641"/>
                <a:gd name="connsiteX33" fmla="*/ 709196 w 2035996"/>
                <a:gd name="connsiteY33" fmla="*/ 2180290 h 2740641"/>
                <a:gd name="connsiteX34" fmla="*/ 680621 w 2035996"/>
                <a:gd name="connsiteY34" fmla="*/ 2296685 h 2740641"/>
                <a:gd name="connsiteX35" fmla="*/ 722245 w 2035996"/>
                <a:gd name="connsiteY35" fmla="*/ 2345930 h 2740641"/>
                <a:gd name="connsiteX36" fmla="*/ 728341 w 2035996"/>
                <a:gd name="connsiteY36" fmla="*/ 2352502 h 2740641"/>
                <a:gd name="connsiteX37" fmla="*/ 744057 w 2035996"/>
                <a:gd name="connsiteY37" fmla="*/ 2354788 h 2740641"/>
                <a:gd name="connsiteX38" fmla="*/ 1269170 w 2035996"/>
                <a:gd name="connsiteY38" fmla="*/ 2365552 h 2740641"/>
                <a:gd name="connsiteX39" fmla="*/ 1704558 w 2035996"/>
                <a:gd name="connsiteY39" fmla="*/ 2383077 h 2740641"/>
                <a:gd name="connsiteX40" fmla="*/ 1971258 w 2035996"/>
                <a:gd name="connsiteY40" fmla="*/ 2322689 h 2740641"/>
                <a:gd name="connsiteX41" fmla="*/ 2029837 w 2035996"/>
                <a:gd name="connsiteY41" fmla="*/ 2344120 h 2740641"/>
                <a:gd name="connsiteX42" fmla="*/ 2035838 w 2035996"/>
                <a:gd name="connsiteY42" fmla="*/ 2349740 h 274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35996" h="2740641">
                  <a:moveTo>
                    <a:pt x="2035838" y="2349740"/>
                  </a:moveTo>
                  <a:cubicBezTo>
                    <a:pt x="2036504" y="2442228"/>
                    <a:pt x="2011835" y="2526524"/>
                    <a:pt x="1952113" y="2599104"/>
                  </a:cubicBezTo>
                  <a:cubicBezTo>
                    <a:pt x="1879151" y="2673685"/>
                    <a:pt x="1789330" y="2713404"/>
                    <a:pt x="1687127" y="2729883"/>
                  </a:cubicBezTo>
                  <a:cubicBezTo>
                    <a:pt x="1554444" y="2751028"/>
                    <a:pt x="1422428" y="2735883"/>
                    <a:pt x="1290697" y="2724263"/>
                  </a:cubicBezTo>
                  <a:cubicBezTo>
                    <a:pt x="1076670" y="2705213"/>
                    <a:pt x="862738" y="2685401"/>
                    <a:pt x="647664" y="2685401"/>
                  </a:cubicBezTo>
                  <a:cubicBezTo>
                    <a:pt x="528030" y="2685401"/>
                    <a:pt x="408301" y="2690830"/>
                    <a:pt x="288762" y="2697498"/>
                  </a:cubicBezTo>
                  <a:cubicBezTo>
                    <a:pt x="209038" y="2701879"/>
                    <a:pt x="128932" y="2705689"/>
                    <a:pt x="50637" y="2720453"/>
                  </a:cubicBezTo>
                  <a:cubicBezTo>
                    <a:pt x="49246" y="2718797"/>
                    <a:pt x="47681" y="2717297"/>
                    <a:pt x="45970" y="2715976"/>
                  </a:cubicBezTo>
                  <a:cubicBezTo>
                    <a:pt x="30539" y="2713119"/>
                    <a:pt x="14251" y="2706451"/>
                    <a:pt x="2345" y="2720167"/>
                  </a:cubicBezTo>
                  <a:cubicBezTo>
                    <a:pt x="-4989" y="2707689"/>
                    <a:pt x="6632" y="2692926"/>
                    <a:pt x="2345" y="2679971"/>
                  </a:cubicBezTo>
                  <a:cubicBezTo>
                    <a:pt x="25872" y="2660921"/>
                    <a:pt x="27682" y="2635109"/>
                    <a:pt x="25872" y="2607486"/>
                  </a:cubicBezTo>
                  <a:cubicBezTo>
                    <a:pt x="56542" y="2573863"/>
                    <a:pt x="61210" y="2532144"/>
                    <a:pt x="62543" y="2489377"/>
                  </a:cubicBezTo>
                  <a:cubicBezTo>
                    <a:pt x="62543" y="2487090"/>
                    <a:pt x="61781" y="2484709"/>
                    <a:pt x="61400" y="2482328"/>
                  </a:cubicBezTo>
                  <a:lnTo>
                    <a:pt x="82260" y="2399746"/>
                  </a:lnTo>
                  <a:cubicBezTo>
                    <a:pt x="91650" y="2372683"/>
                    <a:pt x="98038" y="2344670"/>
                    <a:pt x="101310" y="2316212"/>
                  </a:cubicBezTo>
                  <a:cubicBezTo>
                    <a:pt x="117686" y="2259841"/>
                    <a:pt x="130915" y="2202602"/>
                    <a:pt x="140934" y="2144762"/>
                  </a:cubicBezTo>
                  <a:cubicBezTo>
                    <a:pt x="167540" y="2044559"/>
                    <a:pt x="190845" y="1943530"/>
                    <a:pt x="210847" y="1841677"/>
                  </a:cubicBezTo>
                  <a:cubicBezTo>
                    <a:pt x="211820" y="1839927"/>
                    <a:pt x="212496" y="1838028"/>
                    <a:pt x="212848" y="1836057"/>
                  </a:cubicBezTo>
                  <a:cubicBezTo>
                    <a:pt x="214455" y="1832045"/>
                    <a:pt x="215822" y="1827943"/>
                    <a:pt x="216943" y="1823770"/>
                  </a:cubicBezTo>
                  <a:cubicBezTo>
                    <a:pt x="258536" y="1643874"/>
                    <a:pt x="300097" y="1463851"/>
                    <a:pt x="341626" y="1283702"/>
                  </a:cubicBezTo>
                  <a:cubicBezTo>
                    <a:pt x="421128" y="938389"/>
                    <a:pt x="500185" y="593076"/>
                    <a:pt x="578798" y="247763"/>
                  </a:cubicBezTo>
                  <a:cubicBezTo>
                    <a:pt x="595943" y="171563"/>
                    <a:pt x="606611" y="94315"/>
                    <a:pt x="589943" y="16115"/>
                  </a:cubicBezTo>
                  <a:cubicBezTo>
                    <a:pt x="589371" y="10685"/>
                    <a:pt x="588895" y="5161"/>
                    <a:pt x="588323" y="-173"/>
                  </a:cubicBezTo>
                  <a:cubicBezTo>
                    <a:pt x="591440" y="683"/>
                    <a:pt x="594628" y="1257"/>
                    <a:pt x="597848" y="1541"/>
                  </a:cubicBezTo>
                  <a:cubicBezTo>
                    <a:pt x="732437" y="113"/>
                    <a:pt x="867311" y="398"/>
                    <a:pt x="1001994" y="1541"/>
                  </a:cubicBezTo>
                  <a:cubicBezTo>
                    <a:pt x="1066573" y="1541"/>
                    <a:pt x="1128867" y="11066"/>
                    <a:pt x="1168015" y="72407"/>
                  </a:cubicBezTo>
                  <a:cubicBezTo>
                    <a:pt x="1171063" y="74027"/>
                    <a:pt x="1173920" y="75932"/>
                    <a:pt x="1176682" y="77741"/>
                  </a:cubicBezTo>
                  <a:lnTo>
                    <a:pt x="1176682" y="77741"/>
                  </a:lnTo>
                  <a:cubicBezTo>
                    <a:pt x="1186008" y="111498"/>
                    <a:pt x="1186500" y="147086"/>
                    <a:pt x="1178111" y="181088"/>
                  </a:cubicBezTo>
                  <a:cubicBezTo>
                    <a:pt x="1102292" y="502652"/>
                    <a:pt x="1026632" y="824279"/>
                    <a:pt x="951130" y="1145970"/>
                  </a:cubicBezTo>
                  <a:cubicBezTo>
                    <a:pt x="928080" y="1244554"/>
                    <a:pt x="906363" y="1343424"/>
                    <a:pt x="883979" y="1442103"/>
                  </a:cubicBezTo>
                  <a:cubicBezTo>
                    <a:pt x="865405" y="1505444"/>
                    <a:pt x="850737" y="1569642"/>
                    <a:pt x="838545" y="1634603"/>
                  </a:cubicBezTo>
                  <a:cubicBezTo>
                    <a:pt x="814415" y="1735060"/>
                    <a:pt x="790348" y="1835548"/>
                    <a:pt x="766346" y="1936069"/>
                  </a:cubicBezTo>
                  <a:cubicBezTo>
                    <a:pt x="747296" y="2017540"/>
                    <a:pt x="728246" y="2098946"/>
                    <a:pt x="709196" y="2180290"/>
                  </a:cubicBezTo>
                  <a:cubicBezTo>
                    <a:pt x="699671" y="2219057"/>
                    <a:pt x="690146" y="2257919"/>
                    <a:pt x="680621" y="2296685"/>
                  </a:cubicBezTo>
                  <a:cubicBezTo>
                    <a:pt x="667857" y="2350502"/>
                    <a:pt x="667762" y="2351550"/>
                    <a:pt x="722245" y="2345930"/>
                  </a:cubicBezTo>
                  <a:cubicBezTo>
                    <a:pt x="723267" y="2348878"/>
                    <a:pt x="725478" y="2351261"/>
                    <a:pt x="728341" y="2352502"/>
                  </a:cubicBezTo>
                  <a:cubicBezTo>
                    <a:pt x="733348" y="2354409"/>
                    <a:pt x="738714" y="2355190"/>
                    <a:pt x="744057" y="2354788"/>
                  </a:cubicBezTo>
                  <a:cubicBezTo>
                    <a:pt x="919317" y="2344215"/>
                    <a:pt x="1094387" y="2353359"/>
                    <a:pt x="1269170" y="2365552"/>
                  </a:cubicBezTo>
                  <a:cubicBezTo>
                    <a:pt x="1414141" y="2375648"/>
                    <a:pt x="1559111" y="2387268"/>
                    <a:pt x="1704558" y="2383077"/>
                  </a:cubicBezTo>
                  <a:cubicBezTo>
                    <a:pt x="1796951" y="2380505"/>
                    <a:pt x="1887629" y="2365837"/>
                    <a:pt x="1971258" y="2322689"/>
                  </a:cubicBezTo>
                  <a:cubicBezTo>
                    <a:pt x="2015168" y="2300020"/>
                    <a:pt x="2015073" y="2299829"/>
                    <a:pt x="2029837" y="2344120"/>
                  </a:cubicBezTo>
                  <a:cubicBezTo>
                    <a:pt x="2031206" y="2346571"/>
                    <a:pt x="2033303" y="2348535"/>
                    <a:pt x="2035838" y="2349740"/>
                  </a:cubicBezTo>
                  <a:close/>
                </a:path>
              </a:pathLst>
            </a:custGeom>
            <a:solidFill>
              <a:srgbClr val="FEFEFE"/>
            </a:solidFill>
            <a:ln w="952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EE97AE7D-BAA9-B180-A9AC-B598C8E330FC}"/>
                </a:ext>
              </a:extLst>
            </p:cNvPr>
            <p:cNvSpPr/>
            <p:nvPr/>
          </p:nvSpPr>
          <p:spPr>
            <a:xfrm>
              <a:off x="7561755" y="2369301"/>
              <a:ext cx="1392220" cy="1732997"/>
            </a:xfrm>
            <a:custGeom>
              <a:avLst/>
              <a:gdLst>
                <a:gd name="connsiteX0" fmla="*/ 1392074 w 1392220"/>
                <a:gd name="connsiteY0" fmla="*/ 133505 h 1732997"/>
                <a:gd name="connsiteX1" fmla="*/ 1367404 w 1392220"/>
                <a:gd name="connsiteY1" fmla="*/ 170843 h 1732997"/>
                <a:gd name="connsiteX2" fmla="*/ 1163283 w 1392220"/>
                <a:gd name="connsiteY2" fmla="*/ 304193 h 1732997"/>
                <a:gd name="connsiteX3" fmla="*/ 1023551 w 1392220"/>
                <a:gd name="connsiteY3" fmla="*/ 272094 h 1732997"/>
                <a:gd name="connsiteX4" fmla="*/ 889059 w 1392220"/>
                <a:gd name="connsiteY4" fmla="*/ 229422 h 1732997"/>
                <a:gd name="connsiteX5" fmla="*/ 667031 w 1392220"/>
                <a:gd name="connsiteY5" fmla="*/ 381250 h 1732997"/>
                <a:gd name="connsiteX6" fmla="*/ 752756 w 1392220"/>
                <a:gd name="connsiteY6" fmla="*/ 588038 h 1732997"/>
                <a:gd name="connsiteX7" fmla="*/ 764757 w 1392220"/>
                <a:gd name="connsiteY7" fmla="*/ 591562 h 1732997"/>
                <a:gd name="connsiteX8" fmla="*/ 765900 w 1392220"/>
                <a:gd name="connsiteY8" fmla="*/ 590800 h 1732997"/>
                <a:gd name="connsiteX9" fmla="*/ 1017741 w 1392220"/>
                <a:gd name="connsiteY9" fmla="*/ 840165 h 1732997"/>
                <a:gd name="connsiteX10" fmla="*/ 1052222 w 1392220"/>
                <a:gd name="connsiteY10" fmla="*/ 879408 h 1732997"/>
                <a:gd name="connsiteX11" fmla="*/ 1056222 w 1392220"/>
                <a:gd name="connsiteY11" fmla="*/ 885123 h 1732997"/>
                <a:gd name="connsiteX12" fmla="*/ 1090513 w 1392220"/>
                <a:gd name="connsiteY12" fmla="*/ 930176 h 1732997"/>
                <a:gd name="connsiteX13" fmla="*/ 1148901 w 1392220"/>
                <a:gd name="connsiteY13" fmla="*/ 1039428 h 1732997"/>
                <a:gd name="connsiteX14" fmla="*/ 1149758 w 1392220"/>
                <a:gd name="connsiteY14" fmla="*/ 1378899 h 1732997"/>
                <a:gd name="connsiteX15" fmla="*/ 937636 w 1392220"/>
                <a:gd name="connsiteY15" fmla="*/ 1629692 h 1732997"/>
                <a:gd name="connsiteX16" fmla="*/ 418238 w 1392220"/>
                <a:gd name="connsiteY16" fmla="*/ 1727609 h 1732997"/>
                <a:gd name="connsiteX17" fmla="*/ 46763 w 1392220"/>
                <a:gd name="connsiteY17" fmla="*/ 1612262 h 1732997"/>
                <a:gd name="connsiteX18" fmla="*/ 41714 w 1392220"/>
                <a:gd name="connsiteY18" fmla="*/ 1605975 h 1732997"/>
                <a:gd name="connsiteX19" fmla="*/ 13901 w 1392220"/>
                <a:gd name="connsiteY19" fmla="*/ 1579781 h 1732997"/>
                <a:gd name="connsiteX20" fmla="*/ 3710 w 1392220"/>
                <a:gd name="connsiteY20" fmla="*/ 1543872 h 1732997"/>
                <a:gd name="connsiteX21" fmla="*/ 194972 w 1392220"/>
                <a:gd name="connsiteY21" fmla="*/ 1389662 h 1732997"/>
                <a:gd name="connsiteX22" fmla="*/ 322512 w 1392220"/>
                <a:gd name="connsiteY22" fmla="*/ 1414999 h 1732997"/>
                <a:gd name="connsiteX23" fmla="*/ 501582 w 1392220"/>
                <a:gd name="connsiteY23" fmla="*/ 1484531 h 1732997"/>
                <a:gd name="connsiteX24" fmla="*/ 653982 w 1392220"/>
                <a:gd name="connsiteY24" fmla="*/ 1488627 h 1732997"/>
                <a:gd name="connsiteX25" fmla="*/ 773235 w 1392220"/>
                <a:gd name="connsiteY25" fmla="*/ 1300508 h 1732997"/>
                <a:gd name="connsiteX26" fmla="*/ 705131 w 1392220"/>
                <a:gd name="connsiteY26" fmla="*/ 1171159 h 1732997"/>
                <a:gd name="connsiteX27" fmla="*/ 479388 w 1392220"/>
                <a:gd name="connsiteY27" fmla="*/ 938653 h 1732997"/>
                <a:gd name="connsiteX28" fmla="*/ 350229 w 1392220"/>
                <a:gd name="connsiteY28" fmla="*/ 779300 h 1732997"/>
                <a:gd name="connsiteX29" fmla="*/ 283554 w 1392220"/>
                <a:gd name="connsiteY29" fmla="*/ 411159 h 1732997"/>
                <a:gd name="connsiteX30" fmla="*/ 581115 w 1392220"/>
                <a:gd name="connsiteY30" fmla="*/ 65211 h 1732997"/>
                <a:gd name="connsiteX31" fmla="*/ 1069367 w 1392220"/>
                <a:gd name="connsiteY31" fmla="*/ 9299 h 1732997"/>
                <a:gd name="connsiteX32" fmla="*/ 1110515 w 1392220"/>
                <a:gd name="connsiteY32" fmla="*/ 5679 h 1732997"/>
                <a:gd name="connsiteX33" fmla="*/ 1212909 w 1392220"/>
                <a:gd name="connsiteY33" fmla="*/ 30825 h 1732997"/>
                <a:gd name="connsiteX34" fmla="*/ 1212909 w 1392220"/>
                <a:gd name="connsiteY34" fmla="*/ 30825 h 1732997"/>
                <a:gd name="connsiteX35" fmla="*/ 1289109 w 1392220"/>
                <a:gd name="connsiteY35" fmla="*/ 56543 h 1732997"/>
                <a:gd name="connsiteX36" fmla="*/ 1289109 w 1392220"/>
                <a:gd name="connsiteY36" fmla="*/ 58257 h 1732997"/>
                <a:gd name="connsiteX37" fmla="*/ 1354355 w 1392220"/>
                <a:gd name="connsiteY37" fmla="*/ 86356 h 1732997"/>
                <a:gd name="connsiteX38" fmla="*/ 1354355 w 1392220"/>
                <a:gd name="connsiteY38" fmla="*/ 86356 h 1732997"/>
                <a:gd name="connsiteX39" fmla="*/ 1392074 w 1392220"/>
                <a:gd name="connsiteY39" fmla="*/ 133505 h 1732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392220" h="1732997">
                  <a:moveTo>
                    <a:pt x="1392074" y="133505"/>
                  </a:moveTo>
                  <a:cubicBezTo>
                    <a:pt x="1375691" y="140268"/>
                    <a:pt x="1373786" y="157317"/>
                    <a:pt x="1367404" y="170843"/>
                  </a:cubicBezTo>
                  <a:cubicBezTo>
                    <a:pt x="1326542" y="257044"/>
                    <a:pt x="1261010" y="304193"/>
                    <a:pt x="1163283" y="304193"/>
                  </a:cubicBezTo>
                  <a:cubicBezTo>
                    <a:pt x="1113944" y="304193"/>
                    <a:pt x="1068033" y="289810"/>
                    <a:pt x="1023551" y="272094"/>
                  </a:cubicBezTo>
                  <a:cubicBezTo>
                    <a:pt x="979070" y="254377"/>
                    <a:pt x="936684" y="236756"/>
                    <a:pt x="889059" y="229422"/>
                  </a:cubicBezTo>
                  <a:cubicBezTo>
                    <a:pt x="771044" y="210372"/>
                    <a:pt x="677032" y="272570"/>
                    <a:pt x="667031" y="381250"/>
                  </a:cubicBezTo>
                  <a:cubicBezTo>
                    <a:pt x="659601" y="463165"/>
                    <a:pt x="698368" y="529745"/>
                    <a:pt x="752756" y="588038"/>
                  </a:cubicBezTo>
                  <a:cubicBezTo>
                    <a:pt x="756030" y="590945"/>
                    <a:pt x="760431" y="592237"/>
                    <a:pt x="764757" y="591562"/>
                  </a:cubicBezTo>
                  <a:lnTo>
                    <a:pt x="765900" y="590800"/>
                  </a:lnTo>
                  <a:cubicBezTo>
                    <a:pt x="842957" y="680907"/>
                    <a:pt x="936017" y="754725"/>
                    <a:pt x="1017741" y="840165"/>
                  </a:cubicBezTo>
                  <a:cubicBezTo>
                    <a:pt x="1027035" y="855026"/>
                    <a:pt x="1038680" y="868279"/>
                    <a:pt x="1052222" y="879408"/>
                  </a:cubicBezTo>
                  <a:lnTo>
                    <a:pt x="1056222" y="885123"/>
                  </a:lnTo>
                  <a:lnTo>
                    <a:pt x="1090513" y="930176"/>
                  </a:lnTo>
                  <a:cubicBezTo>
                    <a:pt x="1112470" y="965204"/>
                    <a:pt x="1131979" y="1001709"/>
                    <a:pt x="1148901" y="1039428"/>
                  </a:cubicBezTo>
                  <a:cubicBezTo>
                    <a:pt x="1194525" y="1152585"/>
                    <a:pt x="1187001" y="1265647"/>
                    <a:pt x="1149758" y="1378899"/>
                  </a:cubicBezTo>
                  <a:cubicBezTo>
                    <a:pt x="1106771" y="1482473"/>
                    <a:pt x="1032642" y="1570117"/>
                    <a:pt x="937636" y="1629692"/>
                  </a:cubicBezTo>
                  <a:cubicBezTo>
                    <a:pt x="775711" y="1721513"/>
                    <a:pt x="600737" y="1744754"/>
                    <a:pt x="418238" y="1727609"/>
                  </a:cubicBezTo>
                  <a:cubicBezTo>
                    <a:pt x="287835" y="1714929"/>
                    <a:pt x="161412" y="1675673"/>
                    <a:pt x="46763" y="1612262"/>
                  </a:cubicBezTo>
                  <a:cubicBezTo>
                    <a:pt x="45048" y="1610261"/>
                    <a:pt x="43429" y="1608165"/>
                    <a:pt x="41714" y="1605975"/>
                  </a:cubicBezTo>
                  <a:cubicBezTo>
                    <a:pt x="34758" y="1595073"/>
                    <a:pt x="25200" y="1586072"/>
                    <a:pt x="13901" y="1579781"/>
                  </a:cubicBezTo>
                  <a:cubicBezTo>
                    <a:pt x="281" y="1570256"/>
                    <a:pt x="-4101" y="1558445"/>
                    <a:pt x="3710" y="1543872"/>
                  </a:cubicBezTo>
                  <a:cubicBezTo>
                    <a:pt x="45620" y="1465481"/>
                    <a:pt x="98960" y="1400235"/>
                    <a:pt x="194972" y="1389662"/>
                  </a:cubicBezTo>
                  <a:cubicBezTo>
                    <a:pt x="239549" y="1384709"/>
                    <a:pt x="281459" y="1397949"/>
                    <a:pt x="322512" y="1414999"/>
                  </a:cubicBezTo>
                  <a:cubicBezTo>
                    <a:pt x="381566" y="1439859"/>
                    <a:pt x="437669" y="1472149"/>
                    <a:pt x="501582" y="1484531"/>
                  </a:cubicBezTo>
                  <a:cubicBezTo>
                    <a:pt x="552350" y="1494627"/>
                    <a:pt x="602642" y="1500247"/>
                    <a:pt x="653982" y="1488627"/>
                  </a:cubicBezTo>
                  <a:cubicBezTo>
                    <a:pt x="745136" y="1467862"/>
                    <a:pt x="793904" y="1391758"/>
                    <a:pt x="773235" y="1300508"/>
                  </a:cubicBezTo>
                  <a:cubicBezTo>
                    <a:pt x="761210" y="1252564"/>
                    <a:pt x="737854" y="1208205"/>
                    <a:pt x="705131" y="1171159"/>
                  </a:cubicBezTo>
                  <a:cubicBezTo>
                    <a:pt x="635884" y="1087910"/>
                    <a:pt x="554255" y="1016377"/>
                    <a:pt x="479388" y="938653"/>
                  </a:cubicBezTo>
                  <a:cubicBezTo>
                    <a:pt x="431377" y="889753"/>
                    <a:pt x="388129" y="836395"/>
                    <a:pt x="350229" y="779300"/>
                  </a:cubicBezTo>
                  <a:cubicBezTo>
                    <a:pt x="277084" y="671479"/>
                    <a:pt x="252870" y="537784"/>
                    <a:pt x="283554" y="411159"/>
                  </a:cubicBezTo>
                  <a:cubicBezTo>
                    <a:pt x="321654" y="243424"/>
                    <a:pt x="426429" y="131219"/>
                    <a:pt x="581115" y="65211"/>
                  </a:cubicBezTo>
                  <a:cubicBezTo>
                    <a:pt x="737611" y="-1464"/>
                    <a:pt x="902108" y="-10989"/>
                    <a:pt x="1069367" y="9299"/>
                  </a:cubicBezTo>
                  <a:cubicBezTo>
                    <a:pt x="1083559" y="11014"/>
                    <a:pt x="1097942" y="15776"/>
                    <a:pt x="1110515" y="5679"/>
                  </a:cubicBezTo>
                  <a:cubicBezTo>
                    <a:pt x="1139272" y="28742"/>
                    <a:pt x="1176739" y="37943"/>
                    <a:pt x="1212909" y="30825"/>
                  </a:cubicBezTo>
                  <a:lnTo>
                    <a:pt x="1212909" y="30825"/>
                  </a:lnTo>
                  <a:cubicBezTo>
                    <a:pt x="1230325" y="54635"/>
                    <a:pt x="1260826" y="64929"/>
                    <a:pt x="1289109" y="56543"/>
                  </a:cubicBezTo>
                  <a:cubicBezTo>
                    <a:pt x="1289057" y="57113"/>
                    <a:pt x="1289057" y="57687"/>
                    <a:pt x="1289109" y="58257"/>
                  </a:cubicBezTo>
                  <a:cubicBezTo>
                    <a:pt x="1306158" y="80260"/>
                    <a:pt x="1327209" y="91976"/>
                    <a:pt x="1354355" y="86356"/>
                  </a:cubicBezTo>
                  <a:lnTo>
                    <a:pt x="1354355" y="86356"/>
                  </a:lnTo>
                  <a:cubicBezTo>
                    <a:pt x="1361880" y="106264"/>
                    <a:pt x="1392169" y="108359"/>
                    <a:pt x="1392074" y="133505"/>
                  </a:cubicBezTo>
                  <a:close/>
                </a:path>
              </a:pathLst>
            </a:custGeom>
            <a:solidFill>
              <a:srgbClr val="FEFEFE"/>
            </a:solidFill>
            <a:ln w="9525" cap="flat">
              <a:noFill/>
              <a:prstDash val="solid"/>
              <a:miter/>
            </a:ln>
          </p:spPr>
          <p:txBody>
            <a:bodyPr rtlCol="0" anchor="ctr"/>
            <a:lstStyle/>
            <a:p>
              <a:endParaRPr lang="en-IN"/>
            </a:p>
          </p:txBody>
        </p:sp>
      </p:grpSp>
      <p:grpSp>
        <p:nvGrpSpPr>
          <p:cNvPr id="46" name="Graphic 44">
            <a:extLst>
              <a:ext uri="{FF2B5EF4-FFF2-40B4-BE49-F238E27FC236}">
                <a16:creationId xmlns:a16="http://schemas.microsoft.com/office/drawing/2014/main" id="{5BE342B9-3EA3-75CC-312E-07DBA75709CD}"/>
              </a:ext>
            </a:extLst>
          </p:cNvPr>
          <p:cNvGrpSpPr/>
          <p:nvPr/>
        </p:nvGrpSpPr>
        <p:grpSpPr>
          <a:xfrm>
            <a:off x="7325447" y="4733940"/>
            <a:ext cx="1240186" cy="274944"/>
            <a:chOff x="3282291" y="5411031"/>
            <a:chExt cx="6259830" cy="1387792"/>
          </a:xfrm>
          <a:solidFill>
            <a:schemeClr val="bg1"/>
          </a:solidFill>
        </p:grpSpPr>
        <p:sp>
          <p:nvSpPr>
            <p:cNvPr id="47" name="Freeform: Shape 46">
              <a:extLst>
                <a:ext uri="{FF2B5EF4-FFF2-40B4-BE49-F238E27FC236}">
                  <a16:creationId xmlns:a16="http://schemas.microsoft.com/office/drawing/2014/main" id="{D313D1C7-13A9-180F-D53B-00000DB8D063}"/>
                </a:ext>
              </a:extLst>
            </p:cNvPr>
            <p:cNvSpPr/>
            <p:nvPr/>
          </p:nvSpPr>
          <p:spPr>
            <a:xfrm>
              <a:off x="8794408" y="5411031"/>
              <a:ext cx="747712" cy="907732"/>
            </a:xfrm>
            <a:custGeom>
              <a:avLst/>
              <a:gdLst>
                <a:gd name="connsiteX0" fmla="*/ 609600 w 747712"/>
                <a:gd name="connsiteY0" fmla="*/ 0 h 907732"/>
                <a:gd name="connsiteX1" fmla="*/ 267652 w 747712"/>
                <a:gd name="connsiteY1" fmla="*/ 731520 h 907732"/>
                <a:gd name="connsiteX2" fmla="*/ 139065 w 747712"/>
                <a:gd name="connsiteY2" fmla="*/ 454343 h 907732"/>
                <a:gd name="connsiteX3" fmla="*/ 0 w 747712"/>
                <a:gd name="connsiteY3" fmla="*/ 454343 h 907732"/>
                <a:gd name="connsiteX4" fmla="*/ 211455 w 747712"/>
                <a:gd name="connsiteY4" fmla="*/ 907733 h 907732"/>
                <a:gd name="connsiteX5" fmla="*/ 323850 w 747712"/>
                <a:gd name="connsiteY5" fmla="*/ 907733 h 907732"/>
                <a:gd name="connsiteX6" fmla="*/ 747713 w 747712"/>
                <a:gd name="connsiteY6" fmla="*/ 0 h 90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7712" h="907732">
                  <a:moveTo>
                    <a:pt x="609600" y="0"/>
                  </a:moveTo>
                  <a:lnTo>
                    <a:pt x="267652" y="731520"/>
                  </a:lnTo>
                  <a:lnTo>
                    <a:pt x="139065" y="454343"/>
                  </a:lnTo>
                  <a:lnTo>
                    <a:pt x="0" y="454343"/>
                  </a:lnTo>
                  <a:lnTo>
                    <a:pt x="211455" y="907733"/>
                  </a:lnTo>
                  <a:lnTo>
                    <a:pt x="323850" y="907733"/>
                  </a:lnTo>
                  <a:lnTo>
                    <a:pt x="747713" y="0"/>
                  </a:lnTo>
                  <a:close/>
                </a:path>
              </a:pathLst>
            </a:custGeom>
            <a:grpFill/>
            <a:ln w="9525"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6B67043E-DC59-557A-E1B7-4671377154F8}"/>
                </a:ext>
              </a:extLst>
            </p:cNvPr>
            <p:cNvSpPr/>
            <p:nvPr/>
          </p:nvSpPr>
          <p:spPr>
            <a:xfrm>
              <a:off x="3282291" y="5543428"/>
              <a:ext cx="5515927" cy="1255394"/>
            </a:xfrm>
            <a:custGeom>
              <a:avLst/>
              <a:gdLst>
                <a:gd name="connsiteX0" fmla="*/ 4654868 w 5515927"/>
                <a:gd name="connsiteY0" fmla="*/ 1225868 h 1255394"/>
                <a:gd name="connsiteX1" fmla="*/ 4930140 w 5515927"/>
                <a:gd name="connsiteY1" fmla="*/ 1225868 h 1255394"/>
                <a:gd name="connsiteX2" fmla="*/ 4930140 w 5515927"/>
                <a:gd name="connsiteY2" fmla="*/ 721995 h 1255394"/>
                <a:gd name="connsiteX3" fmla="*/ 5095875 w 5515927"/>
                <a:gd name="connsiteY3" fmla="*/ 525780 h 1255394"/>
                <a:gd name="connsiteX4" fmla="*/ 5240655 w 5515927"/>
                <a:gd name="connsiteY4" fmla="*/ 688658 h 1255394"/>
                <a:gd name="connsiteX5" fmla="*/ 5240655 w 5515927"/>
                <a:gd name="connsiteY5" fmla="*/ 1225868 h 1255394"/>
                <a:gd name="connsiteX6" fmla="*/ 5515928 w 5515927"/>
                <a:gd name="connsiteY6" fmla="*/ 1225868 h 1255394"/>
                <a:gd name="connsiteX7" fmla="*/ 5515928 w 5515927"/>
                <a:gd name="connsiteY7" fmla="*/ 636270 h 1255394"/>
                <a:gd name="connsiteX8" fmla="*/ 5201603 w 5515927"/>
                <a:gd name="connsiteY8" fmla="*/ 295275 h 1255394"/>
                <a:gd name="connsiteX9" fmla="*/ 4926330 w 5515927"/>
                <a:gd name="connsiteY9" fmla="*/ 445770 h 1255394"/>
                <a:gd name="connsiteX10" fmla="*/ 4920615 w 5515927"/>
                <a:gd name="connsiteY10" fmla="*/ 445770 h 1255394"/>
                <a:gd name="connsiteX11" fmla="*/ 4920615 w 5515927"/>
                <a:gd name="connsiteY11" fmla="*/ 321945 h 1255394"/>
                <a:gd name="connsiteX12" fmla="*/ 4653915 w 5515927"/>
                <a:gd name="connsiteY12" fmla="*/ 321945 h 1255394"/>
                <a:gd name="connsiteX13" fmla="*/ 4654868 w 5515927"/>
                <a:gd name="connsiteY13" fmla="*/ 1225868 h 1255394"/>
                <a:gd name="connsiteX14" fmla="*/ 4654868 w 5515927"/>
                <a:gd name="connsiteY14" fmla="*/ 1225868 h 1255394"/>
                <a:gd name="connsiteX15" fmla="*/ 4113848 w 5515927"/>
                <a:gd name="connsiteY15" fmla="*/ 297180 h 1255394"/>
                <a:gd name="connsiteX16" fmla="*/ 3633788 w 5515927"/>
                <a:gd name="connsiteY16" fmla="*/ 776288 h 1255394"/>
                <a:gd name="connsiteX17" fmla="*/ 4113848 w 5515927"/>
                <a:gd name="connsiteY17" fmla="*/ 1255395 h 1255394"/>
                <a:gd name="connsiteX18" fmla="*/ 4593908 w 5515927"/>
                <a:gd name="connsiteY18" fmla="*/ 776288 h 1255394"/>
                <a:gd name="connsiteX19" fmla="*/ 4113848 w 5515927"/>
                <a:gd name="connsiteY19" fmla="*/ 297180 h 1255394"/>
                <a:gd name="connsiteX20" fmla="*/ 4111943 w 5515927"/>
                <a:gd name="connsiteY20" fmla="*/ 1051560 h 1255394"/>
                <a:gd name="connsiteX21" fmla="*/ 3911918 w 5515927"/>
                <a:gd name="connsiteY21" fmla="*/ 776288 h 1255394"/>
                <a:gd name="connsiteX22" fmla="*/ 4111943 w 5515927"/>
                <a:gd name="connsiteY22" fmla="*/ 501015 h 1255394"/>
                <a:gd name="connsiteX23" fmla="*/ 4314825 w 5515927"/>
                <a:gd name="connsiteY23" fmla="*/ 776288 h 1255394"/>
                <a:gd name="connsiteX24" fmla="*/ 4111943 w 5515927"/>
                <a:gd name="connsiteY24" fmla="*/ 1051560 h 1255394"/>
                <a:gd name="connsiteX25" fmla="*/ 2848928 w 5515927"/>
                <a:gd name="connsiteY25" fmla="*/ 1225868 h 1255394"/>
                <a:gd name="connsiteX26" fmla="*/ 3622358 w 5515927"/>
                <a:gd name="connsiteY26" fmla="*/ 1225868 h 1255394"/>
                <a:gd name="connsiteX27" fmla="*/ 3622358 w 5515927"/>
                <a:gd name="connsiteY27" fmla="*/ 1008698 h 1255394"/>
                <a:gd name="connsiteX28" fmla="*/ 3184208 w 5515927"/>
                <a:gd name="connsiteY28" fmla="*/ 1008698 h 1255394"/>
                <a:gd name="connsiteX29" fmla="*/ 3184208 w 5515927"/>
                <a:gd name="connsiteY29" fmla="*/ 1002983 h 1255394"/>
                <a:gd name="connsiteX30" fmla="*/ 3603308 w 5515927"/>
                <a:gd name="connsiteY30" fmla="*/ 533400 h 1255394"/>
                <a:gd name="connsiteX31" fmla="*/ 3603308 w 5515927"/>
                <a:gd name="connsiteY31" fmla="*/ 320993 h 1255394"/>
                <a:gd name="connsiteX32" fmla="*/ 2848928 w 5515927"/>
                <a:gd name="connsiteY32" fmla="*/ 320993 h 1255394"/>
                <a:gd name="connsiteX33" fmla="*/ 2848928 w 5515927"/>
                <a:gd name="connsiteY33" fmla="*/ 539115 h 1255394"/>
                <a:gd name="connsiteX34" fmla="*/ 3272790 w 5515927"/>
                <a:gd name="connsiteY34" fmla="*/ 539115 h 1255394"/>
                <a:gd name="connsiteX35" fmla="*/ 3272790 w 5515927"/>
                <a:gd name="connsiteY35" fmla="*/ 544830 h 1255394"/>
                <a:gd name="connsiteX36" fmla="*/ 2848928 w 5515927"/>
                <a:gd name="connsiteY36" fmla="*/ 1018223 h 1255394"/>
                <a:gd name="connsiteX37" fmla="*/ 2848928 w 5515927"/>
                <a:gd name="connsiteY37" fmla="*/ 1225868 h 1255394"/>
                <a:gd name="connsiteX38" fmla="*/ 2848928 w 5515927"/>
                <a:gd name="connsiteY38" fmla="*/ 1225868 h 1255394"/>
                <a:gd name="connsiteX39" fmla="*/ 2495550 w 5515927"/>
                <a:gd name="connsiteY39" fmla="*/ 1225868 h 1255394"/>
                <a:gd name="connsiteX40" fmla="*/ 2772728 w 5515927"/>
                <a:gd name="connsiteY40" fmla="*/ 1225868 h 1255394"/>
                <a:gd name="connsiteX41" fmla="*/ 2772728 w 5515927"/>
                <a:gd name="connsiteY41" fmla="*/ 321945 h 1255394"/>
                <a:gd name="connsiteX42" fmla="*/ 2495550 w 5515927"/>
                <a:gd name="connsiteY42" fmla="*/ 321945 h 1255394"/>
                <a:gd name="connsiteX43" fmla="*/ 2495550 w 5515927"/>
                <a:gd name="connsiteY43" fmla="*/ 1225868 h 1255394"/>
                <a:gd name="connsiteX44" fmla="*/ 1852613 w 5515927"/>
                <a:gd name="connsiteY44" fmla="*/ 1225868 h 1255394"/>
                <a:gd name="connsiteX45" fmla="*/ 2128838 w 5515927"/>
                <a:gd name="connsiteY45" fmla="*/ 1225868 h 1255394"/>
                <a:gd name="connsiteX46" fmla="*/ 2128838 w 5515927"/>
                <a:gd name="connsiteY46" fmla="*/ 810578 h 1255394"/>
                <a:gd name="connsiteX47" fmla="*/ 2414588 w 5515927"/>
                <a:gd name="connsiteY47" fmla="*/ 561975 h 1255394"/>
                <a:gd name="connsiteX48" fmla="*/ 2420303 w 5515927"/>
                <a:gd name="connsiteY48" fmla="*/ 561975 h 1255394"/>
                <a:gd name="connsiteX49" fmla="*/ 2420303 w 5515927"/>
                <a:gd name="connsiteY49" fmla="*/ 323850 h 1255394"/>
                <a:gd name="connsiteX50" fmla="*/ 2364105 w 5515927"/>
                <a:gd name="connsiteY50" fmla="*/ 317183 h 1255394"/>
                <a:gd name="connsiteX51" fmla="*/ 2122170 w 5515927"/>
                <a:gd name="connsiteY51" fmla="*/ 472440 h 1255394"/>
                <a:gd name="connsiteX52" fmla="*/ 2116455 w 5515927"/>
                <a:gd name="connsiteY52" fmla="*/ 472440 h 1255394"/>
                <a:gd name="connsiteX53" fmla="*/ 2116455 w 5515927"/>
                <a:gd name="connsiteY53" fmla="*/ 321945 h 1255394"/>
                <a:gd name="connsiteX54" fmla="*/ 1852613 w 5515927"/>
                <a:gd name="connsiteY54" fmla="*/ 321945 h 1255394"/>
                <a:gd name="connsiteX55" fmla="*/ 1852613 w 5515927"/>
                <a:gd name="connsiteY55" fmla="*/ 1225868 h 1255394"/>
                <a:gd name="connsiteX56" fmla="*/ 1345883 w 5515927"/>
                <a:gd name="connsiteY56" fmla="*/ 1052513 h 1255394"/>
                <a:gd name="connsiteX57" fmla="*/ 1135380 w 5515927"/>
                <a:gd name="connsiteY57" fmla="*/ 851535 h 1255394"/>
                <a:gd name="connsiteX58" fmla="*/ 1786890 w 5515927"/>
                <a:gd name="connsiteY58" fmla="*/ 851535 h 1255394"/>
                <a:gd name="connsiteX59" fmla="*/ 1629728 w 5515927"/>
                <a:gd name="connsiteY59" fmla="*/ 404813 h 1255394"/>
                <a:gd name="connsiteX60" fmla="*/ 1325880 w 5515927"/>
                <a:gd name="connsiteY60" fmla="*/ 295275 h 1255394"/>
                <a:gd name="connsiteX61" fmla="*/ 864870 w 5515927"/>
                <a:gd name="connsiteY61" fmla="*/ 772478 h 1255394"/>
                <a:gd name="connsiteX62" fmla="*/ 1343978 w 5515927"/>
                <a:gd name="connsiteY62" fmla="*/ 1252538 h 1255394"/>
                <a:gd name="connsiteX63" fmla="*/ 1621155 w 5515927"/>
                <a:gd name="connsiteY63" fmla="*/ 1171575 h 1255394"/>
                <a:gd name="connsiteX64" fmla="*/ 1772603 w 5515927"/>
                <a:gd name="connsiteY64" fmla="*/ 958215 h 1255394"/>
                <a:gd name="connsiteX65" fmla="*/ 1507808 w 5515927"/>
                <a:gd name="connsiteY65" fmla="*/ 958215 h 1255394"/>
                <a:gd name="connsiteX66" fmla="*/ 1345883 w 5515927"/>
                <a:gd name="connsiteY66" fmla="*/ 1052513 h 1255394"/>
                <a:gd name="connsiteX67" fmla="*/ 1331595 w 5515927"/>
                <a:gd name="connsiteY67" fmla="*/ 492443 h 1255394"/>
                <a:gd name="connsiteX68" fmla="*/ 1506855 w 5515927"/>
                <a:gd name="connsiteY68" fmla="*/ 670560 h 1255394"/>
                <a:gd name="connsiteX69" fmla="*/ 1137285 w 5515927"/>
                <a:gd name="connsiteY69" fmla="*/ 670560 h 1255394"/>
                <a:gd name="connsiteX70" fmla="*/ 1331595 w 5515927"/>
                <a:gd name="connsiteY70" fmla="*/ 492443 h 1255394"/>
                <a:gd name="connsiteX71" fmla="*/ 314325 w 5515927"/>
                <a:gd name="connsiteY71" fmla="*/ 1225868 h 1255394"/>
                <a:gd name="connsiteX72" fmla="*/ 603885 w 5515927"/>
                <a:gd name="connsiteY72" fmla="*/ 1225868 h 1255394"/>
                <a:gd name="connsiteX73" fmla="*/ 918210 w 5515927"/>
                <a:gd name="connsiteY73" fmla="*/ 321945 h 1255394"/>
                <a:gd name="connsiteX74" fmla="*/ 641033 w 5515927"/>
                <a:gd name="connsiteY74" fmla="*/ 321945 h 1255394"/>
                <a:gd name="connsiteX75" fmla="*/ 464820 w 5515927"/>
                <a:gd name="connsiteY75" fmla="*/ 902970 h 1255394"/>
                <a:gd name="connsiteX76" fmla="*/ 461010 w 5515927"/>
                <a:gd name="connsiteY76" fmla="*/ 902970 h 1255394"/>
                <a:gd name="connsiteX77" fmla="*/ 284798 w 5515927"/>
                <a:gd name="connsiteY77" fmla="*/ 321945 h 1255394"/>
                <a:gd name="connsiteX78" fmla="*/ 0 w 5515927"/>
                <a:gd name="connsiteY78" fmla="*/ 321945 h 1255394"/>
                <a:gd name="connsiteX79" fmla="*/ 314325 w 5515927"/>
                <a:gd name="connsiteY79" fmla="*/ 1225868 h 1255394"/>
                <a:gd name="connsiteX80" fmla="*/ 2495550 w 5515927"/>
                <a:gd name="connsiteY80" fmla="*/ 0 h 1255394"/>
                <a:gd name="connsiteX81" fmla="*/ 2772728 w 5515927"/>
                <a:gd name="connsiteY81" fmla="*/ 0 h 1255394"/>
                <a:gd name="connsiteX82" fmla="*/ 2772728 w 5515927"/>
                <a:gd name="connsiteY82" fmla="*/ 245745 h 1255394"/>
                <a:gd name="connsiteX83" fmla="*/ 2495550 w 5515927"/>
                <a:gd name="connsiteY83" fmla="*/ 245745 h 1255394"/>
                <a:gd name="connsiteX84" fmla="*/ 2495550 w 5515927"/>
                <a:gd name="connsiteY84" fmla="*/ 0 h 125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515927" h="1255394">
                  <a:moveTo>
                    <a:pt x="4654868" y="1225868"/>
                  </a:moveTo>
                  <a:lnTo>
                    <a:pt x="4930140" y="1225868"/>
                  </a:lnTo>
                  <a:lnTo>
                    <a:pt x="4930140" y="721995"/>
                  </a:lnTo>
                  <a:cubicBezTo>
                    <a:pt x="4930140" y="606743"/>
                    <a:pt x="4996815" y="525780"/>
                    <a:pt x="5095875" y="525780"/>
                  </a:cubicBezTo>
                  <a:cubicBezTo>
                    <a:pt x="5191125" y="525780"/>
                    <a:pt x="5240655" y="592455"/>
                    <a:pt x="5240655" y="688658"/>
                  </a:cubicBezTo>
                  <a:lnTo>
                    <a:pt x="5240655" y="1225868"/>
                  </a:lnTo>
                  <a:lnTo>
                    <a:pt x="5515928" y="1225868"/>
                  </a:lnTo>
                  <a:lnTo>
                    <a:pt x="5515928" y="636270"/>
                  </a:lnTo>
                  <a:cubicBezTo>
                    <a:pt x="5515928" y="436245"/>
                    <a:pt x="5395913" y="295275"/>
                    <a:pt x="5201603" y="295275"/>
                  </a:cubicBezTo>
                  <a:cubicBezTo>
                    <a:pt x="5077778" y="295275"/>
                    <a:pt x="4991100" y="348615"/>
                    <a:pt x="4926330" y="445770"/>
                  </a:cubicBezTo>
                  <a:lnTo>
                    <a:pt x="4920615" y="445770"/>
                  </a:lnTo>
                  <a:lnTo>
                    <a:pt x="4920615" y="321945"/>
                  </a:lnTo>
                  <a:lnTo>
                    <a:pt x="4653915" y="321945"/>
                  </a:lnTo>
                  <a:lnTo>
                    <a:pt x="4654868" y="1225868"/>
                  </a:lnTo>
                  <a:lnTo>
                    <a:pt x="4654868" y="1225868"/>
                  </a:lnTo>
                  <a:close/>
                  <a:moveTo>
                    <a:pt x="4113848" y="297180"/>
                  </a:moveTo>
                  <a:cubicBezTo>
                    <a:pt x="3826193" y="297180"/>
                    <a:pt x="3633788" y="503873"/>
                    <a:pt x="3633788" y="776288"/>
                  </a:cubicBezTo>
                  <a:cubicBezTo>
                    <a:pt x="3633788" y="1046798"/>
                    <a:pt x="3826193" y="1255395"/>
                    <a:pt x="4113848" y="1255395"/>
                  </a:cubicBezTo>
                  <a:cubicBezTo>
                    <a:pt x="4401503" y="1255395"/>
                    <a:pt x="4593908" y="1046798"/>
                    <a:pt x="4593908" y="776288"/>
                  </a:cubicBezTo>
                  <a:cubicBezTo>
                    <a:pt x="4594860" y="503873"/>
                    <a:pt x="4401503" y="297180"/>
                    <a:pt x="4113848" y="297180"/>
                  </a:cubicBezTo>
                  <a:close/>
                  <a:moveTo>
                    <a:pt x="4111943" y="1051560"/>
                  </a:moveTo>
                  <a:cubicBezTo>
                    <a:pt x="3981450" y="1051560"/>
                    <a:pt x="3911918" y="942023"/>
                    <a:pt x="3911918" y="776288"/>
                  </a:cubicBezTo>
                  <a:cubicBezTo>
                    <a:pt x="3911918" y="608648"/>
                    <a:pt x="3980498" y="501015"/>
                    <a:pt x="4111943" y="501015"/>
                  </a:cubicBezTo>
                  <a:cubicBezTo>
                    <a:pt x="4242435" y="501015"/>
                    <a:pt x="4314825" y="608648"/>
                    <a:pt x="4314825" y="776288"/>
                  </a:cubicBezTo>
                  <a:cubicBezTo>
                    <a:pt x="4315778" y="942023"/>
                    <a:pt x="4243388" y="1051560"/>
                    <a:pt x="4111943" y="1051560"/>
                  </a:cubicBezTo>
                  <a:close/>
                  <a:moveTo>
                    <a:pt x="2848928" y="1225868"/>
                  </a:moveTo>
                  <a:lnTo>
                    <a:pt x="3622358" y="1225868"/>
                  </a:lnTo>
                  <a:lnTo>
                    <a:pt x="3622358" y="1008698"/>
                  </a:lnTo>
                  <a:lnTo>
                    <a:pt x="3184208" y="1008698"/>
                  </a:lnTo>
                  <a:lnTo>
                    <a:pt x="3184208" y="1002983"/>
                  </a:lnTo>
                  <a:lnTo>
                    <a:pt x="3603308" y="533400"/>
                  </a:lnTo>
                  <a:lnTo>
                    <a:pt x="3603308" y="320993"/>
                  </a:lnTo>
                  <a:lnTo>
                    <a:pt x="2848928" y="320993"/>
                  </a:lnTo>
                  <a:lnTo>
                    <a:pt x="2848928" y="539115"/>
                  </a:lnTo>
                  <a:lnTo>
                    <a:pt x="3272790" y="539115"/>
                  </a:lnTo>
                  <a:lnTo>
                    <a:pt x="3272790" y="544830"/>
                  </a:lnTo>
                  <a:lnTo>
                    <a:pt x="2848928" y="1018223"/>
                  </a:lnTo>
                  <a:lnTo>
                    <a:pt x="2848928" y="1225868"/>
                  </a:lnTo>
                  <a:lnTo>
                    <a:pt x="2848928" y="1225868"/>
                  </a:lnTo>
                  <a:close/>
                  <a:moveTo>
                    <a:pt x="2495550" y="1225868"/>
                  </a:moveTo>
                  <a:lnTo>
                    <a:pt x="2772728" y="1225868"/>
                  </a:lnTo>
                  <a:lnTo>
                    <a:pt x="2772728" y="321945"/>
                  </a:lnTo>
                  <a:lnTo>
                    <a:pt x="2495550" y="321945"/>
                  </a:lnTo>
                  <a:lnTo>
                    <a:pt x="2495550" y="1225868"/>
                  </a:lnTo>
                  <a:close/>
                  <a:moveTo>
                    <a:pt x="1852613" y="1225868"/>
                  </a:moveTo>
                  <a:lnTo>
                    <a:pt x="2128838" y="1225868"/>
                  </a:lnTo>
                  <a:lnTo>
                    <a:pt x="2128838" y="810578"/>
                  </a:lnTo>
                  <a:cubicBezTo>
                    <a:pt x="2128838" y="621983"/>
                    <a:pt x="2242185" y="538163"/>
                    <a:pt x="2414588" y="561975"/>
                  </a:cubicBezTo>
                  <a:lnTo>
                    <a:pt x="2420303" y="561975"/>
                  </a:lnTo>
                  <a:lnTo>
                    <a:pt x="2420303" y="323850"/>
                  </a:lnTo>
                  <a:cubicBezTo>
                    <a:pt x="2406015" y="318135"/>
                    <a:pt x="2389823" y="317183"/>
                    <a:pt x="2364105" y="317183"/>
                  </a:cubicBezTo>
                  <a:cubicBezTo>
                    <a:pt x="2256473" y="317183"/>
                    <a:pt x="2184083" y="366713"/>
                    <a:pt x="2122170" y="472440"/>
                  </a:cubicBezTo>
                  <a:lnTo>
                    <a:pt x="2116455" y="472440"/>
                  </a:lnTo>
                  <a:lnTo>
                    <a:pt x="2116455" y="321945"/>
                  </a:lnTo>
                  <a:lnTo>
                    <a:pt x="1852613" y="321945"/>
                  </a:lnTo>
                  <a:lnTo>
                    <a:pt x="1852613" y="1225868"/>
                  </a:lnTo>
                  <a:close/>
                  <a:moveTo>
                    <a:pt x="1345883" y="1052513"/>
                  </a:moveTo>
                  <a:cubicBezTo>
                    <a:pt x="1223963" y="1052513"/>
                    <a:pt x="1149668" y="973455"/>
                    <a:pt x="1135380" y="851535"/>
                  </a:cubicBezTo>
                  <a:lnTo>
                    <a:pt x="1786890" y="851535"/>
                  </a:lnTo>
                  <a:cubicBezTo>
                    <a:pt x="1788795" y="657225"/>
                    <a:pt x="1737360" y="501968"/>
                    <a:pt x="1629728" y="404813"/>
                  </a:cubicBezTo>
                  <a:cubicBezTo>
                    <a:pt x="1553528" y="334328"/>
                    <a:pt x="1453515" y="295275"/>
                    <a:pt x="1325880" y="295275"/>
                  </a:cubicBezTo>
                  <a:cubicBezTo>
                    <a:pt x="1053465" y="295275"/>
                    <a:pt x="864870" y="501968"/>
                    <a:pt x="864870" y="772478"/>
                  </a:cubicBezTo>
                  <a:cubicBezTo>
                    <a:pt x="864870" y="1044893"/>
                    <a:pt x="1044893" y="1252538"/>
                    <a:pt x="1343978" y="1252538"/>
                  </a:cubicBezTo>
                  <a:cubicBezTo>
                    <a:pt x="1457325" y="1252538"/>
                    <a:pt x="1546860" y="1222058"/>
                    <a:pt x="1621155" y="1171575"/>
                  </a:cubicBezTo>
                  <a:cubicBezTo>
                    <a:pt x="1700213" y="1117283"/>
                    <a:pt x="1757363" y="1037273"/>
                    <a:pt x="1772603" y="958215"/>
                  </a:cubicBezTo>
                  <a:lnTo>
                    <a:pt x="1507808" y="958215"/>
                  </a:lnTo>
                  <a:cubicBezTo>
                    <a:pt x="1482090" y="1017270"/>
                    <a:pt x="1426845" y="1052513"/>
                    <a:pt x="1345883" y="1052513"/>
                  </a:cubicBezTo>
                  <a:close/>
                  <a:moveTo>
                    <a:pt x="1331595" y="492443"/>
                  </a:moveTo>
                  <a:cubicBezTo>
                    <a:pt x="1428750" y="492443"/>
                    <a:pt x="1495425" y="564833"/>
                    <a:pt x="1506855" y="670560"/>
                  </a:cubicBezTo>
                  <a:lnTo>
                    <a:pt x="1137285" y="670560"/>
                  </a:lnTo>
                  <a:cubicBezTo>
                    <a:pt x="1159193" y="563880"/>
                    <a:pt x="1217295" y="492443"/>
                    <a:pt x="1331595" y="492443"/>
                  </a:cubicBezTo>
                  <a:close/>
                  <a:moveTo>
                    <a:pt x="314325" y="1225868"/>
                  </a:moveTo>
                  <a:lnTo>
                    <a:pt x="603885" y="1225868"/>
                  </a:lnTo>
                  <a:lnTo>
                    <a:pt x="918210" y="321945"/>
                  </a:lnTo>
                  <a:lnTo>
                    <a:pt x="641033" y="321945"/>
                  </a:lnTo>
                  <a:lnTo>
                    <a:pt x="464820" y="902970"/>
                  </a:lnTo>
                  <a:lnTo>
                    <a:pt x="461010" y="902970"/>
                  </a:lnTo>
                  <a:lnTo>
                    <a:pt x="284798" y="321945"/>
                  </a:lnTo>
                  <a:lnTo>
                    <a:pt x="0" y="321945"/>
                  </a:lnTo>
                  <a:lnTo>
                    <a:pt x="314325" y="1225868"/>
                  </a:lnTo>
                  <a:close/>
                  <a:moveTo>
                    <a:pt x="2495550" y="0"/>
                  </a:moveTo>
                  <a:lnTo>
                    <a:pt x="2772728" y="0"/>
                  </a:lnTo>
                  <a:lnTo>
                    <a:pt x="2772728" y="245745"/>
                  </a:lnTo>
                  <a:lnTo>
                    <a:pt x="2495550" y="245745"/>
                  </a:lnTo>
                  <a:lnTo>
                    <a:pt x="2495550" y="0"/>
                  </a:lnTo>
                  <a:close/>
                </a:path>
              </a:pathLst>
            </a:custGeom>
            <a:grpFill/>
            <a:ln w="9525" cap="flat">
              <a:noFill/>
              <a:prstDash val="solid"/>
              <a:miter/>
            </a:ln>
          </p:spPr>
          <p:txBody>
            <a:bodyPr rtlCol="0" anchor="ctr"/>
            <a:lstStyle/>
            <a:p>
              <a:endParaRPr lang="en-IN"/>
            </a:p>
          </p:txBody>
        </p:sp>
      </p:grpSp>
      <p:grpSp>
        <p:nvGrpSpPr>
          <p:cNvPr id="56" name="Group 55">
            <a:extLst>
              <a:ext uri="{FF2B5EF4-FFF2-40B4-BE49-F238E27FC236}">
                <a16:creationId xmlns:a16="http://schemas.microsoft.com/office/drawing/2014/main" id="{86DDAF53-C4F3-B24B-B25A-8C090347BEC1}"/>
              </a:ext>
            </a:extLst>
          </p:cNvPr>
          <p:cNvGrpSpPr/>
          <p:nvPr/>
        </p:nvGrpSpPr>
        <p:grpSpPr>
          <a:xfrm>
            <a:off x="9041038" y="4713477"/>
            <a:ext cx="1139402" cy="361014"/>
            <a:chOff x="8721588" y="4674370"/>
            <a:chExt cx="1654012" cy="524068"/>
          </a:xfrm>
        </p:grpSpPr>
        <p:sp>
          <p:nvSpPr>
            <p:cNvPr id="54" name="Freeform: Shape 53">
              <a:extLst>
                <a:ext uri="{FF2B5EF4-FFF2-40B4-BE49-F238E27FC236}">
                  <a16:creationId xmlns:a16="http://schemas.microsoft.com/office/drawing/2014/main" id="{F09CC918-0B5F-8A32-130D-3900F117455E}"/>
                </a:ext>
              </a:extLst>
            </p:cNvPr>
            <p:cNvSpPr/>
            <p:nvPr/>
          </p:nvSpPr>
          <p:spPr>
            <a:xfrm>
              <a:off x="8721588" y="4674370"/>
              <a:ext cx="1654012" cy="524068"/>
            </a:xfrm>
            <a:custGeom>
              <a:avLst/>
              <a:gdLst>
                <a:gd name="connsiteX0" fmla="*/ 8538832 w 9524999"/>
                <a:gd name="connsiteY0" fmla="*/ 1508744 h 3017969"/>
                <a:gd name="connsiteX1" fmla="*/ 8538880 w 9524999"/>
                <a:gd name="connsiteY1" fmla="*/ 1508715 h 3017969"/>
                <a:gd name="connsiteX2" fmla="*/ 9525000 w 9524999"/>
                <a:gd name="connsiteY2" fmla="*/ 0 h 3017969"/>
                <a:gd name="connsiteX3" fmla="*/ 4776149 w 9524999"/>
                <a:gd name="connsiteY3" fmla="*/ 784261 h 3017969"/>
                <a:gd name="connsiteX4" fmla="*/ 4776149 w 9524999"/>
                <a:gd name="connsiteY4" fmla="*/ 631330 h 3017969"/>
                <a:gd name="connsiteX5" fmla="*/ 4695632 w 9524999"/>
                <a:gd name="connsiteY5" fmla="*/ 761739 h 3017969"/>
                <a:gd name="connsiteX6" fmla="*/ 1972650 w 9524999"/>
                <a:gd name="connsiteY6" fmla="*/ 0 h 3017969"/>
                <a:gd name="connsiteX7" fmla="*/ 1505199 w 9524999"/>
                <a:gd name="connsiteY7" fmla="*/ 715150 h 3017969"/>
                <a:gd name="connsiteX8" fmla="*/ 1344430 w 9524999"/>
                <a:gd name="connsiteY8" fmla="*/ 705071 h 3017969"/>
                <a:gd name="connsiteX9" fmla="*/ 899936 w 9524999"/>
                <a:gd name="connsiteY9" fmla="*/ 974666 h 3017969"/>
                <a:gd name="connsiteX10" fmla="*/ 903168 w 9524999"/>
                <a:gd name="connsiteY10" fmla="*/ 1010620 h 3017969"/>
                <a:gd name="connsiteX11" fmla="*/ 1344430 w 9524999"/>
                <a:gd name="connsiteY11" fmla="*/ 778570 h 3017969"/>
                <a:gd name="connsiteX12" fmla="*/ 1460323 w 9524999"/>
                <a:gd name="connsiteY12" fmla="*/ 783827 h 3017969"/>
                <a:gd name="connsiteX13" fmla="*/ 1174885 w 9524999"/>
                <a:gd name="connsiteY13" fmla="*/ 1220533 h 3017969"/>
                <a:gd name="connsiteX14" fmla="*/ 815175 w 9524999"/>
                <a:gd name="connsiteY14" fmla="*/ 973267 h 3017969"/>
                <a:gd name="connsiteX15" fmla="*/ 815175 w 9524999"/>
                <a:gd name="connsiteY15" fmla="*/ 1046598 h 3017969"/>
                <a:gd name="connsiteX16" fmla="*/ 1128103 w 9524999"/>
                <a:gd name="connsiteY16" fmla="*/ 1292079 h 3017969"/>
                <a:gd name="connsiteX17" fmla="*/ 0 w 9524999"/>
                <a:gd name="connsiteY17" fmla="*/ 3017969 h 3017969"/>
                <a:gd name="connsiteX18" fmla="*/ 4762500 w 9524999"/>
                <a:gd name="connsiteY18" fmla="*/ 2231442 h 3017969"/>
                <a:gd name="connsiteX19" fmla="*/ 7552351 w 9524999"/>
                <a:gd name="connsiteY19" fmla="*/ 3017969 h 3017969"/>
                <a:gd name="connsiteX20" fmla="*/ 8449586 w 9524999"/>
                <a:gd name="connsiteY20" fmla="*/ 1645301 h 3017969"/>
                <a:gd name="connsiteX21" fmla="*/ 8553590 w 9524999"/>
                <a:gd name="connsiteY21" fmla="*/ 1617474 h 3017969"/>
                <a:gd name="connsiteX22" fmla="*/ 8553590 w 9524999"/>
                <a:gd name="connsiteY22" fmla="*/ 1543974 h 3017969"/>
                <a:gd name="connsiteX23" fmla="*/ 8502854 w 9524999"/>
                <a:gd name="connsiteY23" fmla="*/ 1563796 h 3017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524999" h="3017969">
                  <a:moveTo>
                    <a:pt x="8538832" y="1508744"/>
                  </a:moveTo>
                  <a:cubicBezTo>
                    <a:pt x="8538861" y="1508744"/>
                    <a:pt x="8538880" y="1508715"/>
                    <a:pt x="8538880" y="1508715"/>
                  </a:cubicBezTo>
                  <a:cubicBezTo>
                    <a:pt x="8538880" y="1508719"/>
                    <a:pt x="9525000" y="0"/>
                    <a:pt x="9525000" y="0"/>
                  </a:cubicBezTo>
                  <a:lnTo>
                    <a:pt x="4776149" y="784261"/>
                  </a:lnTo>
                  <a:lnTo>
                    <a:pt x="4776149" y="631330"/>
                  </a:lnTo>
                  <a:cubicBezTo>
                    <a:pt x="4753385" y="668152"/>
                    <a:pt x="4725871" y="712715"/>
                    <a:pt x="4695632" y="761739"/>
                  </a:cubicBezTo>
                  <a:lnTo>
                    <a:pt x="1972650" y="0"/>
                  </a:lnTo>
                  <a:lnTo>
                    <a:pt x="1505199" y="715150"/>
                  </a:lnTo>
                  <a:cubicBezTo>
                    <a:pt x="1454583" y="708881"/>
                    <a:pt x="1400906" y="705071"/>
                    <a:pt x="1344430" y="705071"/>
                  </a:cubicBezTo>
                  <a:cubicBezTo>
                    <a:pt x="1068566" y="705071"/>
                    <a:pt x="900346" y="816526"/>
                    <a:pt x="899936" y="974666"/>
                  </a:cubicBezTo>
                  <a:cubicBezTo>
                    <a:pt x="899888" y="987157"/>
                    <a:pt x="900973" y="999141"/>
                    <a:pt x="903168" y="1010620"/>
                  </a:cubicBezTo>
                  <a:cubicBezTo>
                    <a:pt x="928294" y="872736"/>
                    <a:pt x="1091064" y="778570"/>
                    <a:pt x="1344430" y="778570"/>
                  </a:cubicBezTo>
                  <a:cubicBezTo>
                    <a:pt x="1384508" y="778570"/>
                    <a:pt x="1423139" y="780499"/>
                    <a:pt x="1460323" y="783827"/>
                  </a:cubicBezTo>
                  <a:lnTo>
                    <a:pt x="1174885" y="1220533"/>
                  </a:lnTo>
                  <a:cubicBezTo>
                    <a:pt x="935649" y="1217229"/>
                    <a:pt x="815272" y="1118096"/>
                    <a:pt x="815175" y="973267"/>
                  </a:cubicBezTo>
                  <a:lnTo>
                    <a:pt x="815175" y="1046598"/>
                  </a:lnTo>
                  <a:cubicBezTo>
                    <a:pt x="815175" y="1181733"/>
                    <a:pt x="919879" y="1277152"/>
                    <a:pt x="1128103" y="1292079"/>
                  </a:cubicBezTo>
                  <a:lnTo>
                    <a:pt x="0" y="3017969"/>
                  </a:lnTo>
                  <a:lnTo>
                    <a:pt x="4762500" y="2231442"/>
                  </a:lnTo>
                  <a:lnTo>
                    <a:pt x="7552351" y="3017969"/>
                  </a:lnTo>
                  <a:lnTo>
                    <a:pt x="8449586" y="1645301"/>
                  </a:lnTo>
                  <a:cubicBezTo>
                    <a:pt x="8489664" y="1643565"/>
                    <a:pt x="8522241" y="1633534"/>
                    <a:pt x="8553590" y="1617474"/>
                  </a:cubicBezTo>
                  <a:lnTo>
                    <a:pt x="8553590" y="1543974"/>
                  </a:lnTo>
                  <a:cubicBezTo>
                    <a:pt x="8537313" y="1552318"/>
                    <a:pt x="8520674" y="1558997"/>
                    <a:pt x="8502854" y="1563796"/>
                  </a:cubicBezTo>
                  <a:close/>
                </a:path>
              </a:pathLst>
            </a:custGeom>
            <a:solidFill>
              <a:schemeClr val="bg1"/>
            </a:solidFill>
            <a:ln w="24114"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E6AB6DDE-2CD3-DD4A-BE1F-D81B0A9641D4}"/>
                </a:ext>
              </a:extLst>
            </p:cNvPr>
            <p:cNvSpPr/>
            <p:nvPr/>
          </p:nvSpPr>
          <p:spPr>
            <a:xfrm>
              <a:off x="8863145" y="4784000"/>
              <a:ext cx="1344415" cy="239521"/>
            </a:xfrm>
            <a:custGeom>
              <a:avLst/>
              <a:gdLst>
                <a:gd name="connsiteX0" fmla="*/ 1734908 w 7742113"/>
                <a:gd name="connsiteY0" fmla="*/ 0 h 1379339"/>
                <a:gd name="connsiteX1" fmla="*/ 1312422 w 7742113"/>
                <a:gd name="connsiteY1" fmla="*/ 247017 h 1379339"/>
                <a:gd name="connsiteX2" fmla="*/ 1194439 w 7742113"/>
                <a:gd name="connsiteY2" fmla="*/ 187691 h 1379339"/>
                <a:gd name="connsiteX3" fmla="*/ 1292554 w 7742113"/>
                <a:gd name="connsiteY3" fmla="*/ 52388 h 1379339"/>
                <a:gd name="connsiteX4" fmla="*/ 1074893 w 7742113"/>
                <a:gd name="connsiteY4" fmla="*/ 61671 h 1379339"/>
                <a:gd name="connsiteX5" fmla="*/ 1031807 w 7742113"/>
                <a:gd name="connsiteY5" fmla="*/ 118802 h 1379339"/>
                <a:gd name="connsiteX6" fmla="*/ 518815 w 7742113"/>
                <a:gd name="connsiteY6" fmla="*/ 23366 h 1379339"/>
                <a:gd name="connsiteX7" fmla="*/ 0 w 7742113"/>
                <a:gd name="connsiteY7" fmla="*/ 341784 h 1379339"/>
                <a:gd name="connsiteX8" fmla="*/ 371977 w 7742113"/>
                <a:gd name="connsiteY8" fmla="*/ 589359 h 1379339"/>
                <a:gd name="connsiteX9" fmla="*/ 773888 w 7742113"/>
                <a:gd name="connsiteY9" fmla="*/ 479115 h 1379339"/>
                <a:gd name="connsiteX10" fmla="*/ 349486 w 7742113"/>
                <a:gd name="connsiteY10" fmla="*/ 1110258 h 1379339"/>
                <a:gd name="connsiteX11" fmla="*/ 288355 w 7742113"/>
                <a:gd name="connsiteY11" fmla="*/ 1261597 h 1379339"/>
                <a:gd name="connsiteX12" fmla="*/ 449573 w 7742113"/>
                <a:gd name="connsiteY12" fmla="*/ 1379079 h 1379339"/>
                <a:gd name="connsiteX13" fmla="*/ 742652 w 7742113"/>
                <a:gd name="connsiteY13" fmla="*/ 1171687 h 1379339"/>
                <a:gd name="connsiteX14" fmla="*/ 779859 w 7742113"/>
                <a:gd name="connsiteY14" fmla="*/ 1122313 h 1379339"/>
                <a:gd name="connsiteX15" fmla="*/ 774520 w 7742113"/>
                <a:gd name="connsiteY15" fmla="*/ 1172970 h 1379339"/>
                <a:gd name="connsiteX16" fmla="*/ 1057777 w 7742113"/>
                <a:gd name="connsiteY16" fmla="*/ 1379339 h 1379339"/>
                <a:gd name="connsiteX17" fmla="*/ 1887569 w 7742113"/>
                <a:gd name="connsiteY17" fmla="*/ 974601 h 1379339"/>
                <a:gd name="connsiteX18" fmla="*/ 1943677 w 7742113"/>
                <a:gd name="connsiteY18" fmla="*/ 921469 h 1379339"/>
                <a:gd name="connsiteX19" fmla="*/ 1825024 w 7742113"/>
                <a:gd name="connsiteY19" fmla="*/ 1165808 h 1379339"/>
                <a:gd name="connsiteX20" fmla="*/ 1937296 w 7742113"/>
                <a:gd name="connsiteY20" fmla="*/ 1263997 h 1379339"/>
                <a:gd name="connsiteX21" fmla="*/ 2249779 w 7742113"/>
                <a:gd name="connsiteY21" fmla="*/ 1087301 h 1379339"/>
                <a:gd name="connsiteX22" fmla="*/ 2291191 w 7742113"/>
                <a:gd name="connsiteY22" fmla="*/ 1044401 h 1379339"/>
                <a:gd name="connsiteX23" fmla="*/ 2249779 w 7742113"/>
                <a:gd name="connsiteY23" fmla="*/ 1172821 h 1379339"/>
                <a:gd name="connsiteX24" fmla="*/ 2354684 w 7742113"/>
                <a:gd name="connsiteY24" fmla="*/ 1264723 h 1379339"/>
                <a:gd name="connsiteX25" fmla="*/ 2714179 w 7742113"/>
                <a:gd name="connsiteY25" fmla="*/ 1036588 h 1379339"/>
                <a:gd name="connsiteX26" fmla="*/ 2684487 w 7742113"/>
                <a:gd name="connsiteY26" fmla="*/ 1151744 h 1379339"/>
                <a:gd name="connsiteX27" fmla="*/ 2806936 w 7742113"/>
                <a:gd name="connsiteY27" fmla="*/ 1263086 h 1379339"/>
                <a:gd name="connsiteX28" fmla="*/ 3116535 w 7742113"/>
                <a:gd name="connsiteY28" fmla="*/ 1083283 h 1379339"/>
                <a:gd name="connsiteX29" fmla="*/ 3173425 w 7742113"/>
                <a:gd name="connsiteY29" fmla="*/ 1017854 h 1379339"/>
                <a:gd name="connsiteX30" fmla="*/ 3129297 w 7742113"/>
                <a:gd name="connsiteY30" fmla="*/ 1162329 h 1379339"/>
                <a:gd name="connsiteX31" fmla="*/ 3241012 w 7742113"/>
                <a:gd name="connsiteY31" fmla="*/ 1262509 h 1379339"/>
                <a:gd name="connsiteX32" fmla="*/ 3629490 w 7742113"/>
                <a:gd name="connsiteY32" fmla="*/ 998339 h 1379339"/>
                <a:gd name="connsiteX33" fmla="*/ 3561550 w 7742113"/>
                <a:gd name="connsiteY33" fmla="*/ 1163985 h 1379339"/>
                <a:gd name="connsiteX34" fmla="*/ 3673432 w 7742113"/>
                <a:gd name="connsiteY34" fmla="*/ 1262676 h 1379339"/>
                <a:gd name="connsiteX35" fmla="*/ 4041019 w 7742113"/>
                <a:gd name="connsiteY35" fmla="*/ 1015008 h 1379339"/>
                <a:gd name="connsiteX36" fmla="*/ 3991663 w 7742113"/>
                <a:gd name="connsiteY36" fmla="*/ 1159873 h 1379339"/>
                <a:gd name="connsiteX37" fmla="*/ 4113275 w 7742113"/>
                <a:gd name="connsiteY37" fmla="*/ 1261839 h 1379339"/>
                <a:gd name="connsiteX38" fmla="*/ 4366469 w 7742113"/>
                <a:gd name="connsiteY38" fmla="*/ 1149102 h 1379339"/>
                <a:gd name="connsiteX39" fmla="*/ 4579032 w 7742113"/>
                <a:gd name="connsiteY39" fmla="*/ 897303 h 1379339"/>
                <a:gd name="connsiteX40" fmla="*/ 4691305 w 7742113"/>
                <a:gd name="connsiteY40" fmla="*/ 979326 h 1379339"/>
                <a:gd name="connsiteX41" fmla="*/ 4658953 w 7742113"/>
                <a:gd name="connsiteY41" fmla="*/ 1112900 h 1379339"/>
                <a:gd name="connsiteX42" fmla="*/ 4836691 w 7742113"/>
                <a:gd name="connsiteY42" fmla="*/ 1262174 h 1379339"/>
                <a:gd name="connsiteX43" fmla="*/ 5318559 w 7742113"/>
                <a:gd name="connsiteY43" fmla="*/ 974099 h 1379339"/>
                <a:gd name="connsiteX44" fmla="*/ 5248722 w 7742113"/>
                <a:gd name="connsiteY44" fmla="*/ 1159836 h 1379339"/>
                <a:gd name="connsiteX45" fmla="*/ 5367728 w 7742113"/>
                <a:gd name="connsiteY45" fmla="*/ 1262918 h 1379339"/>
                <a:gd name="connsiteX46" fmla="*/ 5766532 w 7742113"/>
                <a:gd name="connsiteY46" fmla="*/ 1007455 h 1379339"/>
                <a:gd name="connsiteX47" fmla="*/ 6050180 w 7742113"/>
                <a:gd name="connsiteY47" fmla="*/ 715938 h 1379339"/>
                <a:gd name="connsiteX48" fmla="*/ 6019540 w 7742113"/>
                <a:gd name="connsiteY48" fmla="*/ 869007 h 1379339"/>
                <a:gd name="connsiteX49" fmla="*/ 5805674 w 7742113"/>
                <a:gd name="connsiteY49" fmla="*/ 1222716 h 1379339"/>
                <a:gd name="connsiteX50" fmla="*/ 5685439 w 7742113"/>
                <a:gd name="connsiteY50" fmla="*/ 1135838 h 1379339"/>
                <a:gd name="connsiteX51" fmla="*/ 5644400 w 7742113"/>
                <a:gd name="connsiteY51" fmla="*/ 1179872 h 1379339"/>
                <a:gd name="connsiteX52" fmla="*/ 5794735 w 7742113"/>
                <a:gd name="connsiteY52" fmla="*/ 1266658 h 1379339"/>
                <a:gd name="connsiteX53" fmla="*/ 6209054 w 7742113"/>
                <a:gd name="connsiteY53" fmla="*/ 1063042 h 1379339"/>
                <a:gd name="connsiteX54" fmla="*/ 6367816 w 7742113"/>
                <a:gd name="connsiteY54" fmla="*/ 920576 h 1379339"/>
                <a:gd name="connsiteX55" fmla="*/ 6303615 w 7742113"/>
                <a:gd name="connsiteY55" fmla="*/ 1120806 h 1379339"/>
                <a:gd name="connsiteX56" fmla="*/ 6472535 w 7742113"/>
                <a:gd name="connsiteY56" fmla="*/ 1263030 h 1379339"/>
                <a:gd name="connsiteX57" fmla="*/ 6958180 w 7742113"/>
                <a:gd name="connsiteY57" fmla="*/ 939831 h 1379339"/>
                <a:gd name="connsiteX58" fmla="*/ 7239893 w 7742113"/>
                <a:gd name="connsiteY58" fmla="*/ 656667 h 1379339"/>
                <a:gd name="connsiteX59" fmla="*/ 7260785 w 7742113"/>
                <a:gd name="connsiteY59" fmla="*/ 676889 h 1379339"/>
                <a:gd name="connsiteX60" fmla="*/ 7209328 w 7742113"/>
                <a:gd name="connsiteY60" fmla="*/ 790370 h 1379339"/>
                <a:gd name="connsiteX61" fmla="*/ 6922127 w 7742113"/>
                <a:gd name="connsiteY61" fmla="*/ 1247887 h 1379339"/>
                <a:gd name="connsiteX62" fmla="*/ 7104720 w 7742113"/>
                <a:gd name="connsiteY62" fmla="*/ 1241003 h 1379339"/>
                <a:gd name="connsiteX63" fmla="*/ 7537270 w 7742113"/>
                <a:gd name="connsiteY63" fmla="*/ 703548 h 1379339"/>
                <a:gd name="connsiteX64" fmla="*/ 7490557 w 7742113"/>
                <a:gd name="connsiteY64" fmla="*/ 831280 h 1379339"/>
                <a:gd name="connsiteX65" fmla="*/ 7622084 w 7742113"/>
                <a:gd name="connsiteY65" fmla="*/ 940817 h 1379339"/>
                <a:gd name="connsiteX66" fmla="*/ 7738412 w 7742113"/>
                <a:gd name="connsiteY66" fmla="*/ 912651 h 1379339"/>
                <a:gd name="connsiteX67" fmla="*/ 7723696 w 7742113"/>
                <a:gd name="connsiteY67" fmla="*/ 877398 h 1379339"/>
                <a:gd name="connsiteX68" fmla="*/ 7658342 w 7742113"/>
                <a:gd name="connsiteY68" fmla="*/ 896020 h 1379339"/>
                <a:gd name="connsiteX69" fmla="*/ 7605583 w 7742113"/>
                <a:gd name="connsiteY69" fmla="*/ 837177 h 1379339"/>
                <a:gd name="connsiteX70" fmla="*/ 7742114 w 7742113"/>
                <a:gd name="connsiteY70" fmla="*/ 653579 h 1379339"/>
                <a:gd name="connsiteX71" fmla="*/ 7659923 w 7742113"/>
                <a:gd name="connsiteY71" fmla="*/ 596354 h 1379339"/>
                <a:gd name="connsiteX72" fmla="*/ 7301117 w 7742113"/>
                <a:gd name="connsiteY72" fmla="*/ 899015 h 1379339"/>
                <a:gd name="connsiteX73" fmla="*/ 7388945 w 7742113"/>
                <a:gd name="connsiteY73" fmla="*/ 681354 h 1379339"/>
                <a:gd name="connsiteX74" fmla="*/ 7289546 w 7742113"/>
                <a:gd name="connsiteY74" fmla="*/ 598531 h 1379339"/>
                <a:gd name="connsiteX75" fmla="*/ 6919020 w 7742113"/>
                <a:gd name="connsiteY75" fmla="*/ 919163 h 1379339"/>
                <a:gd name="connsiteX76" fmla="*/ 6544140 w 7742113"/>
                <a:gd name="connsiteY76" fmla="*/ 1189713 h 1379339"/>
                <a:gd name="connsiteX77" fmla="*/ 6473670 w 7742113"/>
                <a:gd name="connsiteY77" fmla="*/ 1125587 h 1379339"/>
                <a:gd name="connsiteX78" fmla="*/ 6515658 w 7742113"/>
                <a:gd name="connsiteY78" fmla="*/ 983419 h 1379339"/>
                <a:gd name="connsiteX79" fmla="*/ 6934535 w 7742113"/>
                <a:gd name="connsiteY79" fmla="*/ 675996 h 1379339"/>
                <a:gd name="connsiteX80" fmla="*/ 6818524 w 7742113"/>
                <a:gd name="connsiteY80" fmla="*/ 586904 h 1379339"/>
                <a:gd name="connsiteX81" fmla="*/ 6504664 w 7742113"/>
                <a:gd name="connsiteY81" fmla="*/ 736457 h 1379339"/>
                <a:gd name="connsiteX82" fmla="*/ 6108967 w 7742113"/>
                <a:gd name="connsiteY82" fmla="*/ 1093701 h 1379339"/>
                <a:gd name="connsiteX83" fmla="*/ 6165838 w 7742113"/>
                <a:gd name="connsiteY83" fmla="*/ 885862 h 1379339"/>
                <a:gd name="connsiteX84" fmla="*/ 6157876 w 7742113"/>
                <a:gd name="connsiteY84" fmla="*/ 680610 h 1379339"/>
                <a:gd name="connsiteX85" fmla="*/ 6159885 w 7742113"/>
                <a:gd name="connsiteY85" fmla="*/ 649077 h 1379339"/>
                <a:gd name="connsiteX86" fmla="*/ 6228532 w 7742113"/>
                <a:gd name="connsiteY86" fmla="*/ 575853 h 1379339"/>
                <a:gd name="connsiteX87" fmla="*/ 6172107 w 7742113"/>
                <a:gd name="connsiteY87" fmla="*/ 523261 h 1379339"/>
                <a:gd name="connsiteX88" fmla="*/ 6067611 w 7742113"/>
                <a:gd name="connsiteY88" fmla="*/ 633487 h 1379339"/>
                <a:gd name="connsiteX89" fmla="*/ 5840388 w 7742113"/>
                <a:gd name="connsiteY89" fmla="*/ 871128 h 1379339"/>
                <a:gd name="connsiteX90" fmla="*/ 5441287 w 7742113"/>
                <a:gd name="connsiteY90" fmla="*/ 1186644 h 1379339"/>
                <a:gd name="connsiteX91" fmla="*/ 5410535 w 7742113"/>
                <a:gd name="connsiteY91" fmla="*/ 1156227 h 1379339"/>
                <a:gd name="connsiteX92" fmla="*/ 5516724 w 7742113"/>
                <a:gd name="connsiteY92" fmla="*/ 939180 h 1379339"/>
                <a:gd name="connsiteX93" fmla="*/ 5720153 w 7742113"/>
                <a:gd name="connsiteY93" fmla="*/ 616614 h 1379339"/>
                <a:gd name="connsiteX94" fmla="*/ 5538267 w 7742113"/>
                <a:gd name="connsiteY94" fmla="*/ 627143 h 1379339"/>
                <a:gd name="connsiteX95" fmla="*/ 5464895 w 7742113"/>
                <a:gd name="connsiteY95" fmla="*/ 730374 h 1379339"/>
                <a:gd name="connsiteX96" fmla="*/ 4908389 w 7742113"/>
                <a:gd name="connsiteY96" fmla="*/ 1189602 h 1379339"/>
                <a:gd name="connsiteX97" fmla="*/ 4829752 w 7742113"/>
                <a:gd name="connsiteY97" fmla="*/ 1118202 h 1379339"/>
                <a:gd name="connsiteX98" fmla="*/ 4869954 w 7742113"/>
                <a:gd name="connsiteY98" fmla="*/ 984200 h 1379339"/>
                <a:gd name="connsiteX99" fmla="*/ 5289556 w 7742113"/>
                <a:gd name="connsiteY99" fmla="*/ 675996 h 1379339"/>
                <a:gd name="connsiteX100" fmla="*/ 5174884 w 7742113"/>
                <a:gd name="connsiteY100" fmla="*/ 586904 h 1379339"/>
                <a:gd name="connsiteX101" fmla="*/ 4711006 w 7742113"/>
                <a:gd name="connsiteY101" fmla="*/ 939012 h 1379339"/>
                <a:gd name="connsiteX102" fmla="*/ 4606231 w 7742113"/>
                <a:gd name="connsiteY102" fmla="*/ 853492 h 1379339"/>
                <a:gd name="connsiteX103" fmla="*/ 4711657 w 7742113"/>
                <a:gd name="connsiteY103" fmla="*/ 611572 h 1379339"/>
                <a:gd name="connsiteX104" fmla="*/ 4661892 w 7742113"/>
                <a:gd name="connsiteY104" fmla="*/ 579797 h 1379339"/>
                <a:gd name="connsiteX105" fmla="*/ 4589767 w 7742113"/>
                <a:gd name="connsiteY105" fmla="*/ 617730 h 1379339"/>
                <a:gd name="connsiteX106" fmla="*/ 4545583 w 7742113"/>
                <a:gd name="connsiteY106" fmla="*/ 820955 h 1379339"/>
                <a:gd name="connsiteX107" fmla="*/ 4184545 w 7742113"/>
                <a:gd name="connsiteY107" fmla="*/ 1185565 h 1379339"/>
                <a:gd name="connsiteX108" fmla="*/ 4149924 w 7742113"/>
                <a:gd name="connsiteY108" fmla="*/ 1154106 h 1379339"/>
                <a:gd name="connsiteX109" fmla="*/ 4282771 w 7742113"/>
                <a:gd name="connsiteY109" fmla="*/ 884839 h 1379339"/>
                <a:gd name="connsiteX110" fmla="*/ 4447561 w 7742113"/>
                <a:gd name="connsiteY110" fmla="*/ 616688 h 1379339"/>
                <a:gd name="connsiteX111" fmla="*/ 4266717 w 7742113"/>
                <a:gd name="connsiteY111" fmla="*/ 626473 h 1379339"/>
                <a:gd name="connsiteX112" fmla="*/ 4142203 w 7742113"/>
                <a:gd name="connsiteY112" fmla="*/ 813197 h 1379339"/>
                <a:gd name="connsiteX113" fmla="*/ 3751846 w 7742113"/>
                <a:gd name="connsiteY113" fmla="*/ 1185881 h 1379339"/>
                <a:gd name="connsiteX114" fmla="*/ 3721708 w 7742113"/>
                <a:gd name="connsiteY114" fmla="*/ 1159111 h 1379339"/>
                <a:gd name="connsiteX115" fmla="*/ 3749892 w 7742113"/>
                <a:gd name="connsiteY115" fmla="*/ 1085311 h 1379339"/>
                <a:gd name="connsiteX116" fmla="*/ 4051511 w 7742113"/>
                <a:gd name="connsiteY116" fmla="*/ 616967 h 1379339"/>
                <a:gd name="connsiteX117" fmla="*/ 3868434 w 7742113"/>
                <a:gd name="connsiteY117" fmla="*/ 626120 h 1379339"/>
                <a:gd name="connsiteX118" fmla="*/ 3763826 w 7742113"/>
                <a:gd name="connsiteY118" fmla="*/ 770297 h 1379339"/>
                <a:gd name="connsiteX119" fmla="*/ 3321416 w 7742113"/>
                <a:gd name="connsiteY119" fmla="*/ 1184374 h 1379339"/>
                <a:gd name="connsiteX120" fmla="*/ 3291222 w 7742113"/>
                <a:gd name="connsiteY120" fmla="*/ 1152469 h 1379339"/>
                <a:gd name="connsiteX121" fmla="*/ 3462263 w 7742113"/>
                <a:gd name="connsiteY121" fmla="*/ 810630 h 1379339"/>
                <a:gd name="connsiteX122" fmla="*/ 3960968 w 7742113"/>
                <a:gd name="connsiteY122" fmla="*/ 0 h 1379339"/>
                <a:gd name="connsiteX123" fmla="*/ 3768551 w 7742113"/>
                <a:gd name="connsiteY123" fmla="*/ 11646 h 1379339"/>
                <a:gd name="connsiteX124" fmla="*/ 3369599 w 7742113"/>
                <a:gd name="connsiteY124" fmla="*/ 662155 h 1379339"/>
                <a:gd name="connsiteX125" fmla="*/ 3233012 w 7742113"/>
                <a:gd name="connsiteY125" fmla="*/ 590178 h 1379339"/>
                <a:gd name="connsiteX126" fmla="*/ 2819623 w 7742113"/>
                <a:gd name="connsiteY126" fmla="*/ 840060 h 1379339"/>
                <a:gd name="connsiteX127" fmla="*/ 2442939 w 7742113"/>
                <a:gd name="connsiteY127" fmla="*/ 1183853 h 1379339"/>
                <a:gd name="connsiteX128" fmla="*/ 2415350 w 7742113"/>
                <a:gd name="connsiteY128" fmla="*/ 1156116 h 1379339"/>
                <a:gd name="connsiteX129" fmla="*/ 2420448 w 7742113"/>
                <a:gd name="connsiteY129" fmla="*/ 1126629 h 1379339"/>
                <a:gd name="connsiteX130" fmla="*/ 2524441 w 7742113"/>
                <a:gd name="connsiteY130" fmla="*/ 935552 h 1379339"/>
                <a:gd name="connsiteX131" fmla="*/ 2731703 w 7742113"/>
                <a:gd name="connsiteY131" fmla="*/ 616446 h 1379339"/>
                <a:gd name="connsiteX132" fmla="*/ 2538934 w 7742113"/>
                <a:gd name="connsiteY132" fmla="*/ 628352 h 1379339"/>
                <a:gd name="connsiteX133" fmla="*/ 2331114 w 7742113"/>
                <a:gd name="connsiteY133" fmla="*/ 932538 h 1379339"/>
                <a:gd name="connsiteX134" fmla="*/ 2020602 w 7742113"/>
                <a:gd name="connsiteY134" fmla="*/ 1183370 h 1379339"/>
                <a:gd name="connsiteX135" fmla="*/ 1991748 w 7742113"/>
                <a:gd name="connsiteY135" fmla="*/ 1159855 h 1379339"/>
                <a:gd name="connsiteX136" fmla="*/ 2028899 w 7742113"/>
                <a:gd name="connsiteY136" fmla="*/ 1069609 h 1379339"/>
                <a:gd name="connsiteX137" fmla="*/ 2323412 w 7742113"/>
                <a:gd name="connsiteY137" fmla="*/ 615535 h 1379339"/>
                <a:gd name="connsiteX138" fmla="*/ 2133563 w 7742113"/>
                <a:gd name="connsiteY138" fmla="*/ 627255 h 1379339"/>
                <a:gd name="connsiteX139" fmla="*/ 2046052 w 7742113"/>
                <a:gd name="connsiteY139" fmla="*/ 744978 h 1379339"/>
                <a:gd name="connsiteX140" fmla="*/ 1552575 w 7742113"/>
                <a:gd name="connsiteY140" fmla="*/ 1179723 h 1379339"/>
                <a:gd name="connsiteX141" fmla="*/ 1706352 w 7742113"/>
                <a:gd name="connsiteY141" fmla="*/ 839186 h 1379339"/>
                <a:gd name="connsiteX142" fmla="*/ 1555310 w 7742113"/>
                <a:gd name="connsiteY142" fmla="*/ 613358 h 1379339"/>
                <a:gd name="connsiteX143" fmla="*/ 1858156 w 7742113"/>
                <a:gd name="connsiteY143" fmla="*/ 465274 h 1379339"/>
                <a:gd name="connsiteX144" fmla="*/ 1976884 w 7742113"/>
                <a:gd name="connsiteY144" fmla="*/ 202239 h 1379339"/>
                <a:gd name="connsiteX145" fmla="*/ 1734908 w 7742113"/>
                <a:gd name="connsiteY145" fmla="*/ 0 h 1379339"/>
                <a:gd name="connsiteX146" fmla="*/ 1670875 w 7742113"/>
                <a:gd name="connsiteY146" fmla="*/ 70749 h 1379339"/>
                <a:gd name="connsiteX147" fmla="*/ 1777287 w 7742113"/>
                <a:gd name="connsiteY147" fmla="*/ 184640 h 1379339"/>
                <a:gd name="connsiteX148" fmla="*/ 1534827 w 7742113"/>
                <a:gd name="connsiteY148" fmla="*/ 528935 h 1379339"/>
                <a:gd name="connsiteX149" fmla="*/ 1237469 w 7742113"/>
                <a:gd name="connsiteY149" fmla="*/ 565007 h 1379339"/>
                <a:gd name="connsiteX150" fmla="*/ 1194067 w 7742113"/>
                <a:gd name="connsiteY150" fmla="*/ 629431 h 1379339"/>
                <a:gd name="connsiteX151" fmla="*/ 1248073 w 7742113"/>
                <a:gd name="connsiteY151" fmla="*/ 625469 h 1379339"/>
                <a:gd name="connsiteX152" fmla="*/ 1318003 w 7742113"/>
                <a:gd name="connsiteY152" fmla="*/ 625469 h 1379339"/>
                <a:gd name="connsiteX153" fmla="*/ 1499109 w 7742113"/>
                <a:gd name="connsiteY153" fmla="*/ 800863 h 1379339"/>
                <a:gd name="connsiteX154" fmla="*/ 1005781 w 7742113"/>
                <a:gd name="connsiteY154" fmla="*/ 1317557 h 1379339"/>
                <a:gd name="connsiteX155" fmla="*/ 832786 w 7742113"/>
                <a:gd name="connsiteY155" fmla="*/ 1170180 h 1379339"/>
                <a:gd name="connsiteX156" fmla="*/ 1210605 w 7742113"/>
                <a:gd name="connsiteY156" fmla="*/ 848655 h 1379339"/>
                <a:gd name="connsiteX157" fmla="*/ 1210605 w 7742113"/>
                <a:gd name="connsiteY157" fmla="*/ 799542 h 1379339"/>
                <a:gd name="connsiteX158" fmla="*/ 961076 w 7742113"/>
                <a:gd name="connsiteY158" fmla="*/ 869454 h 1379339"/>
                <a:gd name="connsiteX159" fmla="*/ 1336086 w 7742113"/>
                <a:gd name="connsiteY159" fmla="*/ 318064 h 1379339"/>
                <a:gd name="connsiteX160" fmla="*/ 1472394 w 7742113"/>
                <a:gd name="connsiteY160" fmla="*/ 409612 h 1379339"/>
                <a:gd name="connsiteX161" fmla="*/ 1501676 w 7742113"/>
                <a:gd name="connsiteY161" fmla="*/ 371847 h 1379339"/>
                <a:gd name="connsiteX162" fmla="*/ 1366372 w 7742113"/>
                <a:gd name="connsiteY162" fmla="*/ 279313 h 1379339"/>
                <a:gd name="connsiteX163" fmla="*/ 1670875 w 7742113"/>
                <a:gd name="connsiteY163" fmla="*/ 70749 h 1379339"/>
                <a:gd name="connsiteX164" fmla="*/ 529251 w 7742113"/>
                <a:gd name="connsiteY164" fmla="*/ 73763 h 1379339"/>
                <a:gd name="connsiteX165" fmla="*/ 1001502 w 7742113"/>
                <a:gd name="connsiteY165" fmla="*/ 161162 h 1379339"/>
                <a:gd name="connsiteX166" fmla="*/ 882755 w 7742113"/>
                <a:gd name="connsiteY166" fmla="*/ 325096 h 1379339"/>
                <a:gd name="connsiteX167" fmla="*/ 380535 w 7742113"/>
                <a:gd name="connsiteY167" fmla="*/ 539595 h 1379339"/>
                <a:gd name="connsiteX168" fmla="*/ 84720 w 7742113"/>
                <a:gd name="connsiteY168" fmla="*/ 343328 h 1379339"/>
                <a:gd name="connsiteX169" fmla="*/ 529251 w 7742113"/>
                <a:gd name="connsiteY169" fmla="*/ 73763 h 1379339"/>
                <a:gd name="connsiteX170" fmla="*/ 1165361 w 7742113"/>
                <a:gd name="connsiteY170" fmla="*/ 229549 h 1379339"/>
                <a:gd name="connsiteX171" fmla="*/ 1282285 w 7742113"/>
                <a:gd name="connsiteY171" fmla="*/ 286903 h 1379339"/>
                <a:gd name="connsiteX172" fmla="*/ 924911 w 7742113"/>
                <a:gd name="connsiteY172" fmla="*/ 812974 h 1379339"/>
                <a:gd name="connsiteX173" fmla="*/ 582885 w 7742113"/>
                <a:gd name="connsiteY173" fmla="*/ 1255756 h 1379339"/>
                <a:gd name="connsiteX174" fmla="*/ 504602 w 7742113"/>
                <a:gd name="connsiteY174" fmla="*/ 1298674 h 1379339"/>
                <a:gd name="connsiteX175" fmla="*/ 479208 w 7742113"/>
                <a:gd name="connsiteY175" fmla="*/ 1274825 h 1379339"/>
                <a:gd name="connsiteX176" fmla="*/ 519317 w 7742113"/>
                <a:gd name="connsiteY176" fmla="*/ 1180598 h 1379339"/>
                <a:gd name="connsiteX177" fmla="*/ 1165361 w 7742113"/>
                <a:gd name="connsiteY177" fmla="*/ 229549 h 1379339"/>
                <a:gd name="connsiteX178" fmla="*/ 5836407 w 7742113"/>
                <a:gd name="connsiteY178" fmla="*/ 246032 h 1379339"/>
                <a:gd name="connsiteX179" fmla="*/ 5723372 w 7742113"/>
                <a:gd name="connsiteY179" fmla="*/ 365950 h 1379339"/>
                <a:gd name="connsiteX180" fmla="*/ 5800893 w 7742113"/>
                <a:gd name="connsiteY180" fmla="*/ 440048 h 1379339"/>
                <a:gd name="connsiteX181" fmla="*/ 5911063 w 7742113"/>
                <a:gd name="connsiteY181" fmla="*/ 322901 h 1379339"/>
                <a:gd name="connsiteX182" fmla="*/ 5836407 w 7742113"/>
                <a:gd name="connsiteY182" fmla="*/ 246032 h 1379339"/>
                <a:gd name="connsiteX183" fmla="*/ 5177694 w 7742113"/>
                <a:gd name="connsiteY183" fmla="*/ 633413 h 1379339"/>
                <a:gd name="connsiteX184" fmla="*/ 5208185 w 7742113"/>
                <a:gd name="connsiteY184" fmla="*/ 664164 h 1379339"/>
                <a:gd name="connsiteX185" fmla="*/ 4893488 w 7742113"/>
                <a:gd name="connsiteY185" fmla="*/ 940389 h 1379339"/>
                <a:gd name="connsiteX186" fmla="*/ 5177694 w 7742113"/>
                <a:gd name="connsiteY186" fmla="*/ 633413 h 1379339"/>
                <a:gd name="connsiteX187" fmla="*/ 6823863 w 7742113"/>
                <a:gd name="connsiteY187" fmla="*/ 633413 h 1379339"/>
                <a:gd name="connsiteX188" fmla="*/ 6852773 w 7742113"/>
                <a:gd name="connsiteY188" fmla="*/ 664276 h 1379339"/>
                <a:gd name="connsiteX189" fmla="*/ 6539303 w 7742113"/>
                <a:gd name="connsiteY189" fmla="*/ 939552 h 1379339"/>
                <a:gd name="connsiteX190" fmla="*/ 6823863 w 7742113"/>
                <a:gd name="connsiteY190" fmla="*/ 633413 h 1379339"/>
                <a:gd name="connsiteX191" fmla="*/ 3265196 w 7742113"/>
                <a:gd name="connsiteY191" fmla="*/ 644928 h 1379339"/>
                <a:gd name="connsiteX192" fmla="*/ 3329918 w 7742113"/>
                <a:gd name="connsiteY192" fmla="*/ 701873 h 1379339"/>
                <a:gd name="connsiteX193" fmla="*/ 3320597 w 7742113"/>
                <a:gd name="connsiteY193" fmla="*/ 736383 h 1379339"/>
                <a:gd name="connsiteX194" fmla="*/ 3078659 w 7742113"/>
                <a:gd name="connsiteY194" fmla="*/ 1060847 h 1379339"/>
                <a:gd name="connsiteX195" fmla="*/ 2897423 w 7742113"/>
                <a:gd name="connsiteY195" fmla="*/ 1181937 h 1379339"/>
                <a:gd name="connsiteX196" fmla="*/ 2856310 w 7742113"/>
                <a:gd name="connsiteY196" fmla="*/ 1144098 h 1379339"/>
                <a:gd name="connsiteX197" fmla="*/ 3025601 w 7742113"/>
                <a:gd name="connsiteY197" fmla="*/ 815355 h 1379339"/>
                <a:gd name="connsiteX198" fmla="*/ 3265196 w 7742113"/>
                <a:gd name="connsiteY198" fmla="*/ 644928 h 1379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7742113" h="1379339">
                  <a:moveTo>
                    <a:pt x="1734908" y="0"/>
                  </a:moveTo>
                  <a:cubicBezTo>
                    <a:pt x="1571897" y="0"/>
                    <a:pt x="1446689" y="77255"/>
                    <a:pt x="1312422" y="247017"/>
                  </a:cubicBezTo>
                  <a:cubicBezTo>
                    <a:pt x="1273816" y="226352"/>
                    <a:pt x="1233913" y="206283"/>
                    <a:pt x="1194439" y="187691"/>
                  </a:cubicBezTo>
                  <a:cubicBezTo>
                    <a:pt x="1236325" y="129311"/>
                    <a:pt x="1272491" y="79950"/>
                    <a:pt x="1292554" y="52388"/>
                  </a:cubicBezTo>
                  <a:lnTo>
                    <a:pt x="1074893" y="61671"/>
                  </a:lnTo>
                  <a:cubicBezTo>
                    <a:pt x="1060907" y="79395"/>
                    <a:pt x="1047698" y="97148"/>
                    <a:pt x="1031807" y="118802"/>
                  </a:cubicBezTo>
                  <a:cubicBezTo>
                    <a:pt x="901181" y="69947"/>
                    <a:pt x="731284" y="23366"/>
                    <a:pt x="518815" y="23366"/>
                  </a:cubicBezTo>
                  <a:cubicBezTo>
                    <a:pt x="197881" y="23366"/>
                    <a:pt x="0" y="150222"/>
                    <a:pt x="0" y="341784"/>
                  </a:cubicBezTo>
                  <a:cubicBezTo>
                    <a:pt x="0" y="489145"/>
                    <a:pt x="124447" y="589359"/>
                    <a:pt x="371977" y="589359"/>
                  </a:cubicBezTo>
                  <a:cubicBezTo>
                    <a:pt x="543163" y="589359"/>
                    <a:pt x="677142" y="538701"/>
                    <a:pt x="773888" y="479115"/>
                  </a:cubicBezTo>
                  <a:cubicBezTo>
                    <a:pt x="622693" y="694526"/>
                    <a:pt x="422334" y="990725"/>
                    <a:pt x="349486" y="1110258"/>
                  </a:cubicBezTo>
                  <a:cubicBezTo>
                    <a:pt x="313604" y="1169072"/>
                    <a:pt x="288355" y="1216745"/>
                    <a:pt x="288355" y="1261597"/>
                  </a:cubicBezTo>
                  <a:cubicBezTo>
                    <a:pt x="288355" y="1336906"/>
                    <a:pt x="363510" y="1379079"/>
                    <a:pt x="449573" y="1379079"/>
                  </a:cubicBezTo>
                  <a:cubicBezTo>
                    <a:pt x="553191" y="1379079"/>
                    <a:pt x="636912" y="1305109"/>
                    <a:pt x="742652" y="1171687"/>
                  </a:cubicBezTo>
                  <a:lnTo>
                    <a:pt x="779859" y="1122313"/>
                  </a:lnTo>
                  <a:cubicBezTo>
                    <a:pt x="779859" y="1122313"/>
                    <a:pt x="774520" y="1148881"/>
                    <a:pt x="774520" y="1172970"/>
                  </a:cubicBezTo>
                  <a:cubicBezTo>
                    <a:pt x="774520" y="1284763"/>
                    <a:pt x="843018" y="1379339"/>
                    <a:pt x="1057777" y="1379339"/>
                  </a:cubicBezTo>
                  <a:cubicBezTo>
                    <a:pt x="1350787" y="1379339"/>
                    <a:pt x="1622049" y="1226303"/>
                    <a:pt x="1887569" y="974601"/>
                  </a:cubicBezTo>
                  <a:lnTo>
                    <a:pt x="1943677" y="921469"/>
                  </a:lnTo>
                  <a:cubicBezTo>
                    <a:pt x="1859037" y="1036807"/>
                    <a:pt x="1825024" y="1116832"/>
                    <a:pt x="1825024" y="1165808"/>
                  </a:cubicBezTo>
                  <a:cubicBezTo>
                    <a:pt x="1825024" y="1227250"/>
                    <a:pt x="1868065" y="1263997"/>
                    <a:pt x="1937296" y="1263997"/>
                  </a:cubicBezTo>
                  <a:cubicBezTo>
                    <a:pt x="2043470" y="1263997"/>
                    <a:pt x="2158363" y="1180912"/>
                    <a:pt x="2249779" y="1087301"/>
                  </a:cubicBezTo>
                  <a:lnTo>
                    <a:pt x="2291191" y="1044401"/>
                  </a:lnTo>
                  <a:cubicBezTo>
                    <a:pt x="2263725" y="1097139"/>
                    <a:pt x="2249779" y="1138556"/>
                    <a:pt x="2249779" y="1172821"/>
                  </a:cubicBezTo>
                  <a:cubicBezTo>
                    <a:pt x="2249779" y="1222954"/>
                    <a:pt x="2280268" y="1264723"/>
                    <a:pt x="2354684" y="1264723"/>
                  </a:cubicBezTo>
                  <a:cubicBezTo>
                    <a:pt x="2485238" y="1264723"/>
                    <a:pt x="2609837" y="1147922"/>
                    <a:pt x="2714179" y="1036588"/>
                  </a:cubicBezTo>
                  <a:cubicBezTo>
                    <a:pt x="2698866" y="1072542"/>
                    <a:pt x="2684487" y="1117526"/>
                    <a:pt x="2684487" y="1151744"/>
                  </a:cubicBezTo>
                  <a:cubicBezTo>
                    <a:pt x="2684487" y="1221723"/>
                    <a:pt x="2731266" y="1263086"/>
                    <a:pt x="2806936" y="1263086"/>
                  </a:cubicBezTo>
                  <a:cubicBezTo>
                    <a:pt x="2904983" y="1263086"/>
                    <a:pt x="3003248" y="1210195"/>
                    <a:pt x="3116535" y="1083283"/>
                  </a:cubicBezTo>
                  <a:cubicBezTo>
                    <a:pt x="3130980" y="1067054"/>
                    <a:pt x="3153386" y="1042041"/>
                    <a:pt x="3173425" y="1017854"/>
                  </a:cubicBezTo>
                  <a:cubicBezTo>
                    <a:pt x="3153218" y="1058679"/>
                    <a:pt x="3129297" y="1110243"/>
                    <a:pt x="3129297" y="1162329"/>
                  </a:cubicBezTo>
                  <a:cubicBezTo>
                    <a:pt x="3129297" y="1224688"/>
                    <a:pt x="3167343" y="1262509"/>
                    <a:pt x="3241012" y="1262509"/>
                  </a:cubicBezTo>
                  <a:cubicBezTo>
                    <a:pt x="3400140" y="1262509"/>
                    <a:pt x="3543451" y="1092625"/>
                    <a:pt x="3629490" y="998339"/>
                  </a:cubicBezTo>
                  <a:cubicBezTo>
                    <a:pt x="3587701" y="1067305"/>
                    <a:pt x="3561550" y="1116119"/>
                    <a:pt x="3561550" y="1163985"/>
                  </a:cubicBezTo>
                  <a:cubicBezTo>
                    <a:pt x="3561550" y="1233289"/>
                    <a:pt x="3611893" y="1262676"/>
                    <a:pt x="3673432" y="1262676"/>
                  </a:cubicBezTo>
                  <a:cubicBezTo>
                    <a:pt x="3813727" y="1262676"/>
                    <a:pt x="3942633" y="1137893"/>
                    <a:pt x="4041019" y="1015008"/>
                  </a:cubicBezTo>
                  <a:cubicBezTo>
                    <a:pt x="4017001" y="1061982"/>
                    <a:pt x="3991663" y="1109837"/>
                    <a:pt x="3991663" y="1159873"/>
                  </a:cubicBezTo>
                  <a:cubicBezTo>
                    <a:pt x="3991663" y="1226163"/>
                    <a:pt x="4037098" y="1261839"/>
                    <a:pt x="4113275" y="1261839"/>
                  </a:cubicBezTo>
                  <a:cubicBezTo>
                    <a:pt x="4181758" y="1261839"/>
                    <a:pt x="4269096" y="1235382"/>
                    <a:pt x="4366469" y="1149102"/>
                  </a:cubicBezTo>
                  <a:cubicBezTo>
                    <a:pt x="4456414" y="1069333"/>
                    <a:pt x="4524366" y="981075"/>
                    <a:pt x="4579032" y="897303"/>
                  </a:cubicBezTo>
                  <a:cubicBezTo>
                    <a:pt x="4604304" y="939744"/>
                    <a:pt x="4644789" y="964978"/>
                    <a:pt x="4691305" y="979326"/>
                  </a:cubicBezTo>
                  <a:cubicBezTo>
                    <a:pt x="4671387" y="1023744"/>
                    <a:pt x="4658953" y="1072292"/>
                    <a:pt x="4658953" y="1112900"/>
                  </a:cubicBezTo>
                  <a:cubicBezTo>
                    <a:pt x="4658953" y="1202652"/>
                    <a:pt x="4715229" y="1262174"/>
                    <a:pt x="4836691" y="1262174"/>
                  </a:cubicBezTo>
                  <a:cubicBezTo>
                    <a:pt x="5042046" y="1262174"/>
                    <a:pt x="5212578" y="1086639"/>
                    <a:pt x="5318559" y="974099"/>
                  </a:cubicBezTo>
                  <a:cubicBezTo>
                    <a:pt x="5266353" y="1062935"/>
                    <a:pt x="5248722" y="1116503"/>
                    <a:pt x="5248722" y="1159836"/>
                  </a:cubicBezTo>
                  <a:cubicBezTo>
                    <a:pt x="5248722" y="1224703"/>
                    <a:pt x="5290733" y="1262918"/>
                    <a:pt x="5367728" y="1262918"/>
                  </a:cubicBezTo>
                  <a:cubicBezTo>
                    <a:pt x="5501513" y="1262918"/>
                    <a:pt x="5643526" y="1126192"/>
                    <a:pt x="5766532" y="1007455"/>
                  </a:cubicBezTo>
                  <a:cubicBezTo>
                    <a:pt x="5809744" y="965738"/>
                    <a:pt x="5908703" y="865975"/>
                    <a:pt x="6050180" y="715938"/>
                  </a:cubicBezTo>
                  <a:cubicBezTo>
                    <a:pt x="6040438" y="760862"/>
                    <a:pt x="6026027" y="833150"/>
                    <a:pt x="6019540" y="869007"/>
                  </a:cubicBezTo>
                  <a:cubicBezTo>
                    <a:pt x="5970781" y="1138940"/>
                    <a:pt x="5896608" y="1222716"/>
                    <a:pt x="5805674" y="1222716"/>
                  </a:cubicBezTo>
                  <a:cubicBezTo>
                    <a:pt x="5725254" y="1222716"/>
                    <a:pt x="5745218" y="1135838"/>
                    <a:pt x="5685439" y="1135838"/>
                  </a:cubicBezTo>
                  <a:cubicBezTo>
                    <a:pt x="5662073" y="1135838"/>
                    <a:pt x="5644400" y="1155276"/>
                    <a:pt x="5644400" y="1179872"/>
                  </a:cubicBezTo>
                  <a:cubicBezTo>
                    <a:pt x="5644400" y="1226026"/>
                    <a:pt x="5698978" y="1266658"/>
                    <a:pt x="5794735" y="1266658"/>
                  </a:cubicBezTo>
                  <a:cubicBezTo>
                    <a:pt x="5976941" y="1266658"/>
                    <a:pt x="6106497" y="1154675"/>
                    <a:pt x="6209054" y="1063042"/>
                  </a:cubicBezTo>
                  <a:cubicBezTo>
                    <a:pt x="6260055" y="1017322"/>
                    <a:pt x="6311413" y="970541"/>
                    <a:pt x="6367816" y="920576"/>
                  </a:cubicBezTo>
                  <a:cubicBezTo>
                    <a:pt x="6333044" y="981223"/>
                    <a:pt x="6303615" y="1047789"/>
                    <a:pt x="6303615" y="1120806"/>
                  </a:cubicBezTo>
                  <a:cubicBezTo>
                    <a:pt x="6303615" y="1201709"/>
                    <a:pt x="6356860" y="1263030"/>
                    <a:pt x="6472535" y="1263030"/>
                  </a:cubicBezTo>
                  <a:cubicBezTo>
                    <a:pt x="6694867" y="1263030"/>
                    <a:pt x="6865534" y="1058376"/>
                    <a:pt x="6958180" y="939831"/>
                  </a:cubicBezTo>
                  <a:cubicBezTo>
                    <a:pt x="7084538" y="778074"/>
                    <a:pt x="7182140" y="656667"/>
                    <a:pt x="7239893" y="656667"/>
                  </a:cubicBezTo>
                  <a:cubicBezTo>
                    <a:pt x="7253108" y="656667"/>
                    <a:pt x="7260785" y="663530"/>
                    <a:pt x="7260785" y="676889"/>
                  </a:cubicBezTo>
                  <a:cubicBezTo>
                    <a:pt x="7260785" y="701992"/>
                    <a:pt x="7242846" y="731990"/>
                    <a:pt x="7209328" y="790370"/>
                  </a:cubicBezTo>
                  <a:cubicBezTo>
                    <a:pt x="7101900" y="977302"/>
                    <a:pt x="6946626" y="1206724"/>
                    <a:pt x="6922127" y="1247887"/>
                  </a:cubicBezTo>
                  <a:lnTo>
                    <a:pt x="7104720" y="1241003"/>
                  </a:lnTo>
                  <a:cubicBezTo>
                    <a:pt x="7189867" y="1103553"/>
                    <a:pt x="7421740" y="801957"/>
                    <a:pt x="7537270" y="703548"/>
                  </a:cubicBezTo>
                  <a:cubicBezTo>
                    <a:pt x="7507923" y="745048"/>
                    <a:pt x="7490557" y="792842"/>
                    <a:pt x="7490557" y="831280"/>
                  </a:cubicBezTo>
                  <a:cubicBezTo>
                    <a:pt x="7490557" y="899088"/>
                    <a:pt x="7534453" y="940817"/>
                    <a:pt x="7622084" y="940817"/>
                  </a:cubicBezTo>
                  <a:cubicBezTo>
                    <a:pt x="7667973" y="940817"/>
                    <a:pt x="7703904" y="930327"/>
                    <a:pt x="7738412" y="912651"/>
                  </a:cubicBezTo>
                  <a:lnTo>
                    <a:pt x="7723696" y="877398"/>
                  </a:lnTo>
                  <a:cubicBezTo>
                    <a:pt x="7700909" y="889623"/>
                    <a:pt x="7681467" y="896020"/>
                    <a:pt x="7658342" y="896020"/>
                  </a:cubicBezTo>
                  <a:cubicBezTo>
                    <a:pt x="7617493" y="896020"/>
                    <a:pt x="7605583" y="868260"/>
                    <a:pt x="7605583" y="837177"/>
                  </a:cubicBezTo>
                  <a:cubicBezTo>
                    <a:pt x="7605583" y="765389"/>
                    <a:pt x="7672545" y="675281"/>
                    <a:pt x="7742114" y="653579"/>
                  </a:cubicBezTo>
                  <a:cubicBezTo>
                    <a:pt x="7741607" y="620374"/>
                    <a:pt x="7710081" y="596354"/>
                    <a:pt x="7659923" y="596354"/>
                  </a:cubicBezTo>
                  <a:cubicBezTo>
                    <a:pt x="7590547" y="596354"/>
                    <a:pt x="7496465" y="650303"/>
                    <a:pt x="7301117" y="899015"/>
                  </a:cubicBezTo>
                  <a:cubicBezTo>
                    <a:pt x="7359184" y="792865"/>
                    <a:pt x="7388945" y="742194"/>
                    <a:pt x="7388945" y="681354"/>
                  </a:cubicBezTo>
                  <a:cubicBezTo>
                    <a:pt x="7388945" y="633705"/>
                    <a:pt x="7356776" y="598531"/>
                    <a:pt x="7289546" y="598531"/>
                  </a:cubicBezTo>
                  <a:cubicBezTo>
                    <a:pt x="7164153" y="598531"/>
                    <a:pt x="7084394" y="710215"/>
                    <a:pt x="6919020" y="919163"/>
                  </a:cubicBezTo>
                  <a:cubicBezTo>
                    <a:pt x="6814920" y="1050729"/>
                    <a:pt x="6677829" y="1189713"/>
                    <a:pt x="6544140" y="1189713"/>
                  </a:cubicBezTo>
                  <a:cubicBezTo>
                    <a:pt x="6497262" y="1189713"/>
                    <a:pt x="6473670" y="1165761"/>
                    <a:pt x="6473670" y="1125587"/>
                  </a:cubicBezTo>
                  <a:cubicBezTo>
                    <a:pt x="6473525" y="1075936"/>
                    <a:pt x="6497693" y="1016094"/>
                    <a:pt x="6515658" y="983419"/>
                  </a:cubicBezTo>
                  <a:cubicBezTo>
                    <a:pt x="6688073" y="965068"/>
                    <a:pt x="6934535" y="826009"/>
                    <a:pt x="6934535" y="675996"/>
                  </a:cubicBezTo>
                  <a:cubicBezTo>
                    <a:pt x="6934535" y="612649"/>
                    <a:pt x="6891830" y="586904"/>
                    <a:pt x="6818524" y="586904"/>
                  </a:cubicBezTo>
                  <a:cubicBezTo>
                    <a:pt x="6730483" y="586904"/>
                    <a:pt x="6620435" y="628788"/>
                    <a:pt x="6504664" y="736457"/>
                  </a:cubicBezTo>
                  <a:cubicBezTo>
                    <a:pt x="6391930" y="841378"/>
                    <a:pt x="6203108" y="1018344"/>
                    <a:pt x="6108967" y="1093701"/>
                  </a:cubicBezTo>
                  <a:cubicBezTo>
                    <a:pt x="6153819" y="1027026"/>
                    <a:pt x="6165838" y="962424"/>
                    <a:pt x="6165838" y="885862"/>
                  </a:cubicBezTo>
                  <a:cubicBezTo>
                    <a:pt x="6165838" y="810940"/>
                    <a:pt x="6157876" y="753651"/>
                    <a:pt x="6157876" y="680610"/>
                  </a:cubicBezTo>
                  <a:cubicBezTo>
                    <a:pt x="6157876" y="671905"/>
                    <a:pt x="6158607" y="656890"/>
                    <a:pt x="6159885" y="649077"/>
                  </a:cubicBezTo>
                  <a:cubicBezTo>
                    <a:pt x="6196996" y="641939"/>
                    <a:pt x="6228532" y="615666"/>
                    <a:pt x="6228532" y="575853"/>
                  </a:cubicBezTo>
                  <a:cubicBezTo>
                    <a:pt x="6228532" y="546145"/>
                    <a:pt x="6209411" y="523261"/>
                    <a:pt x="6172107" y="523261"/>
                  </a:cubicBezTo>
                  <a:cubicBezTo>
                    <a:pt x="6126339" y="523261"/>
                    <a:pt x="6086589" y="557238"/>
                    <a:pt x="6067611" y="633487"/>
                  </a:cubicBezTo>
                  <a:cubicBezTo>
                    <a:pt x="6011667" y="694978"/>
                    <a:pt x="5921242" y="788658"/>
                    <a:pt x="5840388" y="871128"/>
                  </a:cubicBezTo>
                  <a:cubicBezTo>
                    <a:pt x="5646535" y="1068019"/>
                    <a:pt x="5513822" y="1186644"/>
                    <a:pt x="5441287" y="1186644"/>
                  </a:cubicBezTo>
                  <a:cubicBezTo>
                    <a:pt x="5422285" y="1186644"/>
                    <a:pt x="5410535" y="1177544"/>
                    <a:pt x="5410535" y="1156227"/>
                  </a:cubicBezTo>
                  <a:cubicBezTo>
                    <a:pt x="5410535" y="1116584"/>
                    <a:pt x="5467362" y="1017358"/>
                    <a:pt x="5516724" y="939180"/>
                  </a:cubicBezTo>
                  <a:cubicBezTo>
                    <a:pt x="5516724" y="939180"/>
                    <a:pt x="5566595" y="858333"/>
                    <a:pt x="5720153" y="616614"/>
                  </a:cubicBezTo>
                  <a:lnTo>
                    <a:pt x="5538267" y="627143"/>
                  </a:lnTo>
                  <a:cubicBezTo>
                    <a:pt x="5524401" y="649834"/>
                    <a:pt x="5474878" y="717811"/>
                    <a:pt x="5464895" y="730374"/>
                  </a:cubicBezTo>
                  <a:cubicBezTo>
                    <a:pt x="5337331" y="897340"/>
                    <a:pt x="5101832" y="1189602"/>
                    <a:pt x="4908389" y="1189602"/>
                  </a:cubicBezTo>
                  <a:cubicBezTo>
                    <a:pt x="4848828" y="1189602"/>
                    <a:pt x="4829752" y="1159533"/>
                    <a:pt x="4829752" y="1118202"/>
                  </a:cubicBezTo>
                  <a:cubicBezTo>
                    <a:pt x="4829752" y="1073759"/>
                    <a:pt x="4850735" y="1024664"/>
                    <a:pt x="4869954" y="984200"/>
                  </a:cubicBezTo>
                  <a:cubicBezTo>
                    <a:pt x="5111818" y="950730"/>
                    <a:pt x="5289556" y="790224"/>
                    <a:pt x="5289556" y="675996"/>
                  </a:cubicBezTo>
                  <a:cubicBezTo>
                    <a:pt x="5289556" y="615856"/>
                    <a:pt x="5253207" y="586904"/>
                    <a:pt x="5174884" y="586904"/>
                  </a:cubicBezTo>
                  <a:cubicBezTo>
                    <a:pt x="4956170" y="586904"/>
                    <a:pt x="4781708" y="803082"/>
                    <a:pt x="4711006" y="939012"/>
                  </a:cubicBezTo>
                  <a:cubicBezTo>
                    <a:pt x="4664369" y="925943"/>
                    <a:pt x="4625353" y="898489"/>
                    <a:pt x="4606231" y="853492"/>
                  </a:cubicBezTo>
                  <a:cubicBezTo>
                    <a:pt x="4673460" y="741338"/>
                    <a:pt x="4711657" y="645621"/>
                    <a:pt x="4711657" y="611572"/>
                  </a:cubicBezTo>
                  <a:cubicBezTo>
                    <a:pt x="4711657" y="593535"/>
                    <a:pt x="4690274" y="579797"/>
                    <a:pt x="4661892" y="579797"/>
                  </a:cubicBezTo>
                  <a:cubicBezTo>
                    <a:pt x="4625505" y="579797"/>
                    <a:pt x="4603343" y="597956"/>
                    <a:pt x="4589767" y="617730"/>
                  </a:cubicBezTo>
                  <a:cubicBezTo>
                    <a:pt x="4561794" y="658458"/>
                    <a:pt x="4542979" y="735181"/>
                    <a:pt x="4545583" y="820955"/>
                  </a:cubicBezTo>
                  <a:cubicBezTo>
                    <a:pt x="4501648" y="947385"/>
                    <a:pt x="4316666" y="1185565"/>
                    <a:pt x="4184545" y="1185565"/>
                  </a:cubicBezTo>
                  <a:cubicBezTo>
                    <a:pt x="4159346" y="1185565"/>
                    <a:pt x="4149924" y="1173615"/>
                    <a:pt x="4149924" y="1154106"/>
                  </a:cubicBezTo>
                  <a:cubicBezTo>
                    <a:pt x="4149924" y="1114366"/>
                    <a:pt x="4196757" y="1023880"/>
                    <a:pt x="4282771" y="884839"/>
                  </a:cubicBezTo>
                  <a:cubicBezTo>
                    <a:pt x="4293888" y="866778"/>
                    <a:pt x="4396560" y="697976"/>
                    <a:pt x="4447561" y="616688"/>
                  </a:cubicBezTo>
                  <a:lnTo>
                    <a:pt x="4266717" y="626473"/>
                  </a:lnTo>
                  <a:cubicBezTo>
                    <a:pt x="4223842" y="692160"/>
                    <a:pt x="4187658" y="749222"/>
                    <a:pt x="4142203" y="813197"/>
                  </a:cubicBezTo>
                  <a:cubicBezTo>
                    <a:pt x="3951268" y="1081707"/>
                    <a:pt x="3821415" y="1185881"/>
                    <a:pt x="3751846" y="1185881"/>
                  </a:cubicBezTo>
                  <a:cubicBezTo>
                    <a:pt x="3731879" y="1185881"/>
                    <a:pt x="3721708" y="1176569"/>
                    <a:pt x="3721708" y="1159111"/>
                  </a:cubicBezTo>
                  <a:cubicBezTo>
                    <a:pt x="3721708" y="1141966"/>
                    <a:pt x="3731445" y="1119577"/>
                    <a:pt x="3749892" y="1085311"/>
                  </a:cubicBezTo>
                  <a:cubicBezTo>
                    <a:pt x="3808513" y="976171"/>
                    <a:pt x="3949412" y="769368"/>
                    <a:pt x="4051511" y="616967"/>
                  </a:cubicBezTo>
                  <a:lnTo>
                    <a:pt x="3868434" y="626120"/>
                  </a:lnTo>
                  <a:cubicBezTo>
                    <a:pt x="3847213" y="657468"/>
                    <a:pt x="3786976" y="741047"/>
                    <a:pt x="3763826" y="770297"/>
                  </a:cubicBezTo>
                  <a:cubicBezTo>
                    <a:pt x="3507277" y="1091882"/>
                    <a:pt x="3384088" y="1184374"/>
                    <a:pt x="3321416" y="1184374"/>
                  </a:cubicBezTo>
                  <a:cubicBezTo>
                    <a:pt x="3298941" y="1184374"/>
                    <a:pt x="3291222" y="1171327"/>
                    <a:pt x="3291222" y="1152469"/>
                  </a:cubicBezTo>
                  <a:cubicBezTo>
                    <a:pt x="3291222" y="1100094"/>
                    <a:pt x="3348397" y="1001685"/>
                    <a:pt x="3462263" y="810630"/>
                  </a:cubicBezTo>
                  <a:cubicBezTo>
                    <a:pt x="3483894" y="774362"/>
                    <a:pt x="3816935" y="232990"/>
                    <a:pt x="3960968" y="0"/>
                  </a:cubicBezTo>
                  <a:lnTo>
                    <a:pt x="3768551" y="11646"/>
                  </a:lnTo>
                  <a:cubicBezTo>
                    <a:pt x="3768551" y="11646"/>
                    <a:pt x="3466538" y="503581"/>
                    <a:pt x="3369599" y="662155"/>
                  </a:cubicBezTo>
                  <a:cubicBezTo>
                    <a:pt x="3347993" y="616748"/>
                    <a:pt x="3302822" y="590178"/>
                    <a:pt x="3233012" y="590178"/>
                  </a:cubicBezTo>
                  <a:cubicBezTo>
                    <a:pt x="3079358" y="590178"/>
                    <a:pt x="2936962" y="692651"/>
                    <a:pt x="2819623" y="840060"/>
                  </a:cubicBezTo>
                  <a:cubicBezTo>
                    <a:pt x="2755769" y="920288"/>
                    <a:pt x="2555070" y="1183853"/>
                    <a:pt x="2442939" y="1183853"/>
                  </a:cubicBezTo>
                  <a:cubicBezTo>
                    <a:pt x="2424541" y="1183853"/>
                    <a:pt x="2415350" y="1174683"/>
                    <a:pt x="2415350" y="1156116"/>
                  </a:cubicBezTo>
                  <a:cubicBezTo>
                    <a:pt x="2415350" y="1148062"/>
                    <a:pt x="2416999" y="1138276"/>
                    <a:pt x="2420448" y="1126629"/>
                  </a:cubicBezTo>
                  <a:cubicBezTo>
                    <a:pt x="2431637" y="1088601"/>
                    <a:pt x="2473995" y="1016334"/>
                    <a:pt x="2524441" y="935552"/>
                  </a:cubicBezTo>
                  <a:cubicBezTo>
                    <a:pt x="2524441" y="935552"/>
                    <a:pt x="2575589" y="855151"/>
                    <a:pt x="2731703" y="616446"/>
                  </a:cubicBezTo>
                  <a:lnTo>
                    <a:pt x="2538934" y="628352"/>
                  </a:lnTo>
                  <a:cubicBezTo>
                    <a:pt x="2538934" y="628352"/>
                    <a:pt x="2376111" y="874182"/>
                    <a:pt x="2331114" y="932538"/>
                  </a:cubicBezTo>
                  <a:cubicBezTo>
                    <a:pt x="2232559" y="1059836"/>
                    <a:pt x="2094078" y="1183370"/>
                    <a:pt x="2020602" y="1183370"/>
                  </a:cubicBezTo>
                  <a:cubicBezTo>
                    <a:pt x="1998924" y="1183370"/>
                    <a:pt x="1991748" y="1171430"/>
                    <a:pt x="1991748" y="1159855"/>
                  </a:cubicBezTo>
                  <a:cubicBezTo>
                    <a:pt x="1991748" y="1142637"/>
                    <a:pt x="1999529" y="1120225"/>
                    <a:pt x="2028899" y="1069609"/>
                  </a:cubicBezTo>
                  <a:cubicBezTo>
                    <a:pt x="2081251" y="980050"/>
                    <a:pt x="2323412" y="615535"/>
                    <a:pt x="2323412" y="615535"/>
                  </a:cubicBezTo>
                  <a:lnTo>
                    <a:pt x="2133563" y="627255"/>
                  </a:lnTo>
                  <a:cubicBezTo>
                    <a:pt x="2111908" y="657856"/>
                    <a:pt x="2069515" y="716089"/>
                    <a:pt x="2046052" y="744978"/>
                  </a:cubicBezTo>
                  <a:cubicBezTo>
                    <a:pt x="1944460" y="868924"/>
                    <a:pt x="1712210" y="1088114"/>
                    <a:pt x="1552575" y="1179723"/>
                  </a:cubicBezTo>
                  <a:cubicBezTo>
                    <a:pt x="1635648" y="1087294"/>
                    <a:pt x="1706352" y="968702"/>
                    <a:pt x="1706352" y="839186"/>
                  </a:cubicBezTo>
                  <a:cubicBezTo>
                    <a:pt x="1706352" y="685025"/>
                    <a:pt x="1608698" y="642560"/>
                    <a:pt x="1555310" y="613358"/>
                  </a:cubicBezTo>
                  <a:cubicBezTo>
                    <a:pt x="1652007" y="592258"/>
                    <a:pt x="1771322" y="551892"/>
                    <a:pt x="1858156" y="465274"/>
                  </a:cubicBezTo>
                  <a:cubicBezTo>
                    <a:pt x="1922396" y="401227"/>
                    <a:pt x="1976884" y="294813"/>
                    <a:pt x="1976884" y="202239"/>
                  </a:cubicBezTo>
                  <a:cubicBezTo>
                    <a:pt x="1976884" y="100044"/>
                    <a:pt x="1910965" y="0"/>
                    <a:pt x="1734908" y="0"/>
                  </a:cubicBezTo>
                  <a:close/>
                  <a:moveTo>
                    <a:pt x="1670875" y="70749"/>
                  </a:moveTo>
                  <a:cubicBezTo>
                    <a:pt x="1752308" y="70749"/>
                    <a:pt x="1777287" y="121509"/>
                    <a:pt x="1777287" y="184640"/>
                  </a:cubicBezTo>
                  <a:cubicBezTo>
                    <a:pt x="1777287" y="277093"/>
                    <a:pt x="1694004" y="453844"/>
                    <a:pt x="1534827" y="528935"/>
                  </a:cubicBezTo>
                  <a:cubicBezTo>
                    <a:pt x="1463305" y="562430"/>
                    <a:pt x="1363754" y="565007"/>
                    <a:pt x="1237469" y="565007"/>
                  </a:cubicBezTo>
                  <a:lnTo>
                    <a:pt x="1194067" y="629431"/>
                  </a:lnTo>
                  <a:cubicBezTo>
                    <a:pt x="1205183" y="627116"/>
                    <a:pt x="1224224" y="625469"/>
                    <a:pt x="1248073" y="625469"/>
                  </a:cubicBezTo>
                  <a:lnTo>
                    <a:pt x="1318003" y="625469"/>
                  </a:lnTo>
                  <a:cubicBezTo>
                    <a:pt x="1465581" y="625469"/>
                    <a:pt x="1499109" y="708120"/>
                    <a:pt x="1499109" y="800863"/>
                  </a:cubicBezTo>
                  <a:cubicBezTo>
                    <a:pt x="1499109" y="1005615"/>
                    <a:pt x="1298163" y="1317557"/>
                    <a:pt x="1005781" y="1317557"/>
                  </a:cubicBezTo>
                  <a:cubicBezTo>
                    <a:pt x="879905" y="1317557"/>
                    <a:pt x="832786" y="1257231"/>
                    <a:pt x="832786" y="1170180"/>
                  </a:cubicBezTo>
                  <a:cubicBezTo>
                    <a:pt x="832786" y="1008592"/>
                    <a:pt x="977471" y="852393"/>
                    <a:pt x="1210605" y="848655"/>
                  </a:cubicBezTo>
                  <a:lnTo>
                    <a:pt x="1210605" y="799542"/>
                  </a:lnTo>
                  <a:cubicBezTo>
                    <a:pt x="1144123" y="799542"/>
                    <a:pt x="1041135" y="816741"/>
                    <a:pt x="961076" y="869454"/>
                  </a:cubicBezTo>
                  <a:cubicBezTo>
                    <a:pt x="1082635" y="692047"/>
                    <a:pt x="1258801" y="420814"/>
                    <a:pt x="1336086" y="318064"/>
                  </a:cubicBezTo>
                  <a:cubicBezTo>
                    <a:pt x="1387304" y="347604"/>
                    <a:pt x="1433305" y="378819"/>
                    <a:pt x="1472394" y="409612"/>
                  </a:cubicBezTo>
                  <a:lnTo>
                    <a:pt x="1501676" y="371847"/>
                  </a:lnTo>
                  <a:cubicBezTo>
                    <a:pt x="1470930" y="347926"/>
                    <a:pt x="1428032" y="316087"/>
                    <a:pt x="1366372" y="279313"/>
                  </a:cubicBezTo>
                  <a:cubicBezTo>
                    <a:pt x="1437244" y="188934"/>
                    <a:pt x="1547628" y="70749"/>
                    <a:pt x="1670875" y="70749"/>
                  </a:cubicBezTo>
                  <a:close/>
                  <a:moveTo>
                    <a:pt x="529251" y="73763"/>
                  </a:moveTo>
                  <a:cubicBezTo>
                    <a:pt x="726239" y="73763"/>
                    <a:pt x="890457" y="118794"/>
                    <a:pt x="1001502" y="161162"/>
                  </a:cubicBezTo>
                  <a:cubicBezTo>
                    <a:pt x="999765" y="163670"/>
                    <a:pt x="882755" y="325096"/>
                    <a:pt x="882755" y="325096"/>
                  </a:cubicBezTo>
                  <a:cubicBezTo>
                    <a:pt x="823314" y="391916"/>
                    <a:pt x="661753" y="538702"/>
                    <a:pt x="380535" y="539595"/>
                  </a:cubicBezTo>
                  <a:cubicBezTo>
                    <a:pt x="191240" y="540174"/>
                    <a:pt x="84359" y="465128"/>
                    <a:pt x="84720" y="343328"/>
                  </a:cubicBezTo>
                  <a:cubicBezTo>
                    <a:pt x="85130" y="185188"/>
                    <a:pt x="253387" y="73763"/>
                    <a:pt x="529251" y="73763"/>
                  </a:cubicBezTo>
                  <a:close/>
                  <a:moveTo>
                    <a:pt x="1165361" y="229549"/>
                  </a:moveTo>
                  <a:cubicBezTo>
                    <a:pt x="1204619" y="247634"/>
                    <a:pt x="1243702" y="266575"/>
                    <a:pt x="1282285" y="286903"/>
                  </a:cubicBezTo>
                  <a:cubicBezTo>
                    <a:pt x="1190362" y="411067"/>
                    <a:pt x="1058238" y="619169"/>
                    <a:pt x="924911" y="812974"/>
                  </a:cubicBezTo>
                  <a:cubicBezTo>
                    <a:pt x="775790" y="1029735"/>
                    <a:pt x="667718" y="1182594"/>
                    <a:pt x="582885" y="1255756"/>
                  </a:cubicBezTo>
                  <a:cubicBezTo>
                    <a:pt x="549873" y="1284331"/>
                    <a:pt x="526328" y="1298674"/>
                    <a:pt x="504602" y="1298674"/>
                  </a:cubicBezTo>
                  <a:cubicBezTo>
                    <a:pt x="486492" y="1298674"/>
                    <a:pt x="479208" y="1287726"/>
                    <a:pt x="479208" y="1274825"/>
                  </a:cubicBezTo>
                  <a:cubicBezTo>
                    <a:pt x="479208" y="1259368"/>
                    <a:pt x="486619" y="1235963"/>
                    <a:pt x="519317" y="1180598"/>
                  </a:cubicBezTo>
                  <a:cubicBezTo>
                    <a:pt x="558165" y="1115008"/>
                    <a:pt x="1121571" y="290533"/>
                    <a:pt x="1165361" y="229549"/>
                  </a:cubicBezTo>
                  <a:close/>
                  <a:moveTo>
                    <a:pt x="5836407" y="246032"/>
                  </a:moveTo>
                  <a:cubicBezTo>
                    <a:pt x="5766356" y="246032"/>
                    <a:pt x="5723372" y="310994"/>
                    <a:pt x="5723372" y="365950"/>
                  </a:cubicBezTo>
                  <a:cubicBezTo>
                    <a:pt x="5723372" y="409403"/>
                    <a:pt x="5749554" y="440048"/>
                    <a:pt x="5800893" y="440048"/>
                  </a:cubicBezTo>
                  <a:cubicBezTo>
                    <a:pt x="5862745" y="440048"/>
                    <a:pt x="5911063" y="382005"/>
                    <a:pt x="5911063" y="322901"/>
                  </a:cubicBezTo>
                  <a:cubicBezTo>
                    <a:pt x="5911063" y="272069"/>
                    <a:pt x="5876605" y="246032"/>
                    <a:pt x="5836407" y="246032"/>
                  </a:cubicBezTo>
                  <a:close/>
                  <a:moveTo>
                    <a:pt x="5177694" y="633413"/>
                  </a:moveTo>
                  <a:cubicBezTo>
                    <a:pt x="5197901" y="633413"/>
                    <a:pt x="5208185" y="645717"/>
                    <a:pt x="5208185" y="664164"/>
                  </a:cubicBezTo>
                  <a:cubicBezTo>
                    <a:pt x="5208185" y="778055"/>
                    <a:pt x="5036701" y="917312"/>
                    <a:pt x="4893488" y="940389"/>
                  </a:cubicBezTo>
                  <a:cubicBezTo>
                    <a:pt x="4978393" y="785698"/>
                    <a:pt x="5091582" y="633413"/>
                    <a:pt x="5177694" y="633413"/>
                  </a:cubicBezTo>
                  <a:close/>
                  <a:moveTo>
                    <a:pt x="6823863" y="633413"/>
                  </a:moveTo>
                  <a:cubicBezTo>
                    <a:pt x="6844480" y="633413"/>
                    <a:pt x="6852773" y="645660"/>
                    <a:pt x="6852773" y="664276"/>
                  </a:cubicBezTo>
                  <a:cubicBezTo>
                    <a:pt x="6852773" y="769582"/>
                    <a:pt x="6682517" y="916137"/>
                    <a:pt x="6539303" y="939552"/>
                  </a:cubicBezTo>
                  <a:cubicBezTo>
                    <a:pt x="6646104" y="745627"/>
                    <a:pt x="6749664" y="633413"/>
                    <a:pt x="6823863" y="633413"/>
                  </a:cubicBezTo>
                  <a:close/>
                  <a:moveTo>
                    <a:pt x="3265196" y="644928"/>
                  </a:moveTo>
                  <a:cubicBezTo>
                    <a:pt x="3305828" y="644928"/>
                    <a:pt x="3329918" y="665678"/>
                    <a:pt x="3329918" y="701873"/>
                  </a:cubicBezTo>
                  <a:cubicBezTo>
                    <a:pt x="3329918" y="712194"/>
                    <a:pt x="3326674" y="726086"/>
                    <a:pt x="3320597" y="736383"/>
                  </a:cubicBezTo>
                  <a:cubicBezTo>
                    <a:pt x="3251342" y="854204"/>
                    <a:pt x="3159441" y="972083"/>
                    <a:pt x="3078659" y="1060847"/>
                  </a:cubicBezTo>
                  <a:cubicBezTo>
                    <a:pt x="2993102" y="1155977"/>
                    <a:pt x="2933932" y="1181937"/>
                    <a:pt x="2897423" y="1181937"/>
                  </a:cubicBezTo>
                  <a:cubicBezTo>
                    <a:pt x="2861083" y="1181937"/>
                    <a:pt x="2856310" y="1161846"/>
                    <a:pt x="2856310" y="1144098"/>
                  </a:cubicBezTo>
                  <a:cubicBezTo>
                    <a:pt x="2856310" y="1076265"/>
                    <a:pt x="2941854" y="920058"/>
                    <a:pt x="3025601" y="815355"/>
                  </a:cubicBezTo>
                  <a:cubicBezTo>
                    <a:pt x="3122853" y="693555"/>
                    <a:pt x="3193915" y="644928"/>
                    <a:pt x="3265196" y="644928"/>
                  </a:cubicBezTo>
                  <a:close/>
                </a:path>
              </a:pathLst>
            </a:custGeom>
            <a:solidFill>
              <a:srgbClr val="000000"/>
            </a:solidFill>
            <a:ln w="24114" cap="flat">
              <a:noFill/>
              <a:prstDash val="solid"/>
              <a:miter/>
            </a:ln>
          </p:spPr>
          <p:txBody>
            <a:bodyPr rtlCol="0" anchor="ctr"/>
            <a:lstStyle/>
            <a:p>
              <a:endParaRPr lang="en-IN"/>
            </a:p>
          </p:txBody>
        </p:sp>
      </p:grpSp>
      <p:grpSp>
        <p:nvGrpSpPr>
          <p:cNvPr id="60" name="Graphic 58">
            <a:extLst>
              <a:ext uri="{FF2B5EF4-FFF2-40B4-BE49-F238E27FC236}">
                <a16:creationId xmlns:a16="http://schemas.microsoft.com/office/drawing/2014/main" id="{A29BB396-4DE4-EB3B-E9CB-1DF13C8A6A34}"/>
              </a:ext>
            </a:extLst>
          </p:cNvPr>
          <p:cNvGrpSpPr/>
          <p:nvPr/>
        </p:nvGrpSpPr>
        <p:grpSpPr>
          <a:xfrm>
            <a:off x="2011560" y="4730393"/>
            <a:ext cx="1149986" cy="336782"/>
            <a:chOff x="-392322" y="4613014"/>
            <a:chExt cx="4133850" cy="1210627"/>
          </a:xfrm>
          <a:solidFill>
            <a:schemeClr val="bg1"/>
          </a:solidFill>
        </p:grpSpPr>
        <p:sp>
          <p:nvSpPr>
            <p:cNvPr id="61" name="Freeform: Shape 60">
              <a:extLst>
                <a:ext uri="{FF2B5EF4-FFF2-40B4-BE49-F238E27FC236}">
                  <a16:creationId xmlns:a16="http://schemas.microsoft.com/office/drawing/2014/main" id="{3263EA8D-E24F-F8A6-32FA-B4A9E7543C54}"/>
                </a:ext>
              </a:extLst>
            </p:cNvPr>
            <p:cNvSpPr/>
            <p:nvPr/>
          </p:nvSpPr>
          <p:spPr>
            <a:xfrm>
              <a:off x="2366859" y="4675028"/>
              <a:ext cx="1116152" cy="1145747"/>
            </a:xfrm>
            <a:custGeom>
              <a:avLst/>
              <a:gdLst>
                <a:gd name="connsiteX0" fmla="*/ 903181 w 1116152"/>
                <a:gd name="connsiteY0" fmla="*/ 275171 h 1145747"/>
                <a:gd name="connsiteX1" fmla="*/ 1012718 w 1116152"/>
                <a:gd name="connsiteY1" fmla="*/ 279933 h 1145747"/>
                <a:gd name="connsiteX2" fmla="*/ 1114636 w 1116152"/>
                <a:gd name="connsiteY2" fmla="*/ 202781 h 1145747"/>
                <a:gd name="connsiteX3" fmla="*/ 997478 w 1116152"/>
                <a:gd name="connsiteY3" fmla="*/ 166586 h 1145747"/>
                <a:gd name="connsiteX4" fmla="*/ 880321 w 1116152"/>
                <a:gd name="connsiteY4" fmla="*/ 227546 h 1145747"/>
                <a:gd name="connsiteX5" fmla="*/ 746018 w 1116152"/>
                <a:gd name="connsiteY5" fmla="*/ 149441 h 1145747"/>
                <a:gd name="connsiteX6" fmla="*/ 691726 w 1116152"/>
                <a:gd name="connsiteY6" fmla="*/ 4661 h 1145747"/>
                <a:gd name="connsiteX7" fmla="*/ 537421 w 1116152"/>
                <a:gd name="connsiteY7" fmla="*/ 33236 h 1145747"/>
                <a:gd name="connsiteX8" fmla="*/ 488843 w 1116152"/>
                <a:gd name="connsiteY8" fmla="*/ 141821 h 1145747"/>
                <a:gd name="connsiteX9" fmla="*/ 495511 w 1116152"/>
                <a:gd name="connsiteY9" fmla="*/ 209448 h 1145747"/>
                <a:gd name="connsiteX10" fmla="*/ 308821 w 1116152"/>
                <a:gd name="connsiteY10" fmla="*/ 216116 h 1145747"/>
                <a:gd name="connsiteX11" fmla="*/ 273578 w 1116152"/>
                <a:gd name="connsiteY11" fmla="*/ 138011 h 1145747"/>
                <a:gd name="connsiteX12" fmla="*/ 167851 w 1116152"/>
                <a:gd name="connsiteY12" fmla="*/ 49428 h 1145747"/>
                <a:gd name="connsiteX13" fmla="*/ 58313 w 1116152"/>
                <a:gd name="connsiteY13" fmla="*/ 81813 h 1145747"/>
                <a:gd name="connsiteX14" fmla="*/ 17356 w 1116152"/>
                <a:gd name="connsiteY14" fmla="*/ 155156 h 1145747"/>
                <a:gd name="connsiteX15" fmla="*/ 119274 w 1116152"/>
                <a:gd name="connsiteY15" fmla="*/ 389471 h 1145747"/>
                <a:gd name="connsiteX16" fmla="*/ 453601 w 1116152"/>
                <a:gd name="connsiteY16" fmla="*/ 387566 h 1145747"/>
                <a:gd name="connsiteX17" fmla="*/ 535516 w 1116152"/>
                <a:gd name="connsiteY17" fmla="*/ 460908 h 1145747"/>
                <a:gd name="connsiteX18" fmla="*/ 486938 w 1116152"/>
                <a:gd name="connsiteY18" fmla="*/ 499961 h 1145747"/>
                <a:gd name="connsiteX19" fmla="*/ 182138 w 1116152"/>
                <a:gd name="connsiteY19" fmla="*/ 549491 h 1145747"/>
                <a:gd name="connsiteX20" fmla="*/ 129751 w 1116152"/>
                <a:gd name="connsiteY20" fmla="*/ 571398 h 1145747"/>
                <a:gd name="connsiteX21" fmla="*/ 7831 w 1116152"/>
                <a:gd name="connsiteY21" fmla="*/ 639978 h 1145747"/>
                <a:gd name="connsiteX22" fmla="*/ 101176 w 1116152"/>
                <a:gd name="connsiteY22" fmla="*/ 748563 h 1145747"/>
                <a:gd name="connsiteX23" fmla="*/ 464078 w 1116152"/>
                <a:gd name="connsiteY23" fmla="*/ 644741 h 1145747"/>
                <a:gd name="connsiteX24" fmla="*/ 569806 w 1116152"/>
                <a:gd name="connsiteY24" fmla="*/ 661886 h 1145747"/>
                <a:gd name="connsiteX25" fmla="*/ 586951 w 1116152"/>
                <a:gd name="connsiteY25" fmla="*/ 809523 h 1145747"/>
                <a:gd name="connsiteX26" fmla="*/ 626003 w 1116152"/>
                <a:gd name="connsiteY26" fmla="*/ 876198 h 1145747"/>
                <a:gd name="connsiteX27" fmla="*/ 593618 w 1116152"/>
                <a:gd name="connsiteY27" fmla="*/ 944778 h 1145747"/>
                <a:gd name="connsiteX28" fmla="*/ 550756 w 1116152"/>
                <a:gd name="connsiteY28" fmla="*/ 1015263 h 1145747"/>
                <a:gd name="connsiteX29" fmla="*/ 554566 w 1116152"/>
                <a:gd name="connsiteY29" fmla="*/ 1094321 h 1145747"/>
                <a:gd name="connsiteX30" fmla="*/ 673628 w 1116152"/>
                <a:gd name="connsiteY30" fmla="*/ 1128611 h 1145747"/>
                <a:gd name="connsiteX31" fmla="*/ 695536 w 1116152"/>
                <a:gd name="connsiteY31" fmla="*/ 1000976 h 1145747"/>
                <a:gd name="connsiteX32" fmla="*/ 648863 w 1116152"/>
                <a:gd name="connsiteY32" fmla="*/ 875246 h 1145747"/>
                <a:gd name="connsiteX33" fmla="*/ 688868 w 1116152"/>
                <a:gd name="connsiteY33" fmla="*/ 729513 h 1145747"/>
                <a:gd name="connsiteX34" fmla="*/ 812693 w 1116152"/>
                <a:gd name="connsiteY34" fmla="*/ 578066 h 1145747"/>
                <a:gd name="connsiteX35" fmla="*/ 1021291 w 1116152"/>
                <a:gd name="connsiteY35" fmla="*/ 539013 h 1145747"/>
                <a:gd name="connsiteX36" fmla="*/ 1047961 w 1116152"/>
                <a:gd name="connsiteY36" fmla="*/ 443763 h 1145747"/>
                <a:gd name="connsiteX37" fmla="*/ 826981 w 1116152"/>
                <a:gd name="connsiteY37" fmla="*/ 445668 h 1145747"/>
                <a:gd name="connsiteX38" fmla="*/ 724111 w 1116152"/>
                <a:gd name="connsiteY38" fmla="*/ 421856 h 1145747"/>
                <a:gd name="connsiteX39" fmla="*/ 726016 w 1116152"/>
                <a:gd name="connsiteY39" fmla="*/ 372326 h 1145747"/>
                <a:gd name="connsiteX40" fmla="*/ 903181 w 1116152"/>
                <a:gd name="connsiteY40" fmla="*/ 275171 h 114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16152" h="1145747">
                  <a:moveTo>
                    <a:pt x="903181" y="275171"/>
                  </a:moveTo>
                  <a:cubicBezTo>
                    <a:pt x="923183" y="280886"/>
                    <a:pt x="963188" y="276123"/>
                    <a:pt x="1012718" y="279933"/>
                  </a:cubicBezTo>
                  <a:cubicBezTo>
                    <a:pt x="1119399" y="289458"/>
                    <a:pt x="1119399" y="211353"/>
                    <a:pt x="1114636" y="202781"/>
                  </a:cubicBezTo>
                  <a:cubicBezTo>
                    <a:pt x="1110826" y="194208"/>
                    <a:pt x="1088918" y="126581"/>
                    <a:pt x="997478" y="166586"/>
                  </a:cubicBezTo>
                  <a:cubicBezTo>
                    <a:pt x="979381" y="175158"/>
                    <a:pt x="926041" y="227546"/>
                    <a:pt x="880321" y="227546"/>
                  </a:cubicBezTo>
                  <a:cubicBezTo>
                    <a:pt x="845078" y="227546"/>
                    <a:pt x="741256" y="247548"/>
                    <a:pt x="746018" y="149441"/>
                  </a:cubicBezTo>
                  <a:cubicBezTo>
                    <a:pt x="750781" y="52286"/>
                    <a:pt x="719349" y="13233"/>
                    <a:pt x="691726" y="4661"/>
                  </a:cubicBezTo>
                  <a:cubicBezTo>
                    <a:pt x="664103" y="-3912"/>
                    <a:pt x="579331" y="-3912"/>
                    <a:pt x="537421" y="33236"/>
                  </a:cubicBezTo>
                  <a:cubicBezTo>
                    <a:pt x="495511" y="70383"/>
                    <a:pt x="488843" y="141821"/>
                    <a:pt x="488843" y="141821"/>
                  </a:cubicBezTo>
                  <a:cubicBezTo>
                    <a:pt x="488843" y="141821"/>
                    <a:pt x="506941" y="185636"/>
                    <a:pt x="495511" y="209448"/>
                  </a:cubicBezTo>
                  <a:cubicBezTo>
                    <a:pt x="463126" y="277076"/>
                    <a:pt x="358351" y="233261"/>
                    <a:pt x="308821" y="216116"/>
                  </a:cubicBezTo>
                  <a:cubicBezTo>
                    <a:pt x="259291" y="198971"/>
                    <a:pt x="271674" y="166586"/>
                    <a:pt x="273578" y="138011"/>
                  </a:cubicBezTo>
                  <a:cubicBezTo>
                    <a:pt x="276436" y="109436"/>
                    <a:pt x="252624" y="59906"/>
                    <a:pt x="167851" y="49428"/>
                  </a:cubicBezTo>
                  <a:cubicBezTo>
                    <a:pt x="83078" y="38951"/>
                    <a:pt x="58313" y="81813"/>
                    <a:pt x="58313" y="81813"/>
                  </a:cubicBezTo>
                  <a:cubicBezTo>
                    <a:pt x="43074" y="103721"/>
                    <a:pt x="33549" y="112293"/>
                    <a:pt x="17356" y="155156"/>
                  </a:cubicBezTo>
                  <a:cubicBezTo>
                    <a:pt x="1163" y="198971"/>
                    <a:pt x="13546" y="320891"/>
                    <a:pt x="119274" y="389471"/>
                  </a:cubicBezTo>
                  <a:cubicBezTo>
                    <a:pt x="197378" y="439953"/>
                    <a:pt x="423121" y="402806"/>
                    <a:pt x="453601" y="387566"/>
                  </a:cubicBezTo>
                  <a:cubicBezTo>
                    <a:pt x="532658" y="348513"/>
                    <a:pt x="535516" y="437096"/>
                    <a:pt x="535516" y="460908"/>
                  </a:cubicBezTo>
                  <a:cubicBezTo>
                    <a:pt x="534563" y="484721"/>
                    <a:pt x="514561" y="493293"/>
                    <a:pt x="486938" y="499961"/>
                  </a:cubicBezTo>
                  <a:cubicBezTo>
                    <a:pt x="458363" y="506628"/>
                    <a:pt x="232621" y="531393"/>
                    <a:pt x="182138" y="549491"/>
                  </a:cubicBezTo>
                  <a:cubicBezTo>
                    <a:pt x="144991" y="562826"/>
                    <a:pt x="129751" y="571398"/>
                    <a:pt x="129751" y="571398"/>
                  </a:cubicBezTo>
                  <a:cubicBezTo>
                    <a:pt x="64981" y="547586"/>
                    <a:pt x="22118" y="587591"/>
                    <a:pt x="7831" y="639978"/>
                  </a:cubicBezTo>
                  <a:cubicBezTo>
                    <a:pt x="-29317" y="779996"/>
                    <a:pt x="76411" y="753326"/>
                    <a:pt x="101176" y="748563"/>
                  </a:cubicBezTo>
                  <a:cubicBezTo>
                    <a:pt x="124988" y="744753"/>
                    <a:pt x="389783" y="661886"/>
                    <a:pt x="464078" y="644741"/>
                  </a:cubicBezTo>
                  <a:cubicBezTo>
                    <a:pt x="538374" y="627596"/>
                    <a:pt x="550756" y="629501"/>
                    <a:pt x="569806" y="661886"/>
                  </a:cubicBezTo>
                  <a:cubicBezTo>
                    <a:pt x="587903" y="694271"/>
                    <a:pt x="589808" y="785711"/>
                    <a:pt x="586951" y="809523"/>
                  </a:cubicBezTo>
                  <a:cubicBezTo>
                    <a:pt x="584093" y="831431"/>
                    <a:pt x="581236" y="874293"/>
                    <a:pt x="626003" y="876198"/>
                  </a:cubicBezTo>
                  <a:cubicBezTo>
                    <a:pt x="594571" y="884771"/>
                    <a:pt x="601238" y="931443"/>
                    <a:pt x="593618" y="944778"/>
                  </a:cubicBezTo>
                  <a:cubicBezTo>
                    <a:pt x="587903" y="954303"/>
                    <a:pt x="562186" y="1001928"/>
                    <a:pt x="550756" y="1015263"/>
                  </a:cubicBezTo>
                  <a:cubicBezTo>
                    <a:pt x="539326" y="1028598"/>
                    <a:pt x="522181" y="1059078"/>
                    <a:pt x="554566" y="1094321"/>
                  </a:cubicBezTo>
                  <a:cubicBezTo>
                    <a:pt x="585999" y="1128611"/>
                    <a:pt x="642196" y="1169568"/>
                    <a:pt x="673628" y="1128611"/>
                  </a:cubicBezTo>
                  <a:cubicBezTo>
                    <a:pt x="705061" y="1087653"/>
                    <a:pt x="712681" y="1087653"/>
                    <a:pt x="695536" y="1000976"/>
                  </a:cubicBezTo>
                  <a:cubicBezTo>
                    <a:pt x="681249" y="929538"/>
                    <a:pt x="679343" y="881913"/>
                    <a:pt x="648863" y="875246"/>
                  </a:cubicBezTo>
                  <a:cubicBezTo>
                    <a:pt x="690774" y="868578"/>
                    <a:pt x="682201" y="844766"/>
                    <a:pt x="688868" y="729513"/>
                  </a:cubicBezTo>
                  <a:cubicBezTo>
                    <a:pt x="696488" y="603783"/>
                    <a:pt x="770783" y="595211"/>
                    <a:pt x="812693" y="578066"/>
                  </a:cubicBezTo>
                  <a:cubicBezTo>
                    <a:pt x="854603" y="560921"/>
                    <a:pt x="956521" y="552348"/>
                    <a:pt x="1021291" y="539013"/>
                  </a:cubicBezTo>
                  <a:cubicBezTo>
                    <a:pt x="1087013" y="526631"/>
                    <a:pt x="1077488" y="462813"/>
                    <a:pt x="1047961" y="443763"/>
                  </a:cubicBezTo>
                  <a:cubicBezTo>
                    <a:pt x="968903" y="392328"/>
                    <a:pt x="903181" y="428523"/>
                    <a:pt x="826981" y="445668"/>
                  </a:cubicBezTo>
                  <a:cubicBezTo>
                    <a:pt x="750781" y="462813"/>
                    <a:pt x="724111" y="421856"/>
                    <a:pt x="724111" y="421856"/>
                  </a:cubicBezTo>
                  <a:lnTo>
                    <a:pt x="726016" y="372326"/>
                  </a:lnTo>
                  <a:cubicBezTo>
                    <a:pt x="898418" y="322796"/>
                    <a:pt x="903181" y="275171"/>
                    <a:pt x="903181" y="275171"/>
                  </a:cubicBezTo>
                </a:path>
              </a:pathLst>
            </a:custGeom>
            <a:grpFill/>
            <a:ln w="9525" cap="flat">
              <a:noFill/>
              <a:prstDash val="solid"/>
              <a:miter/>
            </a:ln>
          </p:spPr>
          <p:txBody>
            <a:bodyPr rtlCol="0" anchor="ctr"/>
            <a:lstStyle/>
            <a:p>
              <a:endParaRPr lang="en-IN" dirty="0"/>
            </a:p>
          </p:txBody>
        </p:sp>
        <p:sp>
          <p:nvSpPr>
            <p:cNvPr id="62" name="Freeform: Shape 61">
              <a:extLst>
                <a:ext uri="{FF2B5EF4-FFF2-40B4-BE49-F238E27FC236}">
                  <a16:creationId xmlns:a16="http://schemas.microsoft.com/office/drawing/2014/main" id="{B5948CED-DBA5-D5D8-56E2-67ED194A1AE5}"/>
                </a:ext>
              </a:extLst>
            </p:cNvPr>
            <p:cNvSpPr/>
            <p:nvPr/>
          </p:nvSpPr>
          <p:spPr>
            <a:xfrm>
              <a:off x="132006" y="4625396"/>
              <a:ext cx="672964" cy="478592"/>
            </a:xfrm>
            <a:custGeom>
              <a:avLst/>
              <a:gdLst>
                <a:gd name="connsiteX0" fmla="*/ 306252 w 672964"/>
                <a:gd name="connsiteY0" fmla="*/ 477203 h 478592"/>
                <a:gd name="connsiteX1" fmla="*/ 598669 w 672964"/>
                <a:gd name="connsiteY1" fmla="*/ 355283 h 478592"/>
                <a:gd name="connsiteX2" fmla="*/ 672964 w 672964"/>
                <a:gd name="connsiteY2" fmla="*/ 140018 h 478592"/>
                <a:gd name="connsiteX3" fmla="*/ 672964 w 672964"/>
                <a:gd name="connsiteY3" fmla="*/ 128588 h 478592"/>
                <a:gd name="connsiteX4" fmla="*/ 544377 w 672964"/>
                <a:gd name="connsiteY4" fmla="*/ 0 h 478592"/>
                <a:gd name="connsiteX5" fmla="*/ 30979 w 672964"/>
                <a:gd name="connsiteY5" fmla="*/ 0 h 478592"/>
                <a:gd name="connsiteX6" fmla="*/ 1452 w 672964"/>
                <a:gd name="connsiteY6" fmla="*/ 170498 h 478592"/>
                <a:gd name="connsiteX7" fmla="*/ 306252 w 672964"/>
                <a:gd name="connsiteY7" fmla="*/ 477203 h 47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964" h="478592">
                  <a:moveTo>
                    <a:pt x="306252" y="477203"/>
                  </a:moveTo>
                  <a:cubicBezTo>
                    <a:pt x="424362" y="487680"/>
                    <a:pt x="531042" y="438150"/>
                    <a:pt x="598669" y="355283"/>
                  </a:cubicBezTo>
                  <a:cubicBezTo>
                    <a:pt x="648199" y="295275"/>
                    <a:pt x="672964" y="218123"/>
                    <a:pt x="672964" y="140018"/>
                  </a:cubicBezTo>
                  <a:lnTo>
                    <a:pt x="672964" y="128588"/>
                  </a:lnTo>
                  <a:cubicBezTo>
                    <a:pt x="672964" y="57150"/>
                    <a:pt x="614862" y="0"/>
                    <a:pt x="544377" y="0"/>
                  </a:cubicBezTo>
                  <a:lnTo>
                    <a:pt x="30979" y="0"/>
                  </a:lnTo>
                  <a:cubicBezTo>
                    <a:pt x="7167" y="51435"/>
                    <a:pt x="-4263" y="109538"/>
                    <a:pt x="1452" y="170498"/>
                  </a:cubicBezTo>
                  <a:cubicBezTo>
                    <a:pt x="14787" y="332423"/>
                    <a:pt x="144327" y="462915"/>
                    <a:pt x="306252" y="477203"/>
                  </a:cubicBezTo>
                </a:path>
              </a:pathLst>
            </a:custGeom>
            <a:grpFill/>
            <a:ln w="9525"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F790EC7E-FF68-E63F-39B7-34FBBC916CC9}"/>
                </a:ext>
              </a:extLst>
            </p:cNvPr>
            <p:cNvSpPr/>
            <p:nvPr/>
          </p:nvSpPr>
          <p:spPr>
            <a:xfrm>
              <a:off x="-392322" y="4625396"/>
              <a:ext cx="1197292" cy="1000125"/>
            </a:xfrm>
            <a:custGeom>
              <a:avLst/>
              <a:gdLst>
                <a:gd name="connsiteX0" fmla="*/ 788670 w 1197292"/>
                <a:gd name="connsiteY0" fmla="*/ 629603 h 1000125"/>
                <a:gd name="connsiteX1" fmla="*/ 369570 w 1197292"/>
                <a:gd name="connsiteY1" fmla="*/ 229553 h 1000125"/>
                <a:gd name="connsiteX2" fmla="*/ 423863 w 1197292"/>
                <a:gd name="connsiteY2" fmla="*/ 0 h 1000125"/>
                <a:gd name="connsiteX3" fmla="*/ 128588 w 1197292"/>
                <a:gd name="connsiteY3" fmla="*/ 0 h 1000125"/>
                <a:gd name="connsiteX4" fmla="*/ 0 w 1197292"/>
                <a:gd name="connsiteY4" fmla="*/ 129540 h 1000125"/>
                <a:gd name="connsiteX5" fmla="*/ 0 w 1197292"/>
                <a:gd name="connsiteY5" fmla="*/ 814388 h 1000125"/>
                <a:gd name="connsiteX6" fmla="*/ 462915 w 1197292"/>
                <a:gd name="connsiteY6" fmla="*/ 709613 h 1000125"/>
                <a:gd name="connsiteX7" fmla="*/ 1197293 w 1197292"/>
                <a:gd name="connsiteY7" fmla="*/ 1000125 h 1000125"/>
                <a:gd name="connsiteX8" fmla="*/ 1197293 w 1197292"/>
                <a:gd name="connsiteY8" fmla="*/ 328613 h 1000125"/>
                <a:gd name="connsiteX9" fmla="*/ 1194435 w 1197292"/>
                <a:gd name="connsiteY9" fmla="*/ 328613 h 1000125"/>
                <a:gd name="connsiteX10" fmla="*/ 788670 w 1197292"/>
                <a:gd name="connsiteY10" fmla="*/ 629603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7292" h="1000125">
                  <a:moveTo>
                    <a:pt x="788670" y="629603"/>
                  </a:moveTo>
                  <a:cubicBezTo>
                    <a:pt x="566738" y="628650"/>
                    <a:pt x="381000" y="451485"/>
                    <a:pt x="369570" y="229553"/>
                  </a:cubicBezTo>
                  <a:cubicBezTo>
                    <a:pt x="365760" y="145733"/>
                    <a:pt x="385763" y="66675"/>
                    <a:pt x="423863" y="0"/>
                  </a:cubicBezTo>
                  <a:lnTo>
                    <a:pt x="128588" y="0"/>
                  </a:lnTo>
                  <a:cubicBezTo>
                    <a:pt x="58103" y="0"/>
                    <a:pt x="0" y="58103"/>
                    <a:pt x="0" y="129540"/>
                  </a:cubicBezTo>
                  <a:lnTo>
                    <a:pt x="0" y="814388"/>
                  </a:lnTo>
                  <a:cubicBezTo>
                    <a:pt x="140018" y="746760"/>
                    <a:pt x="297180" y="709613"/>
                    <a:pt x="462915" y="709613"/>
                  </a:cubicBezTo>
                  <a:cubicBezTo>
                    <a:pt x="746760" y="709613"/>
                    <a:pt x="1004888" y="820103"/>
                    <a:pt x="1197293" y="1000125"/>
                  </a:cubicBezTo>
                  <a:lnTo>
                    <a:pt x="1197293" y="328613"/>
                  </a:lnTo>
                  <a:cubicBezTo>
                    <a:pt x="1197293" y="326708"/>
                    <a:pt x="1195388" y="326708"/>
                    <a:pt x="1194435" y="328613"/>
                  </a:cubicBezTo>
                  <a:cubicBezTo>
                    <a:pt x="1143000" y="502920"/>
                    <a:pt x="981075" y="630555"/>
                    <a:pt x="788670" y="629603"/>
                  </a:cubicBezTo>
                </a:path>
              </a:pathLst>
            </a:custGeom>
            <a:grpFill/>
            <a:ln w="9525" cap="flat">
              <a:noFill/>
              <a:prstDash val="solid"/>
              <a:miter/>
            </a:ln>
          </p:spPr>
          <p:txBody>
            <a:bodyPr rtlCol="0" anchor="ctr"/>
            <a:lstStyle/>
            <a:p>
              <a:endParaRPr lang="en-IN"/>
            </a:p>
          </p:txBody>
        </p:sp>
        <p:sp>
          <p:nvSpPr>
            <p:cNvPr id="457" name="Freeform: Shape 456">
              <a:extLst>
                <a:ext uri="{FF2B5EF4-FFF2-40B4-BE49-F238E27FC236}">
                  <a16:creationId xmlns:a16="http://schemas.microsoft.com/office/drawing/2014/main" id="{C64BFD61-7605-06E2-901F-F930675CFE6B}"/>
                </a:ext>
              </a:extLst>
            </p:cNvPr>
            <p:cNvSpPr/>
            <p:nvPr/>
          </p:nvSpPr>
          <p:spPr>
            <a:xfrm>
              <a:off x="-391019" y="5480741"/>
              <a:ext cx="1190998" cy="342900"/>
            </a:xfrm>
            <a:custGeom>
              <a:avLst/>
              <a:gdLst>
                <a:gd name="connsiteX0" fmla="*/ 1175035 w 1190998"/>
                <a:gd name="connsiteY0" fmla="*/ 219075 h 342900"/>
                <a:gd name="connsiteX1" fmla="*/ 582580 w 1190998"/>
                <a:gd name="connsiteY1" fmla="*/ 0 h 342900"/>
                <a:gd name="connsiteX2" fmla="*/ 16795 w 1190998"/>
                <a:gd name="connsiteY2" fmla="*/ 197168 h 342900"/>
                <a:gd name="connsiteX3" fmla="*/ 603 w 1190998"/>
                <a:gd name="connsiteY3" fmla="*/ 235268 h 342900"/>
                <a:gd name="connsiteX4" fmla="*/ 128238 w 1190998"/>
                <a:gd name="connsiteY4" fmla="*/ 342900 h 342900"/>
                <a:gd name="connsiteX5" fmla="*/ 1067403 w 1190998"/>
                <a:gd name="connsiteY5" fmla="*/ 342900 h 342900"/>
                <a:gd name="connsiteX6" fmla="*/ 1190275 w 1190998"/>
                <a:gd name="connsiteY6" fmla="*/ 253365 h 342900"/>
                <a:gd name="connsiteX7" fmla="*/ 1175035 w 1190998"/>
                <a:gd name="connsiteY7" fmla="*/ 219075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0998" h="342900">
                  <a:moveTo>
                    <a:pt x="1175035" y="219075"/>
                  </a:moveTo>
                  <a:cubicBezTo>
                    <a:pt x="1015968" y="82868"/>
                    <a:pt x="808323" y="0"/>
                    <a:pt x="582580" y="0"/>
                  </a:cubicBezTo>
                  <a:cubicBezTo>
                    <a:pt x="369220" y="0"/>
                    <a:pt x="172053" y="73343"/>
                    <a:pt x="16795" y="197168"/>
                  </a:cubicBezTo>
                  <a:cubicBezTo>
                    <a:pt x="5365" y="206693"/>
                    <a:pt x="-2255" y="215265"/>
                    <a:pt x="603" y="235268"/>
                  </a:cubicBezTo>
                  <a:cubicBezTo>
                    <a:pt x="11080" y="296228"/>
                    <a:pt x="63468" y="342900"/>
                    <a:pt x="128238" y="342900"/>
                  </a:cubicBezTo>
                  <a:lnTo>
                    <a:pt x="1067403" y="342900"/>
                  </a:lnTo>
                  <a:cubicBezTo>
                    <a:pt x="1124553" y="342900"/>
                    <a:pt x="1173130" y="305753"/>
                    <a:pt x="1190275" y="253365"/>
                  </a:cubicBezTo>
                  <a:cubicBezTo>
                    <a:pt x="1193133" y="240030"/>
                    <a:pt x="1187418" y="230505"/>
                    <a:pt x="1175035" y="219075"/>
                  </a:cubicBezTo>
                </a:path>
              </a:pathLst>
            </a:custGeom>
            <a:grpFill/>
            <a:ln w="9525" cap="flat">
              <a:noFill/>
              <a:prstDash val="solid"/>
              <a:miter/>
            </a:ln>
          </p:spPr>
          <p:txBody>
            <a:bodyPr rtlCol="0" anchor="ctr"/>
            <a:lstStyle/>
            <a:p>
              <a:endParaRPr lang="en-IN"/>
            </a:p>
          </p:txBody>
        </p:sp>
        <p:sp>
          <p:nvSpPr>
            <p:cNvPr id="458" name="Freeform: Shape 457">
              <a:extLst>
                <a:ext uri="{FF2B5EF4-FFF2-40B4-BE49-F238E27FC236}">
                  <a16:creationId xmlns:a16="http://schemas.microsoft.com/office/drawing/2014/main" id="{84773D5C-270C-00A4-B529-258DE31E48A5}"/>
                </a:ext>
              </a:extLst>
            </p:cNvPr>
            <p:cNvSpPr/>
            <p:nvPr/>
          </p:nvSpPr>
          <p:spPr>
            <a:xfrm>
              <a:off x="1101658" y="4624335"/>
              <a:ext cx="1118548" cy="687002"/>
            </a:xfrm>
            <a:custGeom>
              <a:avLst/>
              <a:gdLst>
                <a:gd name="connsiteX0" fmla="*/ 1109202 w 1118548"/>
                <a:gd name="connsiteY0" fmla="*/ 343961 h 687002"/>
                <a:gd name="connsiteX1" fmla="*/ 872982 w 1118548"/>
                <a:gd name="connsiteY1" fmla="*/ 263951 h 687002"/>
                <a:gd name="connsiteX2" fmla="*/ 710104 w 1118548"/>
                <a:gd name="connsiteY2" fmla="*/ 270619 h 687002"/>
                <a:gd name="connsiteX3" fmla="*/ 434832 w 1118548"/>
                <a:gd name="connsiteY3" fmla="*/ 263951 h 687002"/>
                <a:gd name="connsiteX4" fmla="*/ 423402 w 1118548"/>
                <a:gd name="connsiteY4" fmla="*/ 233471 h 687002"/>
                <a:gd name="connsiteX5" fmla="*/ 526272 w 1118548"/>
                <a:gd name="connsiteY5" fmla="*/ 189656 h 687002"/>
                <a:gd name="connsiteX6" fmla="*/ 726297 w 1118548"/>
                <a:gd name="connsiteY6" fmla="*/ 250616 h 687002"/>
                <a:gd name="connsiteX7" fmla="*/ 791067 w 1118548"/>
                <a:gd name="connsiteY7" fmla="*/ 250616 h 687002"/>
                <a:gd name="connsiteX8" fmla="*/ 838692 w 1118548"/>
                <a:gd name="connsiteY8" fmla="*/ 216326 h 687002"/>
                <a:gd name="connsiteX9" fmla="*/ 899652 w 1118548"/>
                <a:gd name="connsiteY9" fmla="*/ 199181 h 687002"/>
                <a:gd name="connsiteX10" fmla="*/ 1027287 w 1118548"/>
                <a:gd name="connsiteY10" fmla="*/ 199181 h 687002"/>
                <a:gd name="connsiteX11" fmla="*/ 1081579 w 1118548"/>
                <a:gd name="connsiteY11" fmla="*/ 155366 h 687002"/>
                <a:gd name="connsiteX12" fmla="*/ 1020619 w 1118548"/>
                <a:gd name="connsiteY12" fmla="*/ 114409 h 687002"/>
                <a:gd name="connsiteX13" fmla="*/ 869172 w 1118548"/>
                <a:gd name="connsiteY13" fmla="*/ 122981 h 687002"/>
                <a:gd name="connsiteX14" fmla="*/ 806307 w 1118548"/>
                <a:gd name="connsiteY14" fmla="*/ 49639 h 687002"/>
                <a:gd name="connsiteX15" fmla="*/ 738679 w 1118548"/>
                <a:gd name="connsiteY15" fmla="*/ 10586 h 687002"/>
                <a:gd name="connsiteX16" fmla="*/ 662479 w 1118548"/>
                <a:gd name="connsiteY16" fmla="*/ 92501 h 687002"/>
                <a:gd name="connsiteX17" fmla="*/ 623427 w 1118548"/>
                <a:gd name="connsiteY17" fmla="*/ 124886 h 687002"/>
                <a:gd name="connsiteX18" fmla="*/ 404352 w 1118548"/>
                <a:gd name="connsiteY18" fmla="*/ 129649 h 687002"/>
                <a:gd name="connsiteX19" fmla="*/ 389112 w 1118548"/>
                <a:gd name="connsiteY19" fmla="*/ 53449 h 687002"/>
                <a:gd name="connsiteX20" fmla="*/ 274812 w 1118548"/>
                <a:gd name="connsiteY20" fmla="*/ 1061 h 687002"/>
                <a:gd name="connsiteX21" fmla="*/ 222424 w 1118548"/>
                <a:gd name="connsiteY21" fmla="*/ 102979 h 687002"/>
                <a:gd name="connsiteX22" fmla="*/ 203374 w 1118548"/>
                <a:gd name="connsiteY22" fmla="*/ 120124 h 687002"/>
                <a:gd name="connsiteX23" fmla="*/ 144319 w 1118548"/>
                <a:gd name="connsiteY23" fmla="*/ 120124 h 687002"/>
                <a:gd name="connsiteX24" fmla="*/ 44307 w 1118548"/>
                <a:gd name="connsiteY24" fmla="*/ 113456 h 687002"/>
                <a:gd name="connsiteX25" fmla="*/ 30972 w 1118548"/>
                <a:gd name="connsiteY25" fmla="*/ 225851 h 687002"/>
                <a:gd name="connsiteX26" fmla="*/ 154797 w 1118548"/>
                <a:gd name="connsiteY26" fmla="*/ 229661 h 687002"/>
                <a:gd name="connsiteX27" fmla="*/ 256714 w 1118548"/>
                <a:gd name="connsiteY27" fmla="*/ 246806 h 687002"/>
                <a:gd name="connsiteX28" fmla="*/ 191944 w 1118548"/>
                <a:gd name="connsiteY28" fmla="*/ 274429 h 687002"/>
                <a:gd name="connsiteX29" fmla="*/ 68119 w 1118548"/>
                <a:gd name="connsiteY29" fmla="*/ 276334 h 687002"/>
                <a:gd name="connsiteX30" fmla="*/ 11922 w 1118548"/>
                <a:gd name="connsiteY30" fmla="*/ 327769 h 687002"/>
                <a:gd name="connsiteX31" fmla="*/ 96694 w 1118548"/>
                <a:gd name="connsiteY31" fmla="*/ 598279 h 687002"/>
                <a:gd name="connsiteX32" fmla="*/ 190039 w 1118548"/>
                <a:gd name="connsiteY32" fmla="*/ 407779 h 687002"/>
                <a:gd name="connsiteX33" fmla="*/ 391017 w 1118548"/>
                <a:gd name="connsiteY33" fmla="*/ 336341 h 687002"/>
                <a:gd name="connsiteX34" fmla="*/ 501507 w 1118548"/>
                <a:gd name="connsiteY34" fmla="*/ 339199 h 687002"/>
                <a:gd name="connsiteX35" fmla="*/ 831072 w 1118548"/>
                <a:gd name="connsiteY35" fmla="*/ 330626 h 687002"/>
                <a:gd name="connsiteX36" fmla="*/ 972042 w 1118548"/>
                <a:gd name="connsiteY36" fmla="*/ 475406 h 687002"/>
                <a:gd name="connsiteX37" fmla="*/ 984424 w 1118548"/>
                <a:gd name="connsiteY37" fmla="*/ 576371 h 687002"/>
                <a:gd name="connsiteX38" fmla="*/ 1005379 w 1118548"/>
                <a:gd name="connsiteY38" fmla="*/ 650666 h 687002"/>
                <a:gd name="connsiteX39" fmla="*/ 1080627 w 1118548"/>
                <a:gd name="connsiteY39" fmla="*/ 665906 h 687002"/>
                <a:gd name="connsiteX40" fmla="*/ 1109202 w 1118548"/>
                <a:gd name="connsiteY40" fmla="*/ 343961 h 68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18548" h="687002">
                  <a:moveTo>
                    <a:pt x="1109202" y="343961"/>
                  </a:moveTo>
                  <a:cubicBezTo>
                    <a:pt x="1098724" y="250616"/>
                    <a:pt x="1009189" y="259189"/>
                    <a:pt x="872982" y="263951"/>
                  </a:cubicBezTo>
                  <a:cubicBezTo>
                    <a:pt x="794877" y="266809"/>
                    <a:pt x="744394" y="272524"/>
                    <a:pt x="710104" y="270619"/>
                  </a:cubicBezTo>
                  <a:cubicBezTo>
                    <a:pt x="675814" y="268714"/>
                    <a:pt x="473884" y="266809"/>
                    <a:pt x="434832" y="263951"/>
                  </a:cubicBezTo>
                  <a:cubicBezTo>
                    <a:pt x="395779" y="262046"/>
                    <a:pt x="378634" y="229661"/>
                    <a:pt x="423402" y="233471"/>
                  </a:cubicBezTo>
                  <a:cubicBezTo>
                    <a:pt x="469122" y="238234"/>
                    <a:pt x="490077" y="198229"/>
                    <a:pt x="526272" y="189656"/>
                  </a:cubicBezTo>
                  <a:cubicBezTo>
                    <a:pt x="631999" y="163939"/>
                    <a:pt x="726297" y="250616"/>
                    <a:pt x="726297" y="250616"/>
                  </a:cubicBezTo>
                  <a:lnTo>
                    <a:pt x="791067" y="250616"/>
                  </a:lnTo>
                  <a:cubicBezTo>
                    <a:pt x="791067" y="250616"/>
                    <a:pt x="814879" y="240139"/>
                    <a:pt x="838692" y="216326"/>
                  </a:cubicBezTo>
                  <a:cubicBezTo>
                    <a:pt x="862504" y="192514"/>
                    <a:pt x="882507" y="196324"/>
                    <a:pt x="899652" y="199181"/>
                  </a:cubicBezTo>
                  <a:cubicBezTo>
                    <a:pt x="916797" y="202039"/>
                    <a:pt x="974899" y="202991"/>
                    <a:pt x="1027287" y="199181"/>
                  </a:cubicBezTo>
                  <a:cubicBezTo>
                    <a:pt x="1079674" y="195371"/>
                    <a:pt x="1083484" y="173464"/>
                    <a:pt x="1081579" y="155366"/>
                  </a:cubicBezTo>
                  <a:cubicBezTo>
                    <a:pt x="1079674" y="138221"/>
                    <a:pt x="1047289" y="114409"/>
                    <a:pt x="1020619" y="114409"/>
                  </a:cubicBezTo>
                  <a:cubicBezTo>
                    <a:pt x="994902" y="114409"/>
                    <a:pt x="920607" y="121076"/>
                    <a:pt x="869172" y="122981"/>
                  </a:cubicBezTo>
                  <a:cubicBezTo>
                    <a:pt x="817737" y="124886"/>
                    <a:pt x="811069" y="60116"/>
                    <a:pt x="806307" y="49639"/>
                  </a:cubicBezTo>
                  <a:cubicBezTo>
                    <a:pt x="801544" y="39161"/>
                    <a:pt x="769159" y="12491"/>
                    <a:pt x="738679" y="10586"/>
                  </a:cubicBezTo>
                  <a:cubicBezTo>
                    <a:pt x="653907" y="3919"/>
                    <a:pt x="662479" y="80119"/>
                    <a:pt x="662479" y="92501"/>
                  </a:cubicBezTo>
                  <a:cubicBezTo>
                    <a:pt x="662479" y="105836"/>
                    <a:pt x="623427" y="124886"/>
                    <a:pt x="623427" y="124886"/>
                  </a:cubicBezTo>
                  <a:cubicBezTo>
                    <a:pt x="623427" y="124886"/>
                    <a:pt x="432927" y="131554"/>
                    <a:pt x="404352" y="129649"/>
                  </a:cubicBezTo>
                  <a:cubicBezTo>
                    <a:pt x="375777" y="127744"/>
                    <a:pt x="391017" y="68689"/>
                    <a:pt x="389112" y="53449"/>
                  </a:cubicBezTo>
                  <a:cubicBezTo>
                    <a:pt x="387207" y="38209"/>
                    <a:pt x="337677" y="-7511"/>
                    <a:pt x="274812" y="1061"/>
                  </a:cubicBezTo>
                  <a:cubicBezTo>
                    <a:pt x="211947" y="9634"/>
                    <a:pt x="222424" y="81071"/>
                    <a:pt x="222424" y="102979"/>
                  </a:cubicBezTo>
                  <a:cubicBezTo>
                    <a:pt x="222424" y="124886"/>
                    <a:pt x="203374" y="120124"/>
                    <a:pt x="203374" y="120124"/>
                  </a:cubicBezTo>
                  <a:lnTo>
                    <a:pt x="144319" y="120124"/>
                  </a:lnTo>
                  <a:cubicBezTo>
                    <a:pt x="86217" y="87739"/>
                    <a:pt x="74787" y="101074"/>
                    <a:pt x="44307" y="113456"/>
                  </a:cubicBezTo>
                  <a:cubicBezTo>
                    <a:pt x="13827" y="126791"/>
                    <a:pt x="5254" y="169654"/>
                    <a:pt x="30972" y="225851"/>
                  </a:cubicBezTo>
                  <a:cubicBezTo>
                    <a:pt x="57642" y="282049"/>
                    <a:pt x="141462" y="234424"/>
                    <a:pt x="154797" y="229661"/>
                  </a:cubicBezTo>
                  <a:cubicBezTo>
                    <a:pt x="167179" y="225851"/>
                    <a:pt x="256714" y="227756"/>
                    <a:pt x="256714" y="246806"/>
                  </a:cubicBezTo>
                  <a:cubicBezTo>
                    <a:pt x="256714" y="283954"/>
                    <a:pt x="210994" y="279191"/>
                    <a:pt x="191944" y="274429"/>
                  </a:cubicBezTo>
                  <a:cubicBezTo>
                    <a:pt x="172894" y="269666"/>
                    <a:pt x="100504" y="274429"/>
                    <a:pt x="68119" y="276334"/>
                  </a:cubicBezTo>
                  <a:cubicBezTo>
                    <a:pt x="35734" y="278239"/>
                    <a:pt x="33829" y="284906"/>
                    <a:pt x="11922" y="327769"/>
                  </a:cubicBezTo>
                  <a:cubicBezTo>
                    <a:pt x="-9986" y="370631"/>
                    <a:pt x="-11891" y="604946"/>
                    <a:pt x="96694" y="598279"/>
                  </a:cubicBezTo>
                  <a:cubicBezTo>
                    <a:pt x="205279" y="591611"/>
                    <a:pt x="188134" y="479216"/>
                    <a:pt x="190039" y="407779"/>
                  </a:cubicBezTo>
                  <a:cubicBezTo>
                    <a:pt x="192897" y="324911"/>
                    <a:pt x="354822" y="331579"/>
                    <a:pt x="391017" y="336341"/>
                  </a:cubicBezTo>
                  <a:cubicBezTo>
                    <a:pt x="428164" y="341104"/>
                    <a:pt x="443404" y="343009"/>
                    <a:pt x="501507" y="339199"/>
                  </a:cubicBezTo>
                  <a:cubicBezTo>
                    <a:pt x="659622" y="326816"/>
                    <a:pt x="707247" y="330626"/>
                    <a:pt x="831072" y="330626"/>
                  </a:cubicBezTo>
                  <a:cubicBezTo>
                    <a:pt x="954897" y="330626"/>
                    <a:pt x="972042" y="468739"/>
                    <a:pt x="972042" y="475406"/>
                  </a:cubicBezTo>
                  <a:cubicBezTo>
                    <a:pt x="972042" y="482074"/>
                    <a:pt x="970137" y="540176"/>
                    <a:pt x="984424" y="576371"/>
                  </a:cubicBezTo>
                  <a:cubicBezTo>
                    <a:pt x="999664" y="613519"/>
                    <a:pt x="993949" y="607804"/>
                    <a:pt x="1005379" y="650666"/>
                  </a:cubicBezTo>
                  <a:cubicBezTo>
                    <a:pt x="1015857" y="693529"/>
                    <a:pt x="1043479" y="698291"/>
                    <a:pt x="1080627" y="665906"/>
                  </a:cubicBezTo>
                  <a:cubicBezTo>
                    <a:pt x="1132062" y="623044"/>
                    <a:pt x="1119679" y="436354"/>
                    <a:pt x="1109202" y="343961"/>
                  </a:cubicBezTo>
                </a:path>
              </a:pathLst>
            </a:custGeom>
            <a:grpFill/>
            <a:ln w="9525" cap="flat">
              <a:noFill/>
              <a:prstDash val="solid"/>
              <a:miter/>
            </a:ln>
          </p:spPr>
          <p:txBody>
            <a:bodyPr rtlCol="0" anchor="ctr"/>
            <a:lstStyle/>
            <a:p>
              <a:endParaRPr lang="en-IN"/>
            </a:p>
          </p:txBody>
        </p:sp>
        <p:sp>
          <p:nvSpPr>
            <p:cNvPr id="459" name="Freeform: Shape 458">
              <a:extLst>
                <a:ext uri="{FF2B5EF4-FFF2-40B4-BE49-F238E27FC236}">
                  <a16:creationId xmlns:a16="http://schemas.microsoft.com/office/drawing/2014/main" id="{4FB8778D-D42B-B19C-E37B-BC37A9AA5EF2}"/>
                </a:ext>
              </a:extLst>
            </p:cNvPr>
            <p:cNvSpPr/>
            <p:nvPr/>
          </p:nvSpPr>
          <p:spPr>
            <a:xfrm>
              <a:off x="1357347" y="4986550"/>
              <a:ext cx="582243" cy="95093"/>
            </a:xfrm>
            <a:custGeom>
              <a:avLst/>
              <a:gdLst>
                <a:gd name="connsiteX0" fmla="*/ 152473 w 582243"/>
                <a:gd name="connsiteY0" fmla="*/ 78901 h 95093"/>
                <a:gd name="connsiteX1" fmla="*/ 460131 w 582243"/>
                <a:gd name="connsiteY1" fmla="*/ 72234 h 95093"/>
                <a:gd name="connsiteX2" fmla="*/ 515376 w 582243"/>
                <a:gd name="connsiteY2" fmla="*/ 76996 h 95093"/>
                <a:gd name="connsiteX3" fmla="*/ 537283 w 582243"/>
                <a:gd name="connsiteY3" fmla="*/ 95094 h 95093"/>
                <a:gd name="connsiteX4" fmla="*/ 558238 w 582243"/>
                <a:gd name="connsiteY4" fmla="*/ 3654 h 95093"/>
                <a:gd name="connsiteX5" fmla="*/ 490611 w 582243"/>
                <a:gd name="connsiteY5" fmla="*/ 8416 h 95093"/>
                <a:gd name="connsiteX6" fmla="*/ 120088 w 582243"/>
                <a:gd name="connsiteY6" fmla="*/ 3654 h 95093"/>
                <a:gd name="connsiteX7" fmla="*/ 9598 w 582243"/>
                <a:gd name="connsiteY7" fmla="*/ 42706 h 95093"/>
                <a:gd name="connsiteX8" fmla="*/ 49603 w 582243"/>
                <a:gd name="connsiteY8" fmla="*/ 84616 h 95093"/>
                <a:gd name="connsiteX9" fmla="*/ 152473 w 582243"/>
                <a:gd name="connsiteY9" fmla="*/ 78901 h 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2243" h="95093">
                  <a:moveTo>
                    <a:pt x="152473" y="78901"/>
                  </a:moveTo>
                  <a:cubicBezTo>
                    <a:pt x="169618" y="72234"/>
                    <a:pt x="441081" y="72234"/>
                    <a:pt x="460131" y="72234"/>
                  </a:cubicBezTo>
                  <a:cubicBezTo>
                    <a:pt x="480133" y="72234"/>
                    <a:pt x="502041" y="68424"/>
                    <a:pt x="515376" y="76996"/>
                  </a:cubicBezTo>
                  <a:cubicBezTo>
                    <a:pt x="527758" y="85569"/>
                    <a:pt x="537283" y="95094"/>
                    <a:pt x="537283" y="95094"/>
                  </a:cubicBezTo>
                  <a:cubicBezTo>
                    <a:pt x="615388" y="64614"/>
                    <a:pt x="570621" y="11274"/>
                    <a:pt x="558238" y="3654"/>
                  </a:cubicBezTo>
                  <a:cubicBezTo>
                    <a:pt x="544903" y="-4919"/>
                    <a:pt x="503946" y="3654"/>
                    <a:pt x="490611" y="8416"/>
                  </a:cubicBezTo>
                  <a:cubicBezTo>
                    <a:pt x="477276" y="12226"/>
                    <a:pt x="230578" y="4606"/>
                    <a:pt x="120088" y="3654"/>
                  </a:cubicBezTo>
                  <a:cubicBezTo>
                    <a:pt x="34363" y="3654"/>
                    <a:pt x="9598" y="42706"/>
                    <a:pt x="9598" y="42706"/>
                  </a:cubicBezTo>
                  <a:cubicBezTo>
                    <a:pt x="-15167" y="71281"/>
                    <a:pt x="11503" y="80806"/>
                    <a:pt x="49603" y="84616"/>
                  </a:cubicBezTo>
                  <a:cubicBezTo>
                    <a:pt x="93418" y="87474"/>
                    <a:pt x="135328" y="85569"/>
                    <a:pt x="152473" y="78901"/>
                  </a:cubicBezTo>
                </a:path>
              </a:pathLst>
            </a:custGeom>
            <a:grpFill/>
            <a:ln w="9525" cap="flat">
              <a:noFill/>
              <a:prstDash val="solid"/>
              <a:miter/>
            </a:ln>
          </p:spPr>
          <p:txBody>
            <a:bodyPr rtlCol="0" anchor="ctr"/>
            <a:lstStyle/>
            <a:p>
              <a:endParaRPr lang="en-IN"/>
            </a:p>
          </p:txBody>
        </p:sp>
        <p:sp>
          <p:nvSpPr>
            <p:cNvPr id="460" name="Freeform: Shape 459">
              <a:extLst>
                <a:ext uri="{FF2B5EF4-FFF2-40B4-BE49-F238E27FC236}">
                  <a16:creationId xmlns:a16="http://schemas.microsoft.com/office/drawing/2014/main" id="{D5F01E69-6208-A35A-DD31-45B7774FBBB8}"/>
                </a:ext>
              </a:extLst>
            </p:cNvPr>
            <p:cNvSpPr/>
            <p:nvPr/>
          </p:nvSpPr>
          <p:spPr>
            <a:xfrm>
              <a:off x="1158558" y="5085251"/>
              <a:ext cx="1023271" cy="667943"/>
            </a:xfrm>
            <a:custGeom>
              <a:avLst/>
              <a:gdLst>
                <a:gd name="connsiteX0" fmla="*/ 958005 w 1023271"/>
                <a:gd name="connsiteY0" fmla="*/ 505028 h 667943"/>
                <a:gd name="connsiteX1" fmla="*/ 927525 w 1023271"/>
                <a:gd name="connsiteY1" fmla="*/ 491693 h 667943"/>
                <a:gd name="connsiteX2" fmla="*/ 938955 w 1023271"/>
                <a:gd name="connsiteY2" fmla="*/ 462165 h 667943"/>
                <a:gd name="connsiteX3" fmla="*/ 913238 w 1023271"/>
                <a:gd name="connsiteY3" fmla="*/ 345008 h 667943"/>
                <a:gd name="connsiteX4" fmla="*/ 736073 w 1023271"/>
                <a:gd name="connsiteY4" fmla="*/ 122123 h 667943"/>
                <a:gd name="connsiteX5" fmla="*/ 588435 w 1023271"/>
                <a:gd name="connsiteY5" fmla="*/ 186893 h 667943"/>
                <a:gd name="connsiteX6" fmla="*/ 524617 w 1023271"/>
                <a:gd name="connsiteY6" fmla="*/ 122123 h 667943"/>
                <a:gd name="connsiteX7" fmla="*/ 550335 w 1023271"/>
                <a:gd name="connsiteY7" fmla="*/ 100215 h 667943"/>
                <a:gd name="connsiteX8" fmla="*/ 740835 w 1023271"/>
                <a:gd name="connsiteY8" fmla="*/ 91643 h 667943"/>
                <a:gd name="connsiteX9" fmla="*/ 823702 w 1023271"/>
                <a:gd name="connsiteY9" fmla="*/ 57353 h 667943"/>
                <a:gd name="connsiteX10" fmla="*/ 777982 w 1023271"/>
                <a:gd name="connsiteY10" fmla="*/ 3060 h 667943"/>
                <a:gd name="connsiteX11" fmla="*/ 240772 w 1023271"/>
                <a:gd name="connsiteY11" fmla="*/ 1155 h 667943"/>
                <a:gd name="connsiteX12" fmla="*/ 169335 w 1023271"/>
                <a:gd name="connsiteY12" fmla="*/ 23063 h 667943"/>
                <a:gd name="connsiteX13" fmla="*/ 223627 w 1023271"/>
                <a:gd name="connsiteY13" fmla="*/ 116408 h 667943"/>
                <a:gd name="connsiteX14" fmla="*/ 264585 w 1023271"/>
                <a:gd name="connsiteY14" fmla="*/ 105930 h 667943"/>
                <a:gd name="connsiteX15" fmla="*/ 269348 w 1023271"/>
                <a:gd name="connsiteY15" fmla="*/ 129743 h 667943"/>
                <a:gd name="connsiteX16" fmla="*/ 37890 w 1023271"/>
                <a:gd name="connsiteY16" fmla="*/ 224993 h 667943"/>
                <a:gd name="connsiteX17" fmla="*/ 20745 w 1023271"/>
                <a:gd name="connsiteY17" fmla="*/ 277380 h 667943"/>
                <a:gd name="connsiteX18" fmla="*/ 85515 w 1023271"/>
                <a:gd name="connsiteY18" fmla="*/ 285000 h 667943"/>
                <a:gd name="connsiteX19" fmla="*/ 316973 w 1023271"/>
                <a:gd name="connsiteY19" fmla="*/ 166890 h 667943"/>
                <a:gd name="connsiteX20" fmla="*/ 315067 w 1023271"/>
                <a:gd name="connsiteY20" fmla="*/ 209753 h 667943"/>
                <a:gd name="connsiteX21" fmla="*/ 11220 w 1023271"/>
                <a:gd name="connsiteY21" fmla="*/ 352628 h 667943"/>
                <a:gd name="connsiteX22" fmla="*/ 24555 w 1023271"/>
                <a:gd name="connsiteY22" fmla="*/ 419303 h 667943"/>
                <a:gd name="connsiteX23" fmla="*/ 252202 w 1023271"/>
                <a:gd name="connsiteY23" fmla="*/ 306908 h 667943"/>
                <a:gd name="connsiteX24" fmla="*/ 369360 w 1023271"/>
                <a:gd name="connsiteY24" fmla="*/ 237375 h 667943"/>
                <a:gd name="connsiteX25" fmla="*/ 386505 w 1023271"/>
                <a:gd name="connsiteY25" fmla="*/ 259283 h 667943"/>
                <a:gd name="connsiteX26" fmla="*/ 211245 w 1023271"/>
                <a:gd name="connsiteY26" fmla="*/ 383108 h 667943"/>
                <a:gd name="connsiteX27" fmla="*/ 131235 w 1023271"/>
                <a:gd name="connsiteY27" fmla="*/ 410730 h 667943"/>
                <a:gd name="connsiteX28" fmla="*/ 155047 w 1023271"/>
                <a:gd name="connsiteY28" fmla="*/ 473595 h 667943"/>
                <a:gd name="connsiteX29" fmla="*/ 430320 w 1023271"/>
                <a:gd name="connsiteY29" fmla="*/ 308813 h 667943"/>
                <a:gd name="connsiteX30" fmla="*/ 495090 w 1023271"/>
                <a:gd name="connsiteY30" fmla="*/ 308813 h 667943"/>
                <a:gd name="connsiteX31" fmla="*/ 479850 w 1023271"/>
                <a:gd name="connsiteY31" fmla="*/ 352628 h 667943"/>
                <a:gd name="connsiteX32" fmla="*/ 315067 w 1023271"/>
                <a:gd name="connsiteY32" fmla="*/ 443115 h 667943"/>
                <a:gd name="connsiteX33" fmla="*/ 135045 w 1023271"/>
                <a:gd name="connsiteY33" fmla="*/ 538365 h 667943"/>
                <a:gd name="connsiteX34" fmla="*/ 77895 w 1023271"/>
                <a:gd name="connsiteY34" fmla="*/ 609803 h 667943"/>
                <a:gd name="connsiteX35" fmla="*/ 238867 w 1023271"/>
                <a:gd name="connsiteY35" fmla="*/ 605040 h 667943"/>
                <a:gd name="connsiteX36" fmla="*/ 501757 w 1023271"/>
                <a:gd name="connsiteY36" fmla="*/ 462165 h 667943"/>
                <a:gd name="connsiteX37" fmla="*/ 631298 w 1023271"/>
                <a:gd name="connsiteY37" fmla="*/ 384060 h 667943"/>
                <a:gd name="connsiteX38" fmla="*/ 670350 w 1023271"/>
                <a:gd name="connsiteY38" fmla="*/ 319290 h 667943"/>
                <a:gd name="connsiteX39" fmla="*/ 719880 w 1023271"/>
                <a:gd name="connsiteY39" fmla="*/ 285000 h 667943"/>
                <a:gd name="connsiteX40" fmla="*/ 848467 w 1023271"/>
                <a:gd name="connsiteY40" fmla="*/ 473595 h 667943"/>
                <a:gd name="connsiteX41" fmla="*/ 902760 w 1023271"/>
                <a:gd name="connsiteY41" fmla="*/ 502170 h 667943"/>
                <a:gd name="connsiteX42" fmla="*/ 895140 w 1023271"/>
                <a:gd name="connsiteY42" fmla="*/ 565035 h 667943"/>
                <a:gd name="connsiteX43" fmla="*/ 1001820 w 1023271"/>
                <a:gd name="connsiteY43" fmla="*/ 612660 h 667943"/>
                <a:gd name="connsiteX44" fmla="*/ 958005 w 1023271"/>
                <a:gd name="connsiteY44" fmla="*/ 505028 h 667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23271" h="667943">
                  <a:moveTo>
                    <a:pt x="958005" y="505028"/>
                  </a:moveTo>
                  <a:cubicBezTo>
                    <a:pt x="953242" y="500265"/>
                    <a:pt x="945623" y="489788"/>
                    <a:pt x="927525" y="491693"/>
                  </a:cubicBezTo>
                  <a:cubicBezTo>
                    <a:pt x="937050" y="482168"/>
                    <a:pt x="938955" y="466928"/>
                    <a:pt x="938955" y="462165"/>
                  </a:cubicBezTo>
                  <a:cubicBezTo>
                    <a:pt x="938955" y="448830"/>
                    <a:pt x="930382" y="375488"/>
                    <a:pt x="913238" y="345008"/>
                  </a:cubicBezTo>
                  <a:cubicBezTo>
                    <a:pt x="896092" y="314528"/>
                    <a:pt x="763695" y="137363"/>
                    <a:pt x="736073" y="122123"/>
                  </a:cubicBezTo>
                  <a:cubicBezTo>
                    <a:pt x="671302" y="86880"/>
                    <a:pt x="588435" y="186893"/>
                    <a:pt x="588435" y="186893"/>
                  </a:cubicBezTo>
                  <a:cubicBezTo>
                    <a:pt x="581767" y="164033"/>
                    <a:pt x="530332" y="128790"/>
                    <a:pt x="524617" y="122123"/>
                  </a:cubicBezTo>
                  <a:cubicBezTo>
                    <a:pt x="517950" y="115455"/>
                    <a:pt x="550335" y="100215"/>
                    <a:pt x="550335" y="100215"/>
                  </a:cubicBezTo>
                  <a:cubicBezTo>
                    <a:pt x="563670" y="102120"/>
                    <a:pt x="717023" y="83070"/>
                    <a:pt x="740835" y="91643"/>
                  </a:cubicBezTo>
                  <a:cubicBezTo>
                    <a:pt x="807510" y="115455"/>
                    <a:pt x="803700" y="91643"/>
                    <a:pt x="823702" y="57353"/>
                  </a:cubicBezTo>
                  <a:cubicBezTo>
                    <a:pt x="842752" y="23063"/>
                    <a:pt x="808462" y="1155"/>
                    <a:pt x="777982" y="3060"/>
                  </a:cubicBezTo>
                  <a:cubicBezTo>
                    <a:pt x="747502" y="4965"/>
                    <a:pt x="256012" y="3060"/>
                    <a:pt x="240772" y="1155"/>
                  </a:cubicBezTo>
                  <a:cubicBezTo>
                    <a:pt x="225532" y="-750"/>
                    <a:pt x="182670" y="-3607"/>
                    <a:pt x="169335" y="23063"/>
                  </a:cubicBezTo>
                  <a:cubicBezTo>
                    <a:pt x="130282" y="102120"/>
                    <a:pt x="223627" y="116408"/>
                    <a:pt x="223627" y="116408"/>
                  </a:cubicBezTo>
                  <a:cubicBezTo>
                    <a:pt x="234105" y="116408"/>
                    <a:pt x="230295" y="118313"/>
                    <a:pt x="264585" y="105930"/>
                  </a:cubicBezTo>
                  <a:cubicBezTo>
                    <a:pt x="298875" y="92595"/>
                    <a:pt x="290302" y="123075"/>
                    <a:pt x="269348" y="129743"/>
                  </a:cubicBezTo>
                  <a:cubicBezTo>
                    <a:pt x="247440" y="136410"/>
                    <a:pt x="70275" y="208800"/>
                    <a:pt x="37890" y="224993"/>
                  </a:cubicBezTo>
                  <a:cubicBezTo>
                    <a:pt x="12172" y="238328"/>
                    <a:pt x="7410" y="262140"/>
                    <a:pt x="20745" y="277380"/>
                  </a:cubicBezTo>
                  <a:cubicBezTo>
                    <a:pt x="34080" y="292620"/>
                    <a:pt x="44557" y="300240"/>
                    <a:pt x="85515" y="285000"/>
                  </a:cubicBezTo>
                  <a:cubicBezTo>
                    <a:pt x="126472" y="269760"/>
                    <a:pt x="301732" y="172605"/>
                    <a:pt x="316973" y="166890"/>
                  </a:cubicBezTo>
                  <a:cubicBezTo>
                    <a:pt x="343642" y="155460"/>
                    <a:pt x="359835" y="197370"/>
                    <a:pt x="315067" y="209753"/>
                  </a:cubicBezTo>
                  <a:cubicBezTo>
                    <a:pt x="256012" y="225945"/>
                    <a:pt x="19792" y="342150"/>
                    <a:pt x="11220" y="352628"/>
                  </a:cubicBezTo>
                  <a:cubicBezTo>
                    <a:pt x="2647" y="363105"/>
                    <a:pt x="-14498" y="408825"/>
                    <a:pt x="24555" y="419303"/>
                  </a:cubicBezTo>
                  <a:cubicBezTo>
                    <a:pt x="63607" y="429780"/>
                    <a:pt x="230295" y="322148"/>
                    <a:pt x="252202" y="306908"/>
                  </a:cubicBezTo>
                  <a:cubicBezTo>
                    <a:pt x="274110" y="291668"/>
                    <a:pt x="344595" y="245948"/>
                    <a:pt x="369360" y="237375"/>
                  </a:cubicBezTo>
                  <a:cubicBezTo>
                    <a:pt x="393173" y="228803"/>
                    <a:pt x="414127" y="250710"/>
                    <a:pt x="386505" y="259283"/>
                  </a:cubicBezTo>
                  <a:cubicBezTo>
                    <a:pt x="358882" y="267855"/>
                    <a:pt x="243630" y="363105"/>
                    <a:pt x="211245" y="383108"/>
                  </a:cubicBezTo>
                  <a:cubicBezTo>
                    <a:pt x="178860" y="403110"/>
                    <a:pt x="159810" y="391680"/>
                    <a:pt x="131235" y="410730"/>
                  </a:cubicBezTo>
                  <a:cubicBezTo>
                    <a:pt x="102660" y="429780"/>
                    <a:pt x="118852" y="473595"/>
                    <a:pt x="155047" y="473595"/>
                  </a:cubicBezTo>
                  <a:cubicBezTo>
                    <a:pt x="255060" y="473595"/>
                    <a:pt x="404602" y="334530"/>
                    <a:pt x="430320" y="308813"/>
                  </a:cubicBezTo>
                  <a:cubicBezTo>
                    <a:pt x="456037" y="283095"/>
                    <a:pt x="479850" y="295478"/>
                    <a:pt x="495090" y="308813"/>
                  </a:cubicBezTo>
                  <a:cubicBezTo>
                    <a:pt x="510330" y="322148"/>
                    <a:pt x="501757" y="344055"/>
                    <a:pt x="479850" y="352628"/>
                  </a:cubicBezTo>
                  <a:cubicBezTo>
                    <a:pt x="458895" y="361200"/>
                    <a:pt x="358882" y="415493"/>
                    <a:pt x="315067" y="443115"/>
                  </a:cubicBezTo>
                  <a:cubicBezTo>
                    <a:pt x="271252" y="471690"/>
                    <a:pt x="165525" y="525983"/>
                    <a:pt x="135045" y="538365"/>
                  </a:cubicBezTo>
                  <a:cubicBezTo>
                    <a:pt x="104565" y="550748"/>
                    <a:pt x="75990" y="577418"/>
                    <a:pt x="77895" y="609803"/>
                  </a:cubicBezTo>
                  <a:cubicBezTo>
                    <a:pt x="86467" y="733628"/>
                    <a:pt x="219817" y="624090"/>
                    <a:pt x="238867" y="605040"/>
                  </a:cubicBezTo>
                  <a:cubicBezTo>
                    <a:pt x="255060" y="588848"/>
                    <a:pt x="442702" y="481215"/>
                    <a:pt x="501757" y="462165"/>
                  </a:cubicBezTo>
                  <a:cubicBezTo>
                    <a:pt x="560812" y="442163"/>
                    <a:pt x="603675" y="401205"/>
                    <a:pt x="631298" y="384060"/>
                  </a:cubicBezTo>
                  <a:cubicBezTo>
                    <a:pt x="658920" y="366915"/>
                    <a:pt x="675112" y="351675"/>
                    <a:pt x="670350" y="319290"/>
                  </a:cubicBezTo>
                  <a:cubicBezTo>
                    <a:pt x="660825" y="247853"/>
                    <a:pt x="719880" y="285000"/>
                    <a:pt x="719880" y="285000"/>
                  </a:cubicBezTo>
                  <a:cubicBezTo>
                    <a:pt x="780840" y="339293"/>
                    <a:pt x="780840" y="419303"/>
                    <a:pt x="848467" y="473595"/>
                  </a:cubicBezTo>
                  <a:cubicBezTo>
                    <a:pt x="872280" y="492645"/>
                    <a:pt x="889425" y="500265"/>
                    <a:pt x="902760" y="502170"/>
                  </a:cubicBezTo>
                  <a:cubicBezTo>
                    <a:pt x="871327" y="521220"/>
                    <a:pt x="895140" y="565035"/>
                    <a:pt x="895140" y="565035"/>
                  </a:cubicBezTo>
                  <a:cubicBezTo>
                    <a:pt x="897045" y="575513"/>
                    <a:pt x="934192" y="646950"/>
                    <a:pt x="1001820" y="612660"/>
                  </a:cubicBezTo>
                  <a:cubicBezTo>
                    <a:pt x="1066590" y="576465"/>
                    <a:pt x="964673" y="511695"/>
                    <a:pt x="958005" y="505028"/>
                  </a:cubicBezTo>
                </a:path>
              </a:pathLst>
            </a:custGeom>
            <a:grpFill/>
            <a:ln w="9525" cap="flat">
              <a:noFill/>
              <a:prstDash val="solid"/>
              <a:miter/>
            </a:ln>
          </p:spPr>
          <p:txBody>
            <a:bodyPr rtlCol="0" anchor="ctr"/>
            <a:lstStyle/>
            <a:p>
              <a:endParaRPr lang="en-IN"/>
            </a:p>
          </p:txBody>
        </p:sp>
        <p:sp>
          <p:nvSpPr>
            <p:cNvPr id="464" name="Freeform: Shape 463">
              <a:extLst>
                <a:ext uri="{FF2B5EF4-FFF2-40B4-BE49-F238E27FC236}">
                  <a16:creationId xmlns:a16="http://schemas.microsoft.com/office/drawing/2014/main" id="{5BB8657C-CC41-B604-84FF-DAB43DB2DA8E}"/>
                </a:ext>
              </a:extLst>
            </p:cNvPr>
            <p:cNvSpPr/>
            <p:nvPr/>
          </p:nvSpPr>
          <p:spPr>
            <a:xfrm>
              <a:off x="3541503" y="4613014"/>
              <a:ext cx="200025" cy="200025"/>
            </a:xfrm>
            <a:custGeom>
              <a:avLst/>
              <a:gdLst>
                <a:gd name="connsiteX0" fmla="*/ 100013 w 200025"/>
                <a:gd name="connsiteY0" fmla="*/ 0 h 200025"/>
                <a:gd name="connsiteX1" fmla="*/ 0 w 200025"/>
                <a:gd name="connsiteY1" fmla="*/ 100013 h 200025"/>
                <a:gd name="connsiteX2" fmla="*/ 100013 w 200025"/>
                <a:gd name="connsiteY2" fmla="*/ 200025 h 200025"/>
                <a:gd name="connsiteX3" fmla="*/ 200025 w 200025"/>
                <a:gd name="connsiteY3" fmla="*/ 100013 h 200025"/>
                <a:gd name="connsiteX4" fmla="*/ 100013 w 200025"/>
                <a:gd name="connsiteY4" fmla="*/ 0 h 200025"/>
                <a:gd name="connsiteX5" fmla="*/ 100013 w 200025"/>
                <a:gd name="connsiteY5" fmla="*/ 188595 h 200025"/>
                <a:gd name="connsiteX6" fmla="*/ 11430 w 200025"/>
                <a:gd name="connsiteY6" fmla="*/ 100013 h 200025"/>
                <a:gd name="connsiteX7" fmla="*/ 100013 w 200025"/>
                <a:gd name="connsiteY7" fmla="*/ 11430 h 200025"/>
                <a:gd name="connsiteX8" fmla="*/ 188595 w 200025"/>
                <a:gd name="connsiteY8" fmla="*/ 100013 h 200025"/>
                <a:gd name="connsiteX9" fmla="*/ 100013 w 200025"/>
                <a:gd name="connsiteY9" fmla="*/ 18859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025" h="200025">
                  <a:moveTo>
                    <a:pt x="100013" y="0"/>
                  </a:moveTo>
                  <a:cubicBezTo>
                    <a:pt x="44768" y="0"/>
                    <a:pt x="0" y="44768"/>
                    <a:pt x="0" y="100013"/>
                  </a:cubicBezTo>
                  <a:cubicBezTo>
                    <a:pt x="0" y="155258"/>
                    <a:pt x="44768" y="200025"/>
                    <a:pt x="100013" y="200025"/>
                  </a:cubicBezTo>
                  <a:cubicBezTo>
                    <a:pt x="155257" y="200025"/>
                    <a:pt x="200025" y="155258"/>
                    <a:pt x="200025" y="100013"/>
                  </a:cubicBezTo>
                  <a:cubicBezTo>
                    <a:pt x="200025" y="44768"/>
                    <a:pt x="155257" y="0"/>
                    <a:pt x="100013" y="0"/>
                  </a:cubicBezTo>
                  <a:moveTo>
                    <a:pt x="100013" y="188595"/>
                  </a:moveTo>
                  <a:cubicBezTo>
                    <a:pt x="51435" y="188595"/>
                    <a:pt x="11430" y="148590"/>
                    <a:pt x="11430" y="100013"/>
                  </a:cubicBezTo>
                  <a:cubicBezTo>
                    <a:pt x="11430" y="50483"/>
                    <a:pt x="51435" y="11430"/>
                    <a:pt x="100013" y="11430"/>
                  </a:cubicBezTo>
                  <a:cubicBezTo>
                    <a:pt x="149543" y="11430"/>
                    <a:pt x="188595" y="51435"/>
                    <a:pt x="188595" y="100013"/>
                  </a:cubicBezTo>
                  <a:cubicBezTo>
                    <a:pt x="188595" y="148590"/>
                    <a:pt x="148590" y="188595"/>
                    <a:pt x="100013" y="188595"/>
                  </a:cubicBezTo>
                </a:path>
              </a:pathLst>
            </a:custGeom>
            <a:grpFill/>
            <a:ln w="9525" cap="flat">
              <a:noFill/>
              <a:prstDash val="solid"/>
              <a:miter/>
            </a:ln>
          </p:spPr>
          <p:txBody>
            <a:bodyPr rtlCol="0" anchor="ctr"/>
            <a:lstStyle/>
            <a:p>
              <a:endParaRPr lang="en-IN"/>
            </a:p>
          </p:txBody>
        </p:sp>
        <p:sp>
          <p:nvSpPr>
            <p:cNvPr id="466" name="Freeform: Shape 465">
              <a:extLst>
                <a:ext uri="{FF2B5EF4-FFF2-40B4-BE49-F238E27FC236}">
                  <a16:creationId xmlns:a16="http://schemas.microsoft.com/office/drawing/2014/main" id="{7BADA46E-4C93-7C86-D5D0-29D269F2BAFE}"/>
                </a:ext>
              </a:extLst>
            </p:cNvPr>
            <p:cNvSpPr/>
            <p:nvPr/>
          </p:nvSpPr>
          <p:spPr>
            <a:xfrm>
              <a:off x="3595795" y="4647303"/>
              <a:ext cx="101917" cy="128587"/>
            </a:xfrm>
            <a:custGeom>
              <a:avLst/>
              <a:gdLst>
                <a:gd name="connsiteX0" fmla="*/ 94297 w 101917"/>
                <a:gd name="connsiteY0" fmla="*/ 100013 h 128587"/>
                <a:gd name="connsiteX1" fmla="*/ 77152 w 101917"/>
                <a:gd name="connsiteY1" fmla="*/ 64770 h 128587"/>
                <a:gd name="connsiteX2" fmla="*/ 99060 w 101917"/>
                <a:gd name="connsiteY2" fmla="*/ 33338 h 128587"/>
                <a:gd name="connsiteX3" fmla="*/ 53340 w 101917"/>
                <a:gd name="connsiteY3" fmla="*/ 0 h 128587"/>
                <a:gd name="connsiteX4" fmla="*/ 0 w 101917"/>
                <a:gd name="connsiteY4" fmla="*/ 0 h 128587"/>
                <a:gd name="connsiteX5" fmla="*/ 0 w 101917"/>
                <a:gd name="connsiteY5" fmla="*/ 128588 h 128587"/>
                <a:gd name="connsiteX6" fmla="*/ 13335 w 101917"/>
                <a:gd name="connsiteY6" fmla="*/ 128588 h 128587"/>
                <a:gd name="connsiteX7" fmla="*/ 13335 w 101917"/>
                <a:gd name="connsiteY7" fmla="*/ 70485 h 128587"/>
                <a:gd name="connsiteX8" fmla="*/ 53340 w 101917"/>
                <a:gd name="connsiteY8" fmla="*/ 70485 h 128587"/>
                <a:gd name="connsiteX9" fmla="*/ 80010 w 101917"/>
                <a:gd name="connsiteY9" fmla="*/ 86678 h 128587"/>
                <a:gd name="connsiteX10" fmla="*/ 81915 w 101917"/>
                <a:gd name="connsiteY10" fmla="*/ 101918 h 128587"/>
                <a:gd name="connsiteX11" fmla="*/ 86677 w 101917"/>
                <a:gd name="connsiteY11" fmla="*/ 128588 h 128587"/>
                <a:gd name="connsiteX12" fmla="*/ 101917 w 101917"/>
                <a:gd name="connsiteY12" fmla="*/ 128588 h 128587"/>
                <a:gd name="connsiteX13" fmla="*/ 101917 w 101917"/>
                <a:gd name="connsiteY13" fmla="*/ 127635 h 128587"/>
                <a:gd name="connsiteX14" fmla="*/ 94297 w 101917"/>
                <a:gd name="connsiteY14" fmla="*/ 100013 h 128587"/>
                <a:gd name="connsiteX15" fmla="*/ 52388 w 101917"/>
                <a:gd name="connsiteY15" fmla="*/ 60007 h 128587"/>
                <a:gd name="connsiteX16" fmla="*/ 13335 w 101917"/>
                <a:gd name="connsiteY16" fmla="*/ 60007 h 128587"/>
                <a:gd name="connsiteX17" fmla="*/ 13335 w 101917"/>
                <a:gd name="connsiteY17" fmla="*/ 10477 h 128587"/>
                <a:gd name="connsiteX18" fmla="*/ 53340 w 101917"/>
                <a:gd name="connsiteY18" fmla="*/ 10477 h 128587"/>
                <a:gd name="connsiteX19" fmla="*/ 85725 w 101917"/>
                <a:gd name="connsiteY19" fmla="*/ 35243 h 128587"/>
                <a:gd name="connsiteX20" fmla="*/ 52388 w 101917"/>
                <a:gd name="connsiteY20" fmla="*/ 60007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1917" h="128587">
                  <a:moveTo>
                    <a:pt x="94297" y="100013"/>
                  </a:moveTo>
                  <a:cubicBezTo>
                    <a:pt x="94297" y="80963"/>
                    <a:pt x="87630" y="68580"/>
                    <a:pt x="77152" y="64770"/>
                  </a:cubicBezTo>
                  <a:cubicBezTo>
                    <a:pt x="92392" y="60007"/>
                    <a:pt x="100013" y="49530"/>
                    <a:pt x="99060" y="33338"/>
                  </a:cubicBezTo>
                  <a:cubicBezTo>
                    <a:pt x="99060" y="10477"/>
                    <a:pt x="83820" y="0"/>
                    <a:pt x="53340" y="0"/>
                  </a:cubicBezTo>
                  <a:lnTo>
                    <a:pt x="0" y="0"/>
                  </a:lnTo>
                  <a:lnTo>
                    <a:pt x="0" y="128588"/>
                  </a:lnTo>
                  <a:lnTo>
                    <a:pt x="13335" y="128588"/>
                  </a:lnTo>
                  <a:lnTo>
                    <a:pt x="13335" y="70485"/>
                  </a:lnTo>
                  <a:lnTo>
                    <a:pt x="53340" y="70485"/>
                  </a:lnTo>
                  <a:cubicBezTo>
                    <a:pt x="68580" y="69533"/>
                    <a:pt x="77152" y="75248"/>
                    <a:pt x="80010" y="86678"/>
                  </a:cubicBezTo>
                  <a:cubicBezTo>
                    <a:pt x="80963" y="89535"/>
                    <a:pt x="80963" y="94298"/>
                    <a:pt x="81915" y="101918"/>
                  </a:cubicBezTo>
                  <a:cubicBezTo>
                    <a:pt x="82867" y="117158"/>
                    <a:pt x="83820" y="125730"/>
                    <a:pt x="86677" y="128588"/>
                  </a:cubicBezTo>
                  <a:lnTo>
                    <a:pt x="101917" y="128588"/>
                  </a:lnTo>
                  <a:lnTo>
                    <a:pt x="101917" y="127635"/>
                  </a:lnTo>
                  <a:cubicBezTo>
                    <a:pt x="96202" y="127635"/>
                    <a:pt x="94297" y="118110"/>
                    <a:pt x="94297" y="100013"/>
                  </a:cubicBezTo>
                  <a:moveTo>
                    <a:pt x="52388" y="60007"/>
                  </a:moveTo>
                  <a:lnTo>
                    <a:pt x="13335" y="60007"/>
                  </a:lnTo>
                  <a:lnTo>
                    <a:pt x="13335" y="10477"/>
                  </a:lnTo>
                  <a:lnTo>
                    <a:pt x="53340" y="10477"/>
                  </a:lnTo>
                  <a:cubicBezTo>
                    <a:pt x="75247" y="10477"/>
                    <a:pt x="85725" y="19050"/>
                    <a:pt x="85725" y="35243"/>
                  </a:cubicBezTo>
                  <a:cubicBezTo>
                    <a:pt x="85725" y="51435"/>
                    <a:pt x="74295" y="60007"/>
                    <a:pt x="52388" y="60007"/>
                  </a:cubicBezTo>
                </a:path>
              </a:pathLst>
            </a:custGeom>
            <a:grp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2997887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white dots&#10;&#10;AI-generated content may be incorrect.">
            <a:extLst>
              <a:ext uri="{FF2B5EF4-FFF2-40B4-BE49-F238E27FC236}">
                <a16:creationId xmlns:a16="http://schemas.microsoft.com/office/drawing/2014/main" id="{4B28C511-B810-67AF-A81F-A15A24A000CA}"/>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101600" y="-1"/>
            <a:ext cx="12375244" cy="6858001"/>
          </a:xfrm>
          <a:prstGeom prst="rect">
            <a:avLst/>
          </a:prstGeom>
          <a:solidFill>
            <a:schemeClr val="tx1"/>
          </a:solidFill>
        </p:spPr>
      </p:pic>
      <p:grpSp>
        <p:nvGrpSpPr>
          <p:cNvPr id="7" name="Group 6">
            <a:extLst>
              <a:ext uri="{FF2B5EF4-FFF2-40B4-BE49-F238E27FC236}">
                <a16:creationId xmlns:a16="http://schemas.microsoft.com/office/drawing/2014/main" id="{232B8424-F246-C875-FC86-77B28AA4B1F8}"/>
              </a:ext>
            </a:extLst>
          </p:cNvPr>
          <p:cNvGrpSpPr/>
          <p:nvPr/>
        </p:nvGrpSpPr>
        <p:grpSpPr>
          <a:xfrm rot="14619522">
            <a:off x="-2784728" y="-4370576"/>
            <a:ext cx="4003007" cy="10361688"/>
            <a:chOff x="-4611751" y="-4330557"/>
            <a:chExt cx="4003007" cy="10361688"/>
          </a:xfrm>
        </p:grpSpPr>
        <p:sp>
          <p:nvSpPr>
            <p:cNvPr id="8" name="Freeform: Shape 7">
              <a:extLst>
                <a:ext uri="{FF2B5EF4-FFF2-40B4-BE49-F238E27FC236}">
                  <a16:creationId xmlns:a16="http://schemas.microsoft.com/office/drawing/2014/main" id="{6F09AA7D-1A5A-68B5-0083-2B8B7FDDD10B}"/>
                </a:ext>
              </a:extLst>
            </p:cNvPr>
            <p:cNvSpPr/>
            <p:nvPr/>
          </p:nvSpPr>
          <p:spPr>
            <a:xfrm>
              <a:off x="-4586753" y="-43305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9" name="Freeform: Shape 8">
              <a:extLst>
                <a:ext uri="{FF2B5EF4-FFF2-40B4-BE49-F238E27FC236}">
                  <a16:creationId xmlns:a16="http://schemas.microsoft.com/office/drawing/2014/main" id="{41DBE094-D9A0-3B5C-E013-1E8021B39750}"/>
                </a:ext>
              </a:extLst>
            </p:cNvPr>
            <p:cNvSpPr/>
            <p:nvPr/>
          </p:nvSpPr>
          <p:spPr>
            <a:xfrm>
              <a:off x="-4611751" y="-30553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D176F8BF-7B83-31DF-C12C-A0AEBA6A3F7A}"/>
                </a:ext>
              </a:extLst>
            </p:cNvPr>
            <p:cNvSpPr/>
            <p:nvPr/>
          </p:nvSpPr>
          <p:spPr>
            <a:xfrm>
              <a:off x="-4462718" y="-24090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
        <p:nvSpPr>
          <p:cNvPr id="6" name="TextBox 5">
            <a:extLst>
              <a:ext uri="{FF2B5EF4-FFF2-40B4-BE49-F238E27FC236}">
                <a16:creationId xmlns:a16="http://schemas.microsoft.com/office/drawing/2014/main" id="{B648E4EE-B735-72DA-14AA-8D154A910535}"/>
              </a:ext>
            </a:extLst>
          </p:cNvPr>
          <p:cNvSpPr txBox="1"/>
          <p:nvPr/>
        </p:nvSpPr>
        <p:spPr>
          <a:xfrm>
            <a:off x="5805488" y="2705904"/>
            <a:ext cx="5764212" cy="2586927"/>
          </a:xfrm>
          <a:prstGeom prst="rect">
            <a:avLst/>
          </a:prstGeom>
          <a:noFill/>
        </p:spPr>
        <p:txBody>
          <a:bodyPr wrap="square" rtlCol="0">
            <a:spAutoFit/>
          </a:bodyPr>
          <a:lstStyle>
            <a:defPPr>
              <a:defRPr lang="en-US"/>
            </a:defPPr>
            <a:lvl1pPr>
              <a:lnSpc>
                <a:spcPct val="130000"/>
              </a:lnSpc>
              <a:defRPr>
                <a:solidFill>
                  <a:srgbClr val="FFFF6D"/>
                </a:solidFill>
                <a:latin typeface="Cal Sans" pitchFamily="2" charset="0"/>
              </a:defRPr>
            </a:lvl1pPr>
          </a:lstStyle>
          <a:p>
            <a:pPr algn="r"/>
            <a:r>
              <a:rPr lang="es-SV">
                <a:solidFill>
                  <a:srgbClr val="9FEC03"/>
                </a:solidFill>
                <a:latin typeface="+mj-lt"/>
              </a:rPr>
              <a:t>La Copa Mundial de la FIFA 2026 no solo redefinirá la competición global de fútbol, sino que también establecerá nuevos referentes en sostenibilidad, tecnología y cooperación multinacional. Con una escala inigualable y una participación global, este torneo promete ser la Copa del Mundo más inclusiva y celebrada de la historia.</a:t>
            </a:r>
            <a:endParaRPr lang="en-US" dirty="0">
              <a:solidFill>
                <a:srgbClr val="9FEC03"/>
              </a:solidFill>
              <a:latin typeface="+mj-lt"/>
            </a:endParaRPr>
          </a:p>
        </p:txBody>
      </p:sp>
      <p:sp>
        <p:nvSpPr>
          <p:cNvPr id="11" name="TextBox 10">
            <a:extLst>
              <a:ext uri="{FF2B5EF4-FFF2-40B4-BE49-F238E27FC236}">
                <a16:creationId xmlns:a16="http://schemas.microsoft.com/office/drawing/2014/main" id="{EA8AD829-7914-83F7-A0C6-F635FA4E6483}"/>
              </a:ext>
            </a:extLst>
          </p:cNvPr>
          <p:cNvSpPr txBox="1"/>
          <p:nvPr/>
        </p:nvSpPr>
        <p:spPr>
          <a:xfrm>
            <a:off x="5805488" y="1925269"/>
            <a:ext cx="5764212" cy="646331"/>
          </a:xfrm>
          <a:prstGeom prst="rect">
            <a:avLst/>
          </a:prstGeom>
          <a:noFill/>
          <a:effectLst/>
        </p:spPr>
        <p:txBody>
          <a:bodyPr wrap="square" rtlCol="0">
            <a:spAutoFit/>
          </a:bodyPr>
          <a:lstStyle>
            <a:defPPr>
              <a:defRPr lang="en-US"/>
            </a:defPPr>
            <a:lvl1pPr algn="ctr">
              <a:defRPr sz="3600">
                <a:solidFill>
                  <a:schemeClr val="bg1"/>
                </a:solidFill>
                <a:effectLst>
                  <a:outerShdw dist="38100" dir="2700000" algn="tl" rotWithShape="0">
                    <a:srgbClr val="FFFF6D">
                      <a:alpha val="65000"/>
                    </a:srgbClr>
                  </a:outerShdw>
                </a:effectLst>
                <a:latin typeface="Cal Sans" pitchFamily="2" charset="0"/>
              </a:defRPr>
            </a:lvl1pPr>
          </a:lstStyle>
          <a:p>
            <a:pPr algn="r"/>
            <a:r>
              <a:rPr lang="en-IN">
                <a:latin typeface="+mj-lt"/>
              </a:rPr>
              <a:t>CONCLUSIÓN</a:t>
            </a:r>
            <a:endParaRPr lang="en-US" dirty="0">
              <a:latin typeface="+mj-lt"/>
            </a:endParaRPr>
          </a:p>
        </p:txBody>
      </p:sp>
      <p:pic>
        <p:nvPicPr>
          <p:cNvPr id="13" name="Picture 12" descr="A gold trophy with a green band around it&#10;&#10;AI-generated content may be incorrect.">
            <a:extLst>
              <a:ext uri="{FF2B5EF4-FFF2-40B4-BE49-F238E27FC236}">
                <a16:creationId xmlns:a16="http://schemas.microsoft.com/office/drawing/2014/main" id="{E059ADD2-65B9-C662-6CFB-00C67D262D73}"/>
              </a:ext>
            </a:extLst>
          </p:cNvPr>
          <p:cNvPicPr>
            <a:picLocks noChangeAspect="1"/>
          </p:cNvPicPr>
          <p:nvPr/>
        </p:nvPicPr>
        <p:blipFill>
          <a:blip r:embed="rId3">
            <a:extLst>
              <a:ext uri="{28A0092B-C50C-407E-A947-70E740481C1C}">
                <a14:useLocalDpi xmlns:a14="http://schemas.microsoft.com/office/drawing/2010/main" val="0"/>
              </a:ext>
            </a:extLst>
          </a:blip>
          <a:srcRect l="26950" r="27000" b="3355"/>
          <a:stretch>
            <a:fillRect/>
          </a:stretch>
        </p:blipFill>
        <p:spPr>
          <a:xfrm rot="1296239">
            <a:off x="221249" y="2632909"/>
            <a:ext cx="2257178" cy="4737148"/>
          </a:xfrm>
          <a:prstGeom prst="rect">
            <a:avLst/>
          </a:prstGeom>
          <a:effectLst>
            <a:outerShdw dist="76200" dir="600000" algn="tl" rotWithShape="0">
              <a:srgbClr val="9FEC03"/>
            </a:outerShdw>
          </a:effectLst>
        </p:spPr>
      </p:pic>
    </p:spTree>
    <p:extLst>
      <p:ext uri="{BB962C8B-B14F-4D97-AF65-F5344CB8AC3E}">
        <p14:creationId xmlns:p14="http://schemas.microsoft.com/office/powerpoint/2010/main" val="1262405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B5A0CBE-BC99-9FF8-7246-C2C60775DC31}"/>
            </a:ext>
          </a:extLst>
        </p:cNvPr>
        <p:cNvGrpSpPr/>
        <p:nvPr/>
      </p:nvGrpSpPr>
      <p:grpSpPr>
        <a:xfrm>
          <a:off x="0" y="0"/>
          <a:ext cx="0" cy="0"/>
          <a:chOff x="0" y="0"/>
          <a:chExt cx="0" cy="0"/>
        </a:xfrm>
      </p:grpSpPr>
      <p:pic>
        <p:nvPicPr>
          <p:cNvPr id="15" name="Picture 14" descr="A black background with white dots&#10;&#10;AI-generated content may be incorrect.">
            <a:extLst>
              <a:ext uri="{FF2B5EF4-FFF2-40B4-BE49-F238E27FC236}">
                <a16:creationId xmlns:a16="http://schemas.microsoft.com/office/drawing/2014/main" id="{CDDBDF34-9BF8-7ACB-2FB4-F4DAD23413FE}"/>
              </a:ext>
            </a:extLst>
          </p:cNvPr>
          <p:cNvPicPr>
            <a:picLocks noChangeAspect="1"/>
          </p:cNvPicPr>
          <p:nvPr/>
        </p:nvPicPr>
        <p:blipFill>
          <a:blip r:embed="rId2">
            <a:alphaModFix amt="55000"/>
            <a:extLst>
              <a:ext uri="{28A0092B-C50C-407E-A947-70E740481C1C}">
                <a14:useLocalDpi xmlns:a14="http://schemas.microsoft.com/office/drawing/2010/main" val="0"/>
              </a:ext>
            </a:extLst>
          </a:blip>
          <a:srcRect l="-162" t="6078" r="1" b="10661"/>
          <a:stretch>
            <a:fillRect/>
          </a:stretch>
        </p:blipFill>
        <p:spPr>
          <a:xfrm>
            <a:off x="-91622" y="0"/>
            <a:ext cx="12375244" cy="6858001"/>
          </a:xfrm>
          <a:prstGeom prst="rect">
            <a:avLst/>
          </a:prstGeom>
          <a:solidFill>
            <a:schemeClr val="tx1"/>
          </a:solidFill>
        </p:spPr>
      </p:pic>
      <p:sp>
        <p:nvSpPr>
          <p:cNvPr id="4" name="TextBox 3">
            <a:extLst>
              <a:ext uri="{FF2B5EF4-FFF2-40B4-BE49-F238E27FC236}">
                <a16:creationId xmlns:a16="http://schemas.microsoft.com/office/drawing/2014/main" id="{C5C0E6EA-0662-58A3-4848-617A38598DF9}"/>
              </a:ext>
            </a:extLst>
          </p:cNvPr>
          <p:cNvSpPr txBox="1"/>
          <p:nvPr/>
        </p:nvSpPr>
        <p:spPr>
          <a:xfrm>
            <a:off x="2945040" y="2767281"/>
            <a:ext cx="6301921" cy="1323439"/>
          </a:xfrm>
          <a:prstGeom prst="rect">
            <a:avLst/>
          </a:prstGeom>
          <a:noFill/>
          <a:effectLst/>
        </p:spPr>
        <p:txBody>
          <a:bodyPr wrap="square" rtlCol="0">
            <a:spAutoFit/>
          </a:bodyPr>
          <a:lstStyle/>
          <a:p>
            <a:pPr algn="ctr"/>
            <a:r>
              <a:rPr lang="en-IN" sz="8000" dirty="0">
                <a:solidFill>
                  <a:schemeClr val="bg1"/>
                </a:solidFill>
                <a:effectLst>
                  <a:outerShdw dist="38100" dir="2700000" algn="tl" rotWithShape="0">
                    <a:srgbClr val="FFFF6D">
                      <a:alpha val="65000"/>
                    </a:srgbClr>
                  </a:outerShdw>
                </a:effectLst>
                <a:latin typeface="+mj-lt"/>
              </a:rPr>
              <a:t>THANK YOU</a:t>
            </a:r>
          </a:p>
        </p:txBody>
      </p:sp>
      <p:sp>
        <p:nvSpPr>
          <p:cNvPr id="16" name="Freeform: Shape 15">
            <a:extLst>
              <a:ext uri="{FF2B5EF4-FFF2-40B4-BE49-F238E27FC236}">
                <a16:creationId xmlns:a16="http://schemas.microsoft.com/office/drawing/2014/main" id="{1C3A297F-660A-EFE3-B008-1F60E6E1C9F4}"/>
              </a:ext>
            </a:extLst>
          </p:cNvPr>
          <p:cNvSpPr/>
          <p:nvPr/>
        </p:nvSpPr>
        <p:spPr>
          <a:xfrm>
            <a:off x="10009642" y="-341615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6100E9"/>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7" name="Freeform: Shape 16">
            <a:extLst>
              <a:ext uri="{FF2B5EF4-FFF2-40B4-BE49-F238E27FC236}">
                <a16:creationId xmlns:a16="http://schemas.microsoft.com/office/drawing/2014/main" id="{744B3526-AC15-90C0-A2F2-151D2E236BAF}"/>
              </a:ext>
            </a:extLst>
          </p:cNvPr>
          <p:cNvSpPr/>
          <p:nvPr/>
        </p:nvSpPr>
        <p:spPr>
          <a:xfrm>
            <a:off x="9984644" y="-2140968"/>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9FEC03"/>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8" name="Freeform: Shape 17">
            <a:extLst>
              <a:ext uri="{FF2B5EF4-FFF2-40B4-BE49-F238E27FC236}">
                <a16:creationId xmlns:a16="http://schemas.microsoft.com/office/drawing/2014/main" id="{7BE392AC-4E40-77A5-EC4C-C89814C975E2}"/>
              </a:ext>
            </a:extLst>
          </p:cNvPr>
          <p:cNvSpPr/>
          <p:nvPr/>
        </p:nvSpPr>
        <p:spPr>
          <a:xfrm>
            <a:off x="10133677" y="-1494637"/>
            <a:ext cx="3853974" cy="8440168"/>
          </a:xfrm>
          <a:custGeom>
            <a:avLst/>
            <a:gdLst>
              <a:gd name="connsiteX0" fmla="*/ 2596856 w 3853974"/>
              <a:gd name="connsiteY0" fmla="*/ 0 h 8699466"/>
              <a:gd name="connsiteX1" fmla="*/ 3853974 w 3853974"/>
              <a:gd name="connsiteY1" fmla="*/ 0 h 8699466"/>
              <a:gd name="connsiteX2" fmla="*/ 3853974 w 3853974"/>
              <a:gd name="connsiteY2" fmla="*/ 8699466 h 8699466"/>
              <a:gd name="connsiteX3" fmla="*/ 0 w 3853974"/>
              <a:gd name="connsiteY3" fmla="*/ 8699466 h 8699466"/>
            </a:gdLst>
            <a:ahLst/>
            <a:cxnLst>
              <a:cxn ang="0">
                <a:pos x="connsiteX0" y="connsiteY0"/>
              </a:cxn>
              <a:cxn ang="0">
                <a:pos x="connsiteX1" y="connsiteY1"/>
              </a:cxn>
              <a:cxn ang="0">
                <a:pos x="connsiteX2" y="connsiteY2"/>
              </a:cxn>
              <a:cxn ang="0">
                <a:pos x="connsiteX3" y="connsiteY3"/>
              </a:cxn>
            </a:cxnLst>
            <a:rect l="l" t="t" r="r" b="b"/>
            <a:pathLst>
              <a:path w="3853974" h="8699466">
                <a:moveTo>
                  <a:pt x="2596856" y="0"/>
                </a:moveTo>
                <a:lnTo>
                  <a:pt x="3853974" y="0"/>
                </a:lnTo>
                <a:lnTo>
                  <a:pt x="3853974" y="8699466"/>
                </a:lnTo>
                <a:lnTo>
                  <a:pt x="0" y="8699466"/>
                </a:lnTo>
                <a:close/>
              </a:path>
            </a:pathLst>
          </a:custGeom>
          <a:solidFill>
            <a:srgbClr val="FF3C01"/>
          </a:solidFill>
          <a:ln>
            <a:noFill/>
          </a:ln>
          <a:effectLst>
            <a:outerShdw blurRad="63500" dist="38100" dir="10800000" algn="r" rotWithShape="0">
              <a:srgbClr val="540C0C">
                <a:alpha val="34902"/>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nvGrpSpPr>
          <p:cNvPr id="2" name="Group 1">
            <a:extLst>
              <a:ext uri="{FF2B5EF4-FFF2-40B4-BE49-F238E27FC236}">
                <a16:creationId xmlns:a16="http://schemas.microsoft.com/office/drawing/2014/main" id="{69473531-CC6B-6480-E9C8-B242169DB343}"/>
              </a:ext>
            </a:extLst>
          </p:cNvPr>
          <p:cNvGrpSpPr/>
          <p:nvPr/>
        </p:nvGrpSpPr>
        <p:grpSpPr>
          <a:xfrm>
            <a:off x="-1110060" y="-2067308"/>
            <a:ext cx="2307770" cy="9683451"/>
            <a:chOff x="-1110060" y="-2067308"/>
            <a:chExt cx="2307770" cy="9683451"/>
          </a:xfrm>
        </p:grpSpPr>
        <p:sp>
          <p:nvSpPr>
            <p:cNvPr id="19" name="Freeform: Shape 18">
              <a:extLst>
                <a:ext uri="{FF2B5EF4-FFF2-40B4-BE49-F238E27FC236}">
                  <a16:creationId xmlns:a16="http://schemas.microsoft.com/office/drawing/2014/main" id="{A909ED96-4FEC-737D-2FA6-8C733395902F}"/>
                </a:ext>
              </a:extLst>
            </p:cNvPr>
            <p:cNvSpPr/>
            <p:nvPr/>
          </p:nvSpPr>
          <p:spPr>
            <a:xfrm flipV="1">
              <a:off x="-839166" y="-2067308"/>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FF3D00"/>
            </a:solidFill>
            <a:ln w="12700" cap="flat">
              <a:noFill/>
              <a:prstDash val="solid"/>
              <a:miter/>
            </a:ln>
          </p:spPr>
          <p:txBody>
            <a:bodyPr rtlCol="0" anchor="ctr"/>
            <a:lstStyle/>
            <a:p>
              <a:endParaRPr lang="en-IN" dirty="0"/>
            </a:p>
          </p:txBody>
        </p:sp>
        <p:sp>
          <p:nvSpPr>
            <p:cNvPr id="20" name="Freeform: Shape 19">
              <a:extLst>
                <a:ext uri="{FF2B5EF4-FFF2-40B4-BE49-F238E27FC236}">
                  <a16:creationId xmlns:a16="http://schemas.microsoft.com/office/drawing/2014/main" id="{BEE586D0-1EA6-47E8-0D6C-0904234F4D10}"/>
                </a:ext>
              </a:extLst>
            </p:cNvPr>
            <p:cNvSpPr/>
            <p:nvPr/>
          </p:nvSpPr>
          <p:spPr>
            <a:xfrm flipV="1">
              <a:off x="-839166" y="1173003"/>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AFEA00"/>
            </a:solidFill>
            <a:ln w="12700" cap="flat">
              <a:noFill/>
              <a:prstDash val="solid"/>
              <a:miter/>
            </a:ln>
          </p:spPr>
          <p:txBody>
            <a:bodyPr rtlCol="0" anchor="ctr"/>
            <a:lstStyle/>
            <a:p>
              <a:endParaRPr lang="en-IN" dirty="0"/>
            </a:p>
          </p:txBody>
        </p:sp>
        <p:sp>
          <p:nvSpPr>
            <p:cNvPr id="21" name="Freeform: Shape 20">
              <a:extLst>
                <a:ext uri="{FF2B5EF4-FFF2-40B4-BE49-F238E27FC236}">
                  <a16:creationId xmlns:a16="http://schemas.microsoft.com/office/drawing/2014/main" id="{A7947266-5D99-59EB-9353-DAC9F5C59754}"/>
                </a:ext>
              </a:extLst>
            </p:cNvPr>
            <p:cNvSpPr/>
            <p:nvPr/>
          </p:nvSpPr>
          <p:spPr>
            <a:xfrm flipV="1">
              <a:off x="-839166" y="4413314"/>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solidFill>
              <a:srgbClr val="6100E9"/>
            </a:solidFill>
            <a:ln w="12700" cap="flat">
              <a:noFill/>
              <a:prstDash val="solid"/>
              <a:miter/>
            </a:ln>
          </p:spPr>
          <p:txBody>
            <a:bodyPr rtlCol="0" anchor="ctr"/>
            <a:lstStyle/>
            <a:p>
              <a:endParaRPr lang="en-IN" dirty="0"/>
            </a:p>
          </p:txBody>
        </p:sp>
        <p:sp>
          <p:nvSpPr>
            <p:cNvPr id="22" name="Freeform: Shape 21">
              <a:extLst>
                <a:ext uri="{FF2B5EF4-FFF2-40B4-BE49-F238E27FC236}">
                  <a16:creationId xmlns:a16="http://schemas.microsoft.com/office/drawing/2014/main" id="{261F2C37-4874-1F95-36FE-9A2851FAD6E7}"/>
                </a:ext>
              </a:extLst>
            </p:cNvPr>
            <p:cNvSpPr/>
            <p:nvPr/>
          </p:nvSpPr>
          <p:spPr>
            <a:xfrm flipV="1">
              <a:off x="-1110060" y="-2007047"/>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noFill/>
            <a:ln w="3175" cap="flat">
              <a:solidFill>
                <a:schemeClr val="bg1"/>
              </a:solidFill>
              <a:prstDash val="solid"/>
              <a:miter/>
            </a:ln>
          </p:spPr>
          <p:txBody>
            <a:bodyPr rtlCol="0" anchor="ctr"/>
            <a:lstStyle/>
            <a:p>
              <a:endParaRPr lang="en-IN" dirty="0"/>
            </a:p>
          </p:txBody>
        </p:sp>
        <p:sp>
          <p:nvSpPr>
            <p:cNvPr id="23" name="Freeform: Shape 22">
              <a:extLst>
                <a:ext uri="{FF2B5EF4-FFF2-40B4-BE49-F238E27FC236}">
                  <a16:creationId xmlns:a16="http://schemas.microsoft.com/office/drawing/2014/main" id="{82B07E5E-0013-095B-2586-08156C3671F2}"/>
                </a:ext>
              </a:extLst>
            </p:cNvPr>
            <p:cNvSpPr/>
            <p:nvPr/>
          </p:nvSpPr>
          <p:spPr>
            <a:xfrm flipV="1">
              <a:off x="-1110060" y="1233264"/>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noFill/>
            <a:ln w="3175" cap="flat">
              <a:solidFill>
                <a:schemeClr val="bg1"/>
              </a:solidFill>
              <a:prstDash val="solid"/>
              <a:miter/>
            </a:ln>
          </p:spPr>
          <p:txBody>
            <a:bodyPr rtlCol="0" anchor="ctr"/>
            <a:lstStyle/>
            <a:p>
              <a:endParaRPr lang="en-IN" dirty="0"/>
            </a:p>
          </p:txBody>
        </p:sp>
        <p:sp>
          <p:nvSpPr>
            <p:cNvPr id="24" name="Freeform: Shape 23">
              <a:extLst>
                <a:ext uri="{FF2B5EF4-FFF2-40B4-BE49-F238E27FC236}">
                  <a16:creationId xmlns:a16="http://schemas.microsoft.com/office/drawing/2014/main" id="{89308A31-D8AE-E877-D3F9-DC7D9D9EEE60}"/>
                </a:ext>
              </a:extLst>
            </p:cNvPr>
            <p:cNvSpPr/>
            <p:nvPr/>
          </p:nvSpPr>
          <p:spPr>
            <a:xfrm flipV="1">
              <a:off x="-1110060" y="4473575"/>
              <a:ext cx="2036876" cy="3142568"/>
            </a:xfrm>
            <a:custGeom>
              <a:avLst/>
              <a:gdLst>
                <a:gd name="connsiteX0" fmla="*/ 1623839 w 2164905"/>
                <a:gd name="connsiteY0" fmla="*/ 1623854 h 3340099"/>
                <a:gd name="connsiteX1" fmla="*/ 541392 w 2164905"/>
                <a:gd name="connsiteY1" fmla="*/ 1623854 h 3340099"/>
                <a:gd name="connsiteX2" fmla="*/ 156 w 2164905"/>
                <a:gd name="connsiteY2" fmla="*/ 1082631 h 3340099"/>
                <a:gd name="connsiteX3" fmla="*/ 156 w 2164905"/>
                <a:gd name="connsiteY3" fmla="*/ 541408 h 3340099"/>
                <a:gd name="connsiteX4" fmla="*/ 541392 w 2164905"/>
                <a:gd name="connsiteY4" fmla="*/ 172 h 3340099"/>
                <a:gd name="connsiteX5" fmla="*/ 1623839 w 2164905"/>
                <a:gd name="connsiteY5" fmla="*/ 172 h 3340099"/>
                <a:gd name="connsiteX6" fmla="*/ 2165062 w 2164905"/>
                <a:gd name="connsiteY6" fmla="*/ 541408 h 3340099"/>
                <a:gd name="connsiteX7" fmla="*/ 1623839 w 2164905"/>
                <a:gd name="connsiteY7" fmla="*/ 1082631 h 3340099"/>
                <a:gd name="connsiteX8" fmla="*/ 2165062 w 2164905"/>
                <a:gd name="connsiteY8" fmla="*/ 1082631 h 3340099"/>
                <a:gd name="connsiteX9" fmla="*/ 1623839 w 2164905"/>
                <a:gd name="connsiteY9" fmla="*/ 1623854 h 3340099"/>
                <a:gd name="connsiteX10" fmla="*/ 1623839 w 2164905"/>
                <a:gd name="connsiteY10" fmla="*/ 3340272 h 3340099"/>
                <a:gd name="connsiteX11" fmla="*/ 541392 w 2164905"/>
                <a:gd name="connsiteY11" fmla="*/ 3340272 h 3340099"/>
                <a:gd name="connsiteX12" fmla="*/ 156 w 2164905"/>
                <a:gd name="connsiteY12" fmla="*/ 2799049 h 3340099"/>
                <a:gd name="connsiteX13" fmla="*/ 541392 w 2164905"/>
                <a:gd name="connsiteY13" fmla="*/ 2799049 h 3340099"/>
                <a:gd name="connsiteX14" fmla="*/ 156 w 2164905"/>
                <a:gd name="connsiteY14" fmla="*/ 2257825 h 3340099"/>
                <a:gd name="connsiteX15" fmla="*/ 156 w 2164905"/>
                <a:gd name="connsiteY15" fmla="*/ 1716589 h 3340099"/>
                <a:gd name="connsiteX16" fmla="*/ 2165062 w 2164905"/>
                <a:gd name="connsiteY16" fmla="*/ 1716589 h 3340099"/>
                <a:gd name="connsiteX17" fmla="*/ 2165062 w 2164905"/>
                <a:gd name="connsiteY17" fmla="*/ 2257825 h 3340099"/>
                <a:gd name="connsiteX18" fmla="*/ 1623839 w 2164905"/>
                <a:gd name="connsiteY18" fmla="*/ 2257825 h 3340099"/>
                <a:gd name="connsiteX19" fmla="*/ 2165062 w 2164905"/>
                <a:gd name="connsiteY19" fmla="*/ 2799049 h 3340099"/>
                <a:gd name="connsiteX20" fmla="*/ 1623839 w 2164905"/>
                <a:gd name="connsiteY20" fmla="*/ 3340272 h 334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4905" h="3340099">
                  <a:moveTo>
                    <a:pt x="1623839" y="1623854"/>
                  </a:moveTo>
                  <a:lnTo>
                    <a:pt x="541392" y="1623854"/>
                  </a:lnTo>
                  <a:cubicBezTo>
                    <a:pt x="242460" y="1623854"/>
                    <a:pt x="156" y="1381538"/>
                    <a:pt x="156" y="1082631"/>
                  </a:cubicBezTo>
                  <a:lnTo>
                    <a:pt x="156" y="541408"/>
                  </a:lnTo>
                  <a:cubicBezTo>
                    <a:pt x="156" y="242488"/>
                    <a:pt x="242460" y="172"/>
                    <a:pt x="541392" y="172"/>
                  </a:cubicBezTo>
                  <a:lnTo>
                    <a:pt x="1623839" y="172"/>
                  </a:lnTo>
                  <a:cubicBezTo>
                    <a:pt x="1922758" y="172"/>
                    <a:pt x="2165062" y="242488"/>
                    <a:pt x="2165062" y="541408"/>
                  </a:cubicBezTo>
                  <a:cubicBezTo>
                    <a:pt x="2165062" y="840315"/>
                    <a:pt x="1922758" y="1082631"/>
                    <a:pt x="1623839" y="1082631"/>
                  </a:cubicBezTo>
                  <a:lnTo>
                    <a:pt x="2165062" y="1082631"/>
                  </a:lnTo>
                  <a:cubicBezTo>
                    <a:pt x="2165062" y="1381538"/>
                    <a:pt x="1922758" y="1623854"/>
                    <a:pt x="1623839" y="1623854"/>
                  </a:cubicBezTo>
                  <a:moveTo>
                    <a:pt x="1623839" y="3340272"/>
                  </a:moveTo>
                  <a:lnTo>
                    <a:pt x="541392" y="3340272"/>
                  </a:lnTo>
                  <a:cubicBezTo>
                    <a:pt x="242460" y="3340272"/>
                    <a:pt x="156" y="3097956"/>
                    <a:pt x="156" y="2799049"/>
                  </a:cubicBezTo>
                  <a:lnTo>
                    <a:pt x="541392" y="2799049"/>
                  </a:lnTo>
                  <a:cubicBezTo>
                    <a:pt x="242460" y="2799049"/>
                    <a:pt x="156" y="2556745"/>
                    <a:pt x="156" y="2257825"/>
                  </a:cubicBezTo>
                  <a:lnTo>
                    <a:pt x="156" y="1716589"/>
                  </a:lnTo>
                  <a:lnTo>
                    <a:pt x="2165062" y="1716589"/>
                  </a:lnTo>
                  <a:lnTo>
                    <a:pt x="2165062" y="2257825"/>
                  </a:lnTo>
                  <a:lnTo>
                    <a:pt x="1623839" y="2257825"/>
                  </a:lnTo>
                  <a:cubicBezTo>
                    <a:pt x="1922758" y="2257825"/>
                    <a:pt x="2165062" y="2500141"/>
                    <a:pt x="2165062" y="2799049"/>
                  </a:cubicBezTo>
                  <a:cubicBezTo>
                    <a:pt x="2165062" y="3097956"/>
                    <a:pt x="1922758" y="3340272"/>
                    <a:pt x="1623839" y="3340272"/>
                  </a:cubicBezTo>
                </a:path>
              </a:pathLst>
            </a:custGeom>
            <a:noFill/>
            <a:ln w="3175" cap="flat">
              <a:solidFill>
                <a:schemeClr val="bg1"/>
              </a:solidFill>
              <a:prstDash val="solid"/>
              <a:miter/>
            </a:ln>
          </p:spPr>
          <p:txBody>
            <a:bodyPr rtlCol="0" anchor="ctr"/>
            <a:lstStyle/>
            <a:p>
              <a:endParaRPr lang="en-IN" dirty="0"/>
            </a:p>
          </p:txBody>
        </p:sp>
      </p:grpSp>
    </p:spTree>
    <p:extLst>
      <p:ext uri="{BB962C8B-B14F-4D97-AF65-F5344CB8AC3E}">
        <p14:creationId xmlns:p14="http://schemas.microsoft.com/office/powerpoint/2010/main" val="127594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9">
      <a:majorFont>
        <a:latin typeface="Cal Sans"/>
        <a:ea typeface=""/>
        <a:cs typeface=""/>
      </a:majorFont>
      <a:minorFont>
        <a:latin typeface="Red Hat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1753</TotalTime>
  <Words>946</Words>
  <Application>Microsoft Office PowerPoint</Application>
  <PresentationFormat>Panorámica</PresentationFormat>
  <Paragraphs>82</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Red Hat Display</vt:lpstr>
      <vt:lpstr>Aptos</vt:lpstr>
      <vt:lpstr>Cal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GreatPPT</dc:creator>
  <cp:lastModifiedBy>Ricardo Fabricio Guevara Zelaya</cp:lastModifiedBy>
  <cp:revision>10</cp:revision>
  <dcterms:created xsi:type="dcterms:W3CDTF">2025-06-18T05:23:42Z</dcterms:created>
  <dcterms:modified xsi:type="dcterms:W3CDTF">2026-06-21T05:26:40Z</dcterms:modified>
</cp:coreProperties>
</file>